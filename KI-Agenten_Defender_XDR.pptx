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13"/>
  </p:notesMasterIdLst>
  <p:handoutMasterIdLst>
    <p:handoutMasterId r:id="rId14"/>
  </p:handoutMasterIdLst>
  <p:sldIdLst>
    <p:sldId id="300" r:id="rId6"/>
    <p:sldId id="301" r:id="rId7"/>
    <p:sldId id="302" r:id="rId8"/>
    <p:sldId id="303" r:id="rId9"/>
    <p:sldId id="304" r:id="rId10"/>
    <p:sldId id="306" r:id="rId11"/>
    <p:sldId id="307" r:id="rId12"/>
  </p:sldIdLst>
  <p:sldSz cx="10728325" cy="6034088"/>
  <p:notesSz cx="6797675" cy="9926638"/>
  <p:defaultTextStyle>
    <a:defPPr>
      <a:defRPr lang="de-DE"/>
    </a:defPPr>
    <a:lvl1pPr marL="0" algn="l" defTabSz="804581" rtl="0" eaLnBrk="1" latinLnBrk="0" hangingPunct="1">
      <a:defRPr sz="1584" kern="1200">
        <a:solidFill>
          <a:schemeClr val="tx1"/>
        </a:solidFill>
        <a:latin typeface="+mn-lt"/>
        <a:ea typeface="+mn-ea"/>
        <a:cs typeface="+mn-cs"/>
      </a:defRPr>
    </a:lvl1pPr>
    <a:lvl2pPr marL="402290" algn="l" defTabSz="804581" rtl="0" eaLnBrk="1" latinLnBrk="0" hangingPunct="1">
      <a:defRPr sz="1584" kern="1200">
        <a:solidFill>
          <a:schemeClr val="tx1"/>
        </a:solidFill>
        <a:latin typeface="+mn-lt"/>
        <a:ea typeface="+mn-ea"/>
        <a:cs typeface="+mn-cs"/>
      </a:defRPr>
    </a:lvl2pPr>
    <a:lvl3pPr marL="804581" algn="l" defTabSz="804581" rtl="0" eaLnBrk="1" latinLnBrk="0" hangingPunct="1">
      <a:defRPr sz="1584" kern="1200">
        <a:solidFill>
          <a:schemeClr val="tx1"/>
        </a:solidFill>
        <a:latin typeface="+mn-lt"/>
        <a:ea typeface="+mn-ea"/>
        <a:cs typeface="+mn-cs"/>
      </a:defRPr>
    </a:lvl3pPr>
    <a:lvl4pPr marL="1206871" algn="l" defTabSz="804581" rtl="0" eaLnBrk="1" latinLnBrk="0" hangingPunct="1">
      <a:defRPr sz="1584" kern="1200">
        <a:solidFill>
          <a:schemeClr val="tx1"/>
        </a:solidFill>
        <a:latin typeface="+mn-lt"/>
        <a:ea typeface="+mn-ea"/>
        <a:cs typeface="+mn-cs"/>
      </a:defRPr>
    </a:lvl4pPr>
    <a:lvl5pPr marL="1609161" algn="l" defTabSz="804581" rtl="0" eaLnBrk="1" latinLnBrk="0" hangingPunct="1">
      <a:defRPr sz="1584" kern="1200">
        <a:solidFill>
          <a:schemeClr val="tx1"/>
        </a:solidFill>
        <a:latin typeface="+mn-lt"/>
        <a:ea typeface="+mn-ea"/>
        <a:cs typeface="+mn-cs"/>
      </a:defRPr>
    </a:lvl5pPr>
    <a:lvl6pPr marL="2011451" algn="l" defTabSz="804581" rtl="0" eaLnBrk="1" latinLnBrk="0" hangingPunct="1">
      <a:defRPr sz="1584" kern="1200">
        <a:solidFill>
          <a:schemeClr val="tx1"/>
        </a:solidFill>
        <a:latin typeface="+mn-lt"/>
        <a:ea typeface="+mn-ea"/>
        <a:cs typeface="+mn-cs"/>
      </a:defRPr>
    </a:lvl6pPr>
    <a:lvl7pPr marL="2413742" algn="l" defTabSz="804581" rtl="0" eaLnBrk="1" latinLnBrk="0" hangingPunct="1">
      <a:defRPr sz="1584" kern="1200">
        <a:solidFill>
          <a:schemeClr val="tx1"/>
        </a:solidFill>
        <a:latin typeface="+mn-lt"/>
        <a:ea typeface="+mn-ea"/>
        <a:cs typeface="+mn-cs"/>
      </a:defRPr>
    </a:lvl7pPr>
    <a:lvl8pPr marL="2816032" algn="l" defTabSz="804581" rtl="0" eaLnBrk="1" latinLnBrk="0" hangingPunct="1">
      <a:defRPr sz="1584" kern="1200">
        <a:solidFill>
          <a:schemeClr val="tx1"/>
        </a:solidFill>
        <a:latin typeface="+mn-lt"/>
        <a:ea typeface="+mn-ea"/>
        <a:cs typeface="+mn-cs"/>
      </a:defRPr>
    </a:lvl8pPr>
    <a:lvl9pPr marL="3218322" algn="l" defTabSz="804581" rtl="0" eaLnBrk="1" latinLnBrk="0" hangingPunct="1">
      <a:defRPr sz="1584" kern="1200">
        <a:solidFill>
          <a:schemeClr val="tx1"/>
        </a:solidFill>
        <a:latin typeface="+mn-lt"/>
        <a:ea typeface="+mn-ea"/>
        <a:cs typeface="+mn-cs"/>
      </a:defRPr>
    </a:lvl9pPr>
  </p:defaultTextStyle>
  <p:extLst>
    <p:ext uri="{521415D9-36F7-43E2-AB2F-B90AF26B5E84}">
      <p14:sectionLst xmlns:p14="http://schemas.microsoft.com/office/powerpoint/2010/main">
        <p14:section name="DevSecOps | Menschen" id="{2A5D2118-B76B-475A-8397-4A2F5F973DD4}">
          <p14:sldIdLst>
            <p14:sldId id="300"/>
            <p14:sldId id="301"/>
            <p14:sldId id="302"/>
            <p14:sldId id="303"/>
            <p14:sldId id="304"/>
            <p14:sldId id="306"/>
            <p14:sldId id="307"/>
          </p14:sldIdLst>
        </p14:section>
        <p14:section name="Anhang" id="{6C8232E5-DC4C-4CFC-B40C-1F98C4304B2A}">
          <p14:sldIdLst/>
        </p14:section>
        <p14:section name="Verworfen" id="{D7D7EECB-3C2B-4807-BA3D-98802848F1FB}">
          <p14:sldIdLst/>
        </p14:section>
        <p14:section name="Templates" id="{A34E81A3-6728-41D1-801A-1457D765E6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840F09-1138-4533-E0A7-0296751B68B1}" name="Klein, Angela (extern)" initials="KA(" userId="S::angela.klein_extern@kfw.de::cc3ab9fd-8bc7-4b6e-b566-ebca31c4536c" providerId="AD"/>
  <p188:author id="{1C1A4628-B4A8-3B24-7F1F-8176DE44A235}" name="Förstemann, Andreas (extern)" initials="FA(" userId="S::Andreas.Foerstemann_extern@kfw.de::b6e8b721-a8c3-48c1-a258-3c7c8b6904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nathan Ueltzhoffer" initials="JU" lastIdx="59" clrIdx="0">
    <p:extLst>
      <p:ext uri="{19B8F6BF-5375-455C-9EA6-DF929625EA0E}">
        <p15:presenceInfo xmlns:p15="http://schemas.microsoft.com/office/powerpoint/2012/main" userId="S::jonathan.ueltzhoffer1@united-it.net::81f8c84b-1561-4659-8a1e-5581acaf6c48" providerId="AD"/>
      </p:ext>
    </p:extLst>
  </p:cmAuthor>
  <p:cmAuthor id="2" name="Fabian Ellersiek" initials="FE" lastIdx="1" clrIdx="1">
    <p:extLst>
      <p:ext uri="{19B8F6BF-5375-455C-9EA6-DF929625EA0E}">
        <p15:presenceInfo xmlns:p15="http://schemas.microsoft.com/office/powerpoint/2012/main" userId="S::fabian.ellersiek@united-it.net::2390a157-d111-4df2-b0b9-0ffb9ffa9e6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B75F"/>
    <a:srgbClr val="0000FF"/>
    <a:srgbClr val="B7F9AA"/>
    <a:srgbClr val="57D96E"/>
    <a:srgbClr val="D4FCCA"/>
    <a:srgbClr val="E9FDE4"/>
    <a:srgbClr val="94EB8F"/>
    <a:srgbClr val="005A8B"/>
    <a:srgbClr val="000000"/>
    <a:srgbClr val="005A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48" autoAdjust="0"/>
    <p:restoredTop sz="87409" autoAdjust="0"/>
  </p:normalViewPr>
  <p:slideViewPr>
    <p:cSldViewPr showGuides="1">
      <p:cViewPr varScale="1">
        <p:scale>
          <a:sx n="87" d="100"/>
          <a:sy n="87" d="100"/>
        </p:scale>
        <p:origin x="216" y="51"/>
      </p:cViewPr>
      <p:guideLst/>
    </p:cSldViewPr>
  </p:slideViewPr>
  <p:outlineViewPr>
    <p:cViewPr>
      <p:scale>
        <a:sx n="33" d="100"/>
        <a:sy n="33" d="100"/>
      </p:scale>
      <p:origin x="0" y="-2460"/>
    </p:cViewPr>
  </p:outlineViewPr>
  <p:notesTextViewPr>
    <p:cViewPr>
      <p:scale>
        <a:sx n="1" d="1"/>
        <a:sy n="1" d="1"/>
      </p:scale>
      <p:origin x="0" y="0"/>
    </p:cViewPr>
  </p:notesTextViewPr>
  <p:sorterViewPr>
    <p:cViewPr>
      <p:scale>
        <a:sx n="75" d="100"/>
        <a:sy n="75" d="100"/>
      </p:scale>
      <p:origin x="0" y="0"/>
    </p:cViewPr>
  </p:sorterViewPr>
  <p:notesViewPr>
    <p:cSldViewPr showGuides="1">
      <p:cViewPr varScale="1">
        <p:scale>
          <a:sx n="109" d="100"/>
          <a:sy n="109" d="100"/>
        </p:scale>
        <p:origin x="425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37E0B93-BA14-4836-A0C1-4504AF33149A}"/>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endParaRPr>
          </a:p>
        </p:txBody>
      </p:sp>
      <p:sp>
        <p:nvSpPr>
          <p:cNvPr id="3" name="Datumsplatzhalter 2">
            <a:extLst>
              <a:ext uri="{FF2B5EF4-FFF2-40B4-BE49-F238E27FC236}">
                <a16:creationId xmlns:a16="http://schemas.microsoft.com/office/drawing/2014/main" id="{98319A94-965C-47FF-9B96-1BAB2F893537}"/>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57EECD7F-E5B6-4B40-9E0B-628FCC195BC8}" type="datetimeFigureOut">
              <a:rPr lang="de-DE" smtClean="0">
                <a:latin typeface="Arial" panose="020B0604020202020204" pitchFamily="34" charset="0"/>
              </a:rPr>
              <a:t>07.09.2026</a:t>
            </a:fld>
            <a:endParaRPr lang="de-DE" dirty="0">
              <a:latin typeface="Arial" panose="020B0604020202020204" pitchFamily="34" charset="0"/>
            </a:endParaRPr>
          </a:p>
        </p:txBody>
      </p:sp>
      <p:sp>
        <p:nvSpPr>
          <p:cNvPr id="4" name="Fußzeilenplatzhalter 3">
            <a:extLst>
              <a:ext uri="{FF2B5EF4-FFF2-40B4-BE49-F238E27FC236}">
                <a16:creationId xmlns:a16="http://schemas.microsoft.com/office/drawing/2014/main" id="{AE726ECF-A882-4FB8-A516-36BCC07FF15F}"/>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endParaRPr>
          </a:p>
        </p:txBody>
      </p:sp>
      <p:sp>
        <p:nvSpPr>
          <p:cNvPr id="5" name="Foliennummernplatzhalter 4">
            <a:extLst>
              <a:ext uri="{FF2B5EF4-FFF2-40B4-BE49-F238E27FC236}">
                <a16:creationId xmlns:a16="http://schemas.microsoft.com/office/drawing/2014/main" id="{6CA88AC3-AD15-445F-9FFA-ED2AF02E6D24}"/>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E14F6A95-CC10-4109-BE20-552F51C647B3}" type="slidenum">
              <a:rPr lang="de-DE" smtClean="0">
                <a:latin typeface="Arial" panose="020B0604020202020204" pitchFamily="34" charset="0"/>
              </a:rPr>
              <a:t>‹Nr.›</a:t>
            </a:fld>
            <a:endParaRPr lang="de-DE" dirty="0">
              <a:latin typeface="Arial" panose="020B0604020202020204" pitchFamily="34" charset="0"/>
            </a:endParaRPr>
          </a:p>
        </p:txBody>
      </p:sp>
    </p:spTree>
    <p:extLst>
      <p:ext uri="{BB962C8B-B14F-4D97-AF65-F5344CB8AC3E}">
        <p14:creationId xmlns:p14="http://schemas.microsoft.com/office/powerpoint/2010/main" val="15777143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de-DE" dirty="0"/>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b="0" i="0">
                <a:latin typeface="Arial" panose="020B0604020202020204" pitchFamily="34" charset="0"/>
              </a:defRPr>
            </a:lvl1pPr>
          </a:lstStyle>
          <a:p>
            <a:fld id="{A16BC527-A945-41A0-A295-3A1AFDBBE427}" type="datetimeFigureOut">
              <a:rPr lang="de-DE" smtClean="0"/>
              <a:pPr/>
              <a:t>07.09.2026</a:t>
            </a:fld>
            <a:endParaRPr lang="de-DE" dirty="0"/>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BE94A0B-B183-45F9-8022-C2EDCC55F51C}" type="slidenum">
              <a:rPr lang="de-DE" smtClean="0"/>
              <a:pPr/>
              <a:t>‹Nr.›</a:t>
            </a:fld>
            <a:endParaRPr lang="de-DE" dirty="0"/>
          </a:p>
        </p:txBody>
      </p:sp>
    </p:spTree>
    <p:extLst>
      <p:ext uri="{BB962C8B-B14F-4D97-AF65-F5344CB8AC3E}">
        <p14:creationId xmlns:p14="http://schemas.microsoft.com/office/powerpoint/2010/main" val="3353622804"/>
      </p:ext>
    </p:extLst>
  </p:cSld>
  <p:clrMap bg1="lt1" tx1="dk1" bg2="lt2" tx2="dk2" accent1="accent1" accent2="accent2" accent3="accent3" accent4="accent4" accent5="accent5" accent6="accent6" hlink="hlink" folHlink="folHlink"/>
  <p:notesStyle>
    <a:lvl1pPr marL="171450" indent="-171450" algn="l" defTabSz="804581" rtl="0" eaLnBrk="1" latinLnBrk="0" hangingPunct="1">
      <a:buSzPct val="110000"/>
      <a:buFont typeface="Symbol" panose="05050102010706020507" pitchFamily="18" charset="2"/>
      <a:buChar char="-"/>
      <a:defRPr sz="1100" b="0" i="0" kern="1200">
        <a:solidFill>
          <a:schemeClr val="tx1"/>
        </a:solidFill>
        <a:latin typeface="Arial" panose="020B0604020202020204" pitchFamily="34" charset="0"/>
        <a:ea typeface="+mn-ea"/>
        <a:cs typeface="+mn-cs"/>
      </a:defRPr>
    </a:lvl1pPr>
    <a:lvl2pPr marL="573740" indent="-171450" algn="l" defTabSz="804581" rtl="0" eaLnBrk="1" latinLnBrk="0" hangingPunct="1">
      <a:buSzPct val="110000"/>
      <a:buFont typeface="Symbol" panose="05050102010706020507" pitchFamily="18" charset="2"/>
      <a:buChar char="-"/>
      <a:defRPr sz="1100" b="0" i="0" kern="1200">
        <a:solidFill>
          <a:schemeClr val="tx1"/>
        </a:solidFill>
        <a:latin typeface="Arial" panose="020B0604020202020204" pitchFamily="34" charset="0"/>
        <a:ea typeface="+mn-ea"/>
        <a:cs typeface="+mn-cs"/>
      </a:defRPr>
    </a:lvl2pPr>
    <a:lvl3pPr marL="976031" indent="-171450" algn="l" defTabSz="804581" rtl="0" eaLnBrk="1" latinLnBrk="0" hangingPunct="1">
      <a:buSzPct val="110000"/>
      <a:buFont typeface="Symbol" panose="05050102010706020507" pitchFamily="18" charset="2"/>
      <a:buChar char="-"/>
      <a:defRPr sz="1100" b="0" i="0" kern="1200">
        <a:solidFill>
          <a:schemeClr val="tx1"/>
        </a:solidFill>
        <a:latin typeface="Arial" panose="020B0604020202020204" pitchFamily="34" charset="0"/>
        <a:ea typeface="+mn-ea"/>
        <a:cs typeface="+mn-cs"/>
      </a:defRPr>
    </a:lvl3pPr>
    <a:lvl4pPr marL="1378321" indent="-171450" algn="l" defTabSz="804581" rtl="0" eaLnBrk="1" latinLnBrk="0" hangingPunct="1">
      <a:buSzPct val="110000"/>
      <a:buFont typeface="Symbol" panose="05050102010706020507" pitchFamily="18" charset="2"/>
      <a:buChar char="-"/>
      <a:defRPr sz="1100" b="0" i="0" kern="1200">
        <a:solidFill>
          <a:schemeClr val="tx1"/>
        </a:solidFill>
        <a:latin typeface="Arial" panose="020B0604020202020204" pitchFamily="34" charset="0"/>
        <a:ea typeface="+mn-ea"/>
        <a:cs typeface="+mn-cs"/>
      </a:defRPr>
    </a:lvl4pPr>
    <a:lvl5pPr marL="1780611" indent="-171450" algn="l" defTabSz="804581" rtl="0" eaLnBrk="1" latinLnBrk="0" hangingPunct="1">
      <a:buSzPct val="110000"/>
      <a:buFont typeface="Symbol" panose="05050102010706020507" pitchFamily="18" charset="2"/>
      <a:buChar char="-"/>
      <a:defRPr sz="1100" b="0" i="0" kern="1200">
        <a:solidFill>
          <a:schemeClr val="tx1"/>
        </a:solidFill>
        <a:latin typeface="Arial" panose="020B0604020202020204" pitchFamily="34" charset="0"/>
        <a:ea typeface="+mn-ea"/>
        <a:cs typeface="+mn-cs"/>
      </a:defRPr>
    </a:lvl5pPr>
    <a:lvl6pPr marL="2011451" algn="l" defTabSz="804581" rtl="0" eaLnBrk="1" latinLnBrk="0" hangingPunct="1">
      <a:defRPr sz="1056" kern="1200">
        <a:solidFill>
          <a:schemeClr val="tx1"/>
        </a:solidFill>
        <a:latin typeface="+mn-lt"/>
        <a:ea typeface="+mn-ea"/>
        <a:cs typeface="+mn-cs"/>
      </a:defRPr>
    </a:lvl6pPr>
    <a:lvl7pPr marL="2413742" algn="l" defTabSz="804581" rtl="0" eaLnBrk="1" latinLnBrk="0" hangingPunct="1">
      <a:defRPr sz="1056" kern="1200">
        <a:solidFill>
          <a:schemeClr val="tx1"/>
        </a:solidFill>
        <a:latin typeface="+mn-lt"/>
        <a:ea typeface="+mn-ea"/>
        <a:cs typeface="+mn-cs"/>
      </a:defRPr>
    </a:lvl7pPr>
    <a:lvl8pPr marL="2816032" algn="l" defTabSz="804581" rtl="0" eaLnBrk="1" latinLnBrk="0" hangingPunct="1">
      <a:defRPr sz="1056" kern="1200">
        <a:solidFill>
          <a:schemeClr val="tx1"/>
        </a:solidFill>
        <a:latin typeface="+mn-lt"/>
        <a:ea typeface="+mn-ea"/>
        <a:cs typeface="+mn-cs"/>
      </a:defRPr>
    </a:lvl8pPr>
    <a:lvl9pPr marL="3218322" algn="l" defTabSz="804581" rtl="0" eaLnBrk="1" latinLnBrk="0" hangingPunct="1">
      <a:defRPr sz="105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BE94A0B-B183-45F9-8022-C2EDCC55F51C}" type="slidenum">
              <a:rPr lang="de-DE" smtClean="0"/>
              <a:pPr/>
              <a:t>1</a:t>
            </a:fld>
            <a:endParaRPr lang="de-DE" dirty="0"/>
          </a:p>
        </p:txBody>
      </p:sp>
    </p:spTree>
    <p:extLst>
      <p:ext uri="{BB962C8B-B14F-4D97-AF65-F5344CB8AC3E}">
        <p14:creationId xmlns:p14="http://schemas.microsoft.com/office/powerpoint/2010/main" val="5230108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bwMode="gray">
      <p:bgRef idx="1001">
        <a:schemeClr val="bg1"/>
      </p:bgRef>
    </p:bg>
    <p:spTree>
      <p:nvGrpSpPr>
        <p:cNvPr id="1" name=""/>
        <p:cNvGrpSpPr/>
        <p:nvPr/>
      </p:nvGrpSpPr>
      <p:grpSpPr>
        <a:xfrm>
          <a:off x="0" y="0"/>
          <a:ext cx="0" cy="0"/>
          <a:chOff x="0" y="0"/>
          <a:chExt cx="0" cy="0"/>
        </a:xfrm>
      </p:grpSpPr>
      <p:sp>
        <p:nvSpPr>
          <p:cNvPr id="19" name="Bildplatzhalter 4">
            <a:extLst>
              <a:ext uri="{FF2B5EF4-FFF2-40B4-BE49-F238E27FC236}">
                <a16:creationId xmlns:a16="http://schemas.microsoft.com/office/drawing/2014/main" id="{1BB62738-7A62-42BC-809E-FF1D945AB595}"/>
              </a:ext>
            </a:extLst>
          </p:cNvPr>
          <p:cNvSpPr>
            <a:spLocks noGrp="1"/>
          </p:cNvSpPr>
          <p:nvPr>
            <p:ph type="pic" sz="quarter" idx="18"/>
          </p:nvPr>
        </p:nvSpPr>
        <p:spPr>
          <a:xfrm>
            <a:off x="0" y="0"/>
            <a:ext cx="10728325" cy="60340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17" name="Textplatzhalter 7">
            <a:extLst>
              <a:ext uri="{FF2B5EF4-FFF2-40B4-BE49-F238E27FC236}">
                <a16:creationId xmlns:a16="http://schemas.microsoft.com/office/drawing/2014/main" id="{3125AEA6-9116-49F0-91A4-63DCF71BFCCE}"/>
              </a:ext>
            </a:extLst>
          </p:cNvPr>
          <p:cNvSpPr>
            <a:spLocks noGrp="1"/>
          </p:cNvSpPr>
          <p:nvPr>
            <p:ph type="body" sz="quarter" idx="10" hasCustomPrompt="1"/>
          </p:nvPr>
        </p:nvSpPr>
        <p:spPr bwMode="gray">
          <a:xfrm>
            <a:off x="611188" y="3046521"/>
            <a:ext cx="4996401" cy="201600"/>
          </a:xfrm>
          <a:prstGeom prst="rect">
            <a:avLst/>
          </a:prstGeom>
          <a:blipFill>
            <a:blip r:embed="rId2"/>
            <a:stretch>
              <a:fillRect/>
            </a:stretch>
          </a:blipFill>
          <a:ln>
            <a:noFill/>
          </a:ln>
          <a:effectLst>
            <a:outerShdw blurRad="152400" dist="76200" dir="5400000" algn="t" rotWithShape="0">
              <a:srgbClr val="41484C">
                <a:alpha val="40000"/>
              </a:srgbClr>
            </a:outerShdw>
          </a:effectLst>
        </p:spPr>
        <p:txBody>
          <a:bodyPr wrap="square">
            <a:noAutofit/>
          </a:bodyPr>
          <a:lstStyle>
            <a:lvl1pPr marL="0" indent="0">
              <a:buNone/>
              <a:defRPr sz="600">
                <a:solidFill>
                  <a:schemeClr val="bg1"/>
                </a:solidFill>
              </a:defRPr>
            </a:lvl1pPr>
          </a:lstStyle>
          <a:p>
            <a:pPr lvl="0"/>
            <a:r>
              <a:rPr lang="de-DE" dirty="0"/>
              <a:t> </a:t>
            </a:r>
          </a:p>
        </p:txBody>
      </p:sp>
      <p:sp>
        <p:nvSpPr>
          <p:cNvPr id="18" name="Textplatzhalter 7">
            <a:extLst>
              <a:ext uri="{FF2B5EF4-FFF2-40B4-BE49-F238E27FC236}">
                <a16:creationId xmlns:a16="http://schemas.microsoft.com/office/drawing/2014/main" id="{A8B9C022-0E98-44A4-95E1-9ACB54405596}"/>
              </a:ext>
            </a:extLst>
          </p:cNvPr>
          <p:cNvSpPr>
            <a:spLocks noGrp="1"/>
          </p:cNvSpPr>
          <p:nvPr>
            <p:ph type="body" sz="quarter" idx="19" hasCustomPrompt="1"/>
          </p:nvPr>
        </p:nvSpPr>
        <p:spPr bwMode="gray">
          <a:xfrm>
            <a:off x="-1" y="1396"/>
            <a:ext cx="3322713" cy="913855"/>
          </a:xfrm>
          <a:prstGeom prst="rect">
            <a:avLst/>
          </a:prstGeom>
          <a:blipFill>
            <a:blip r:embed="rId3"/>
            <a:stretch>
              <a:fillRect/>
            </a:stretch>
          </a:blipFill>
        </p:spPr>
        <p:txBody>
          <a:bodyPr wrap="square">
            <a:noAutofit/>
          </a:bodyPr>
          <a:lstStyle>
            <a:lvl1pPr marL="0" indent="0">
              <a:buNone/>
              <a:defRPr sz="600">
                <a:solidFill>
                  <a:schemeClr val="bg1"/>
                </a:solidFill>
              </a:defRPr>
            </a:lvl1pPr>
          </a:lstStyle>
          <a:p>
            <a:pPr lvl="0"/>
            <a:r>
              <a:rPr lang="de-DE" dirty="0"/>
              <a:t> </a:t>
            </a:r>
          </a:p>
        </p:txBody>
      </p:sp>
      <p:sp>
        <p:nvSpPr>
          <p:cNvPr id="21" name="Textplatzhalter 8">
            <a:extLst>
              <a:ext uri="{FF2B5EF4-FFF2-40B4-BE49-F238E27FC236}">
                <a16:creationId xmlns:a16="http://schemas.microsoft.com/office/drawing/2014/main" id="{49250271-E3B3-40A7-B753-1F1A2192E13B}"/>
              </a:ext>
            </a:extLst>
          </p:cNvPr>
          <p:cNvSpPr>
            <a:spLocks noGrp="1"/>
          </p:cNvSpPr>
          <p:nvPr>
            <p:ph type="body" sz="quarter" idx="13" hasCustomPrompt="1"/>
          </p:nvPr>
        </p:nvSpPr>
        <p:spPr>
          <a:xfrm>
            <a:off x="5472113" y="5756345"/>
            <a:ext cx="4968876" cy="149591"/>
          </a:xfrm>
        </p:spPr>
        <p:txBody>
          <a:bodyPr anchor="b" anchorCtr="0"/>
          <a:lstStyle>
            <a:lvl1pPr marL="0" indent="0" algn="r">
              <a:lnSpc>
                <a:spcPct val="100000"/>
              </a:lnSpc>
              <a:spcBef>
                <a:spcPts val="0"/>
              </a:spcBef>
              <a:buNone/>
              <a:defRPr sz="700">
                <a:solidFill>
                  <a:schemeClr val="bg1"/>
                </a:solidFill>
              </a:defRPr>
            </a:lvl1pPr>
          </a:lstStyle>
          <a:p>
            <a:pPr lvl="0"/>
            <a:r>
              <a:rPr lang="de-DE" dirty="0"/>
              <a:t>Quelle</a:t>
            </a:r>
          </a:p>
        </p:txBody>
      </p:sp>
      <p:sp>
        <p:nvSpPr>
          <p:cNvPr id="14" name="Titel 13">
            <a:extLst>
              <a:ext uri="{FF2B5EF4-FFF2-40B4-BE49-F238E27FC236}">
                <a16:creationId xmlns:a16="http://schemas.microsoft.com/office/drawing/2014/main" id="{5386EB1D-667E-917A-6203-DD30BF8666D8}"/>
              </a:ext>
            </a:extLst>
          </p:cNvPr>
          <p:cNvSpPr>
            <a:spLocks noGrp="1"/>
          </p:cNvSpPr>
          <p:nvPr>
            <p:ph type="ctrTitle"/>
          </p:nvPr>
        </p:nvSpPr>
        <p:spPr bwMode="gray">
          <a:xfrm>
            <a:off x="614340" y="3313779"/>
            <a:ext cx="4993249" cy="2043525"/>
          </a:xfrm>
          <a:custGeom>
            <a:avLst/>
            <a:gdLst>
              <a:gd name="connsiteX0" fmla="*/ 0 w 4956776"/>
              <a:gd name="connsiteY0" fmla="*/ 0 h 2043525"/>
              <a:gd name="connsiteX1" fmla="*/ 4956776 w 4956776"/>
              <a:gd name="connsiteY1" fmla="*/ 0 h 2043525"/>
              <a:gd name="connsiteX2" fmla="*/ 4956776 w 4956776"/>
              <a:gd name="connsiteY2" fmla="*/ 1892695 h 2043525"/>
              <a:gd name="connsiteX3" fmla="*/ 4805945 w 4956776"/>
              <a:gd name="connsiteY3" fmla="*/ 2043525 h 2043525"/>
              <a:gd name="connsiteX4" fmla="*/ 0 w 4956776"/>
              <a:gd name="connsiteY4" fmla="*/ 2043525 h 204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6776" h="2043525">
                <a:moveTo>
                  <a:pt x="0" y="0"/>
                </a:moveTo>
                <a:lnTo>
                  <a:pt x="4956776" y="0"/>
                </a:lnTo>
                <a:lnTo>
                  <a:pt x="4956776" y="1892695"/>
                </a:lnTo>
                <a:cubicBezTo>
                  <a:pt x="4956776" y="1975991"/>
                  <a:pt x="4889242" y="2043525"/>
                  <a:pt x="4805945" y="2043525"/>
                </a:cubicBezTo>
                <a:lnTo>
                  <a:pt x="0" y="2043525"/>
                </a:lnTo>
                <a:close/>
              </a:path>
            </a:pathLst>
          </a:custGeom>
          <a:solidFill>
            <a:schemeClr val="bg1"/>
          </a:solidFill>
        </p:spPr>
        <p:txBody>
          <a:bodyPr wrap="square" lIns="270000" tIns="270000" rIns="270000" anchor="t">
            <a:noAutofit/>
          </a:bodyPr>
          <a:lstStyle>
            <a:lvl1pPr marL="0" indent="0" algn="l">
              <a:lnSpc>
                <a:spcPct val="90000"/>
              </a:lnSpc>
              <a:defRPr sz="3000" b="1"/>
            </a:lvl1pPr>
          </a:lstStyle>
          <a:p>
            <a:r>
              <a:rPr lang="de-DE"/>
              <a:t>Mastertitelformat bearbeiten</a:t>
            </a:r>
            <a:endParaRPr lang="de-DE" dirty="0"/>
          </a:p>
        </p:txBody>
      </p:sp>
      <p:sp>
        <p:nvSpPr>
          <p:cNvPr id="3" name="Untertitel 2">
            <a:extLst>
              <a:ext uri="{FF2B5EF4-FFF2-40B4-BE49-F238E27FC236}">
                <a16:creationId xmlns:a16="http://schemas.microsoft.com/office/drawing/2014/main" id="{50D01F54-E3E9-4D6D-94DD-FB5979320586}"/>
              </a:ext>
            </a:extLst>
          </p:cNvPr>
          <p:cNvSpPr>
            <a:spLocks noGrp="1"/>
          </p:cNvSpPr>
          <p:nvPr>
            <p:ph type="subTitle" idx="1" hasCustomPrompt="1"/>
          </p:nvPr>
        </p:nvSpPr>
        <p:spPr bwMode="gray">
          <a:xfrm>
            <a:off x="896400" y="4573919"/>
            <a:ext cx="4316400" cy="605718"/>
          </a:xfrm>
        </p:spPr>
        <p:txBody>
          <a:bodyPr/>
          <a:lstStyle>
            <a:lvl1pPr marL="0" indent="0" algn="l">
              <a:lnSpc>
                <a:spcPct val="100000"/>
              </a:lnSpc>
              <a:spcBef>
                <a:spcPts val="0"/>
              </a:spcBef>
              <a:buNone/>
              <a:defRPr sz="1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Verfasser, Abteilung / vertraulich</a:t>
            </a:r>
            <a:br>
              <a:rPr lang="de-DE" dirty="0"/>
            </a:br>
            <a:r>
              <a:rPr lang="de-DE" dirty="0"/>
              <a:t>Ort, Datum</a:t>
            </a:r>
          </a:p>
        </p:txBody>
      </p:sp>
    </p:spTree>
    <p:extLst>
      <p:ext uri="{BB962C8B-B14F-4D97-AF65-F5344CB8AC3E}">
        <p14:creationId xmlns:p14="http://schemas.microsoft.com/office/powerpoint/2010/main" val="195189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2">
    <p:bg bwMode="gray">
      <p:bgRef idx="1001">
        <a:schemeClr val="bg1"/>
      </p:bgRef>
    </p:bg>
    <p:spTree>
      <p:nvGrpSpPr>
        <p:cNvPr id="1" name=""/>
        <p:cNvGrpSpPr/>
        <p:nvPr/>
      </p:nvGrpSpPr>
      <p:grpSpPr>
        <a:xfrm>
          <a:off x="0" y="0"/>
          <a:ext cx="0" cy="0"/>
          <a:chOff x="0" y="0"/>
          <a:chExt cx="0" cy="0"/>
        </a:xfrm>
      </p:grpSpPr>
      <p:sp>
        <p:nvSpPr>
          <p:cNvPr id="19" name="Bildplatzhalter 4">
            <a:extLst>
              <a:ext uri="{FF2B5EF4-FFF2-40B4-BE49-F238E27FC236}">
                <a16:creationId xmlns:a16="http://schemas.microsoft.com/office/drawing/2014/main" id="{1BB62738-7A62-42BC-809E-FF1D945AB595}"/>
              </a:ext>
            </a:extLst>
          </p:cNvPr>
          <p:cNvSpPr>
            <a:spLocks noGrp="1"/>
          </p:cNvSpPr>
          <p:nvPr>
            <p:ph type="pic" sz="quarter" idx="18"/>
          </p:nvPr>
        </p:nvSpPr>
        <p:spPr>
          <a:xfrm>
            <a:off x="0" y="0"/>
            <a:ext cx="10728325" cy="60340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17" name="Textplatzhalter 7">
            <a:extLst>
              <a:ext uri="{FF2B5EF4-FFF2-40B4-BE49-F238E27FC236}">
                <a16:creationId xmlns:a16="http://schemas.microsoft.com/office/drawing/2014/main" id="{3125AEA6-9116-49F0-91A4-63DCF71BFCCE}"/>
              </a:ext>
            </a:extLst>
          </p:cNvPr>
          <p:cNvSpPr>
            <a:spLocks noGrp="1"/>
          </p:cNvSpPr>
          <p:nvPr>
            <p:ph type="body" sz="quarter" idx="10" hasCustomPrompt="1"/>
          </p:nvPr>
        </p:nvSpPr>
        <p:spPr bwMode="gray">
          <a:xfrm>
            <a:off x="614933" y="3046521"/>
            <a:ext cx="6678000" cy="201600"/>
          </a:xfrm>
          <a:prstGeom prst="rect">
            <a:avLst/>
          </a:prstGeom>
          <a:blipFill>
            <a:blip r:embed="rId2"/>
            <a:stretch>
              <a:fillRect/>
            </a:stretch>
          </a:blipFill>
          <a:ln>
            <a:noFill/>
          </a:ln>
          <a:effectLst>
            <a:outerShdw blurRad="152400" dist="76200" dir="5400000" algn="t" rotWithShape="0">
              <a:srgbClr val="41484C">
                <a:alpha val="40000"/>
              </a:srgbClr>
            </a:outerShdw>
          </a:effectLst>
        </p:spPr>
        <p:txBody>
          <a:bodyPr wrap="square">
            <a:noAutofit/>
          </a:bodyPr>
          <a:lstStyle>
            <a:lvl1pPr marL="0" indent="0">
              <a:buNone/>
              <a:defRPr sz="600">
                <a:solidFill>
                  <a:schemeClr val="bg1"/>
                </a:solidFill>
              </a:defRPr>
            </a:lvl1pPr>
          </a:lstStyle>
          <a:p>
            <a:pPr lvl="0"/>
            <a:r>
              <a:rPr lang="de-DE" dirty="0"/>
              <a:t> </a:t>
            </a:r>
          </a:p>
        </p:txBody>
      </p:sp>
      <p:sp>
        <p:nvSpPr>
          <p:cNvPr id="18" name="Textplatzhalter 7">
            <a:extLst>
              <a:ext uri="{FF2B5EF4-FFF2-40B4-BE49-F238E27FC236}">
                <a16:creationId xmlns:a16="http://schemas.microsoft.com/office/drawing/2014/main" id="{A8B9C022-0E98-44A4-95E1-9ACB54405596}"/>
              </a:ext>
            </a:extLst>
          </p:cNvPr>
          <p:cNvSpPr>
            <a:spLocks noGrp="1"/>
          </p:cNvSpPr>
          <p:nvPr>
            <p:ph type="body" sz="quarter" idx="19" hasCustomPrompt="1"/>
          </p:nvPr>
        </p:nvSpPr>
        <p:spPr bwMode="gray">
          <a:xfrm>
            <a:off x="-1" y="1396"/>
            <a:ext cx="3322713" cy="913855"/>
          </a:xfrm>
          <a:prstGeom prst="rect">
            <a:avLst/>
          </a:prstGeom>
          <a:blipFill>
            <a:blip r:embed="rId3"/>
            <a:stretch>
              <a:fillRect/>
            </a:stretch>
          </a:blipFill>
        </p:spPr>
        <p:txBody>
          <a:bodyPr wrap="square">
            <a:noAutofit/>
          </a:bodyPr>
          <a:lstStyle>
            <a:lvl1pPr marL="0" indent="0">
              <a:buNone/>
              <a:defRPr sz="600">
                <a:solidFill>
                  <a:schemeClr val="bg1"/>
                </a:solidFill>
              </a:defRPr>
            </a:lvl1pPr>
          </a:lstStyle>
          <a:p>
            <a:pPr lvl="0"/>
            <a:r>
              <a:rPr lang="de-DE" dirty="0"/>
              <a:t> </a:t>
            </a:r>
          </a:p>
        </p:txBody>
      </p:sp>
      <p:sp>
        <p:nvSpPr>
          <p:cNvPr id="21" name="Textplatzhalter 8">
            <a:extLst>
              <a:ext uri="{FF2B5EF4-FFF2-40B4-BE49-F238E27FC236}">
                <a16:creationId xmlns:a16="http://schemas.microsoft.com/office/drawing/2014/main" id="{49250271-E3B3-40A7-B753-1F1A2192E13B}"/>
              </a:ext>
            </a:extLst>
          </p:cNvPr>
          <p:cNvSpPr>
            <a:spLocks noGrp="1"/>
          </p:cNvSpPr>
          <p:nvPr>
            <p:ph type="body" sz="quarter" idx="13" hasCustomPrompt="1"/>
          </p:nvPr>
        </p:nvSpPr>
        <p:spPr>
          <a:xfrm>
            <a:off x="5472113" y="5756345"/>
            <a:ext cx="4968876" cy="149591"/>
          </a:xfrm>
        </p:spPr>
        <p:txBody>
          <a:bodyPr anchor="b" anchorCtr="0"/>
          <a:lstStyle>
            <a:lvl1pPr marL="0" indent="0" algn="r">
              <a:lnSpc>
                <a:spcPct val="100000"/>
              </a:lnSpc>
              <a:spcBef>
                <a:spcPts val="0"/>
              </a:spcBef>
              <a:buNone/>
              <a:defRPr sz="700">
                <a:solidFill>
                  <a:schemeClr val="bg1"/>
                </a:solidFill>
              </a:defRPr>
            </a:lvl1pPr>
          </a:lstStyle>
          <a:p>
            <a:pPr lvl="0"/>
            <a:r>
              <a:rPr lang="de-DE" dirty="0"/>
              <a:t>Quelle</a:t>
            </a:r>
          </a:p>
        </p:txBody>
      </p:sp>
      <p:sp>
        <p:nvSpPr>
          <p:cNvPr id="5" name="Titel 4">
            <a:extLst>
              <a:ext uri="{FF2B5EF4-FFF2-40B4-BE49-F238E27FC236}">
                <a16:creationId xmlns:a16="http://schemas.microsoft.com/office/drawing/2014/main" id="{A97FE653-4E00-9535-A5F9-F1FC07B5D758}"/>
              </a:ext>
            </a:extLst>
          </p:cNvPr>
          <p:cNvSpPr>
            <a:spLocks noGrp="1"/>
          </p:cNvSpPr>
          <p:nvPr>
            <p:ph type="ctrTitle"/>
          </p:nvPr>
        </p:nvSpPr>
        <p:spPr bwMode="gray">
          <a:xfrm>
            <a:off x="614933" y="3313779"/>
            <a:ext cx="6678000" cy="2043525"/>
          </a:xfrm>
          <a:custGeom>
            <a:avLst/>
            <a:gdLst>
              <a:gd name="connsiteX0" fmla="*/ 0 w 6678000"/>
              <a:gd name="connsiteY0" fmla="*/ 0 h 2043525"/>
              <a:gd name="connsiteX1" fmla="*/ 1721224 w 6678000"/>
              <a:gd name="connsiteY1" fmla="*/ 0 h 2043525"/>
              <a:gd name="connsiteX2" fmla="*/ 4956776 w 6678000"/>
              <a:gd name="connsiteY2" fmla="*/ 0 h 2043525"/>
              <a:gd name="connsiteX3" fmla="*/ 6678000 w 6678000"/>
              <a:gd name="connsiteY3" fmla="*/ 0 h 2043525"/>
              <a:gd name="connsiteX4" fmla="*/ 6678000 w 6678000"/>
              <a:gd name="connsiteY4" fmla="*/ 1892695 h 2043525"/>
              <a:gd name="connsiteX5" fmla="*/ 6527169 w 6678000"/>
              <a:gd name="connsiteY5" fmla="*/ 2043525 h 2043525"/>
              <a:gd name="connsiteX6" fmla="*/ 4805945 w 6678000"/>
              <a:gd name="connsiteY6" fmla="*/ 2043525 h 2043525"/>
              <a:gd name="connsiteX7" fmla="*/ 1721224 w 6678000"/>
              <a:gd name="connsiteY7" fmla="*/ 2043525 h 2043525"/>
              <a:gd name="connsiteX8" fmla="*/ 0 w 6678000"/>
              <a:gd name="connsiteY8" fmla="*/ 2043525 h 2043525"/>
              <a:gd name="connsiteX0" fmla="*/ 0 w 6678000"/>
              <a:gd name="connsiteY0" fmla="*/ 0 h 2043525"/>
              <a:gd name="connsiteX1" fmla="*/ 4956776 w 6678000"/>
              <a:gd name="connsiteY1" fmla="*/ 0 h 2043525"/>
              <a:gd name="connsiteX2" fmla="*/ 6678000 w 6678000"/>
              <a:gd name="connsiteY2" fmla="*/ 0 h 2043525"/>
              <a:gd name="connsiteX3" fmla="*/ 6678000 w 6678000"/>
              <a:gd name="connsiteY3" fmla="*/ 1892695 h 2043525"/>
              <a:gd name="connsiteX4" fmla="*/ 6527169 w 6678000"/>
              <a:gd name="connsiteY4" fmla="*/ 2043525 h 2043525"/>
              <a:gd name="connsiteX5" fmla="*/ 4805945 w 6678000"/>
              <a:gd name="connsiteY5" fmla="*/ 2043525 h 2043525"/>
              <a:gd name="connsiteX6" fmla="*/ 1721224 w 6678000"/>
              <a:gd name="connsiteY6" fmla="*/ 2043525 h 2043525"/>
              <a:gd name="connsiteX7" fmla="*/ 0 w 6678000"/>
              <a:gd name="connsiteY7" fmla="*/ 2043525 h 2043525"/>
              <a:gd name="connsiteX8" fmla="*/ 0 w 6678000"/>
              <a:gd name="connsiteY8" fmla="*/ 0 h 2043525"/>
              <a:gd name="connsiteX0" fmla="*/ 0 w 6678000"/>
              <a:gd name="connsiteY0" fmla="*/ 0 h 2043525"/>
              <a:gd name="connsiteX1" fmla="*/ 6678000 w 6678000"/>
              <a:gd name="connsiteY1" fmla="*/ 0 h 2043525"/>
              <a:gd name="connsiteX2" fmla="*/ 6678000 w 6678000"/>
              <a:gd name="connsiteY2" fmla="*/ 1892695 h 2043525"/>
              <a:gd name="connsiteX3" fmla="*/ 6527169 w 6678000"/>
              <a:gd name="connsiteY3" fmla="*/ 2043525 h 2043525"/>
              <a:gd name="connsiteX4" fmla="*/ 4805945 w 6678000"/>
              <a:gd name="connsiteY4" fmla="*/ 2043525 h 2043525"/>
              <a:gd name="connsiteX5" fmla="*/ 1721224 w 6678000"/>
              <a:gd name="connsiteY5" fmla="*/ 2043525 h 2043525"/>
              <a:gd name="connsiteX6" fmla="*/ 0 w 6678000"/>
              <a:gd name="connsiteY6" fmla="*/ 2043525 h 2043525"/>
              <a:gd name="connsiteX7" fmla="*/ 0 w 6678000"/>
              <a:gd name="connsiteY7" fmla="*/ 0 h 2043525"/>
              <a:gd name="connsiteX0" fmla="*/ 0 w 6678000"/>
              <a:gd name="connsiteY0" fmla="*/ 0 h 2043525"/>
              <a:gd name="connsiteX1" fmla="*/ 6678000 w 6678000"/>
              <a:gd name="connsiteY1" fmla="*/ 0 h 2043525"/>
              <a:gd name="connsiteX2" fmla="*/ 6678000 w 6678000"/>
              <a:gd name="connsiteY2" fmla="*/ 1892695 h 2043525"/>
              <a:gd name="connsiteX3" fmla="*/ 6527169 w 6678000"/>
              <a:gd name="connsiteY3" fmla="*/ 2043525 h 2043525"/>
              <a:gd name="connsiteX4" fmla="*/ 1721224 w 6678000"/>
              <a:gd name="connsiteY4" fmla="*/ 2043525 h 2043525"/>
              <a:gd name="connsiteX5" fmla="*/ 0 w 6678000"/>
              <a:gd name="connsiteY5" fmla="*/ 2043525 h 2043525"/>
              <a:gd name="connsiteX6" fmla="*/ 0 w 6678000"/>
              <a:gd name="connsiteY6" fmla="*/ 0 h 2043525"/>
              <a:gd name="connsiteX0" fmla="*/ 0 w 6678000"/>
              <a:gd name="connsiteY0" fmla="*/ 0 h 2043525"/>
              <a:gd name="connsiteX1" fmla="*/ 6678000 w 6678000"/>
              <a:gd name="connsiteY1" fmla="*/ 0 h 2043525"/>
              <a:gd name="connsiteX2" fmla="*/ 6678000 w 6678000"/>
              <a:gd name="connsiteY2" fmla="*/ 1892695 h 2043525"/>
              <a:gd name="connsiteX3" fmla="*/ 6527169 w 6678000"/>
              <a:gd name="connsiteY3" fmla="*/ 2043525 h 2043525"/>
              <a:gd name="connsiteX4" fmla="*/ 0 w 6678000"/>
              <a:gd name="connsiteY4" fmla="*/ 2043525 h 2043525"/>
              <a:gd name="connsiteX5" fmla="*/ 0 w 6678000"/>
              <a:gd name="connsiteY5" fmla="*/ 0 h 204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8000" h="2043525">
                <a:moveTo>
                  <a:pt x="0" y="0"/>
                </a:moveTo>
                <a:lnTo>
                  <a:pt x="6678000" y="0"/>
                </a:lnTo>
                <a:lnTo>
                  <a:pt x="6678000" y="1892695"/>
                </a:lnTo>
                <a:cubicBezTo>
                  <a:pt x="6678000" y="1975991"/>
                  <a:pt x="6610466" y="2043525"/>
                  <a:pt x="6527169" y="2043525"/>
                </a:cubicBezTo>
                <a:lnTo>
                  <a:pt x="0" y="2043525"/>
                </a:lnTo>
                <a:lnTo>
                  <a:pt x="0" y="0"/>
                </a:lnTo>
                <a:close/>
              </a:path>
            </a:pathLst>
          </a:custGeom>
          <a:solidFill>
            <a:schemeClr val="bg1"/>
          </a:solidFill>
        </p:spPr>
        <p:txBody>
          <a:bodyPr wrap="square" lIns="270000" tIns="270000" rIns="270000" anchor="t">
            <a:noAutofit/>
          </a:bodyPr>
          <a:lstStyle>
            <a:lvl1pPr marL="0" indent="0" algn="l">
              <a:lnSpc>
                <a:spcPct val="90000"/>
              </a:lnSpc>
              <a:defRPr sz="3000" b="1"/>
            </a:lvl1pPr>
          </a:lstStyle>
          <a:p>
            <a:r>
              <a:rPr lang="de-DE"/>
              <a:t>Mastertitelformat bearbeiten</a:t>
            </a:r>
            <a:endParaRPr lang="de-DE" dirty="0"/>
          </a:p>
        </p:txBody>
      </p:sp>
      <p:sp>
        <p:nvSpPr>
          <p:cNvPr id="3" name="Untertitel 2">
            <a:extLst>
              <a:ext uri="{FF2B5EF4-FFF2-40B4-BE49-F238E27FC236}">
                <a16:creationId xmlns:a16="http://schemas.microsoft.com/office/drawing/2014/main" id="{50D01F54-E3E9-4D6D-94DD-FB5979320586}"/>
              </a:ext>
            </a:extLst>
          </p:cNvPr>
          <p:cNvSpPr>
            <a:spLocks noGrp="1"/>
          </p:cNvSpPr>
          <p:nvPr>
            <p:ph type="subTitle" idx="1" hasCustomPrompt="1"/>
          </p:nvPr>
        </p:nvSpPr>
        <p:spPr bwMode="gray">
          <a:xfrm>
            <a:off x="896400" y="4573919"/>
            <a:ext cx="6120000" cy="605718"/>
          </a:xfrm>
        </p:spPr>
        <p:txBody>
          <a:bodyPr/>
          <a:lstStyle>
            <a:lvl1pPr marL="0" indent="0" algn="l">
              <a:lnSpc>
                <a:spcPct val="100000"/>
              </a:lnSpc>
              <a:spcBef>
                <a:spcPts val="0"/>
              </a:spcBef>
              <a:buNone/>
              <a:defRPr sz="1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Verfasser, Abteilung / vertraulich</a:t>
            </a:r>
            <a:br>
              <a:rPr lang="de-DE" dirty="0"/>
            </a:br>
            <a:r>
              <a:rPr lang="de-DE" dirty="0"/>
              <a:t>Ort, Datum</a:t>
            </a:r>
          </a:p>
        </p:txBody>
      </p:sp>
    </p:spTree>
    <p:extLst>
      <p:ext uri="{BB962C8B-B14F-4D97-AF65-F5344CB8AC3E}">
        <p14:creationId xmlns:p14="http://schemas.microsoft.com/office/powerpoint/2010/main" val="2421806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A4E17B-02BE-4301-8401-FDD3F1C86DC8}"/>
              </a:ext>
            </a:extLst>
          </p:cNvPr>
          <p:cNvSpPr>
            <a:spLocks noGrp="1"/>
          </p:cNvSpPr>
          <p:nvPr>
            <p:ph type="title"/>
          </p:nvPr>
        </p:nvSpPr>
        <p:spPr bwMode="gray"/>
        <p:txBody>
          <a:bodyPr/>
          <a:lstStyle/>
          <a:p>
            <a:r>
              <a:rPr lang="de-DE"/>
              <a:t>Mastertitelformat bearbeiten</a:t>
            </a:r>
            <a:endParaRPr lang="de-DE" dirty="0"/>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B60BB52B-B199-AE44-577B-D85B821A5EEF}"/>
              </a:ext>
            </a:extLst>
          </p:cNvPr>
          <p:cNvSpPr>
            <a:spLocks noGrp="1"/>
          </p:cNvSpPr>
          <p:nvPr>
            <p:ph type="ftr" sz="quarter" idx="19"/>
          </p:nvPr>
        </p:nvSpPr>
        <p:spPr/>
        <p:txBody>
          <a:bodyPr/>
          <a:lstStyle/>
          <a:p>
            <a:r>
              <a:rPr lang="de-DE"/>
              <a:t>DevSecOps Perspektive: Menschen</a:t>
            </a:r>
            <a:endParaRPr lang="de-DE" dirty="0"/>
          </a:p>
        </p:txBody>
      </p:sp>
      <p:sp>
        <p:nvSpPr>
          <p:cNvPr id="6" name="Textplatzhalter 10">
            <a:extLst>
              <a:ext uri="{FF2B5EF4-FFF2-40B4-BE49-F238E27FC236}">
                <a16:creationId xmlns:a16="http://schemas.microsoft.com/office/drawing/2014/main" id="{3B2EC89F-B789-B13E-1A63-828CD4C38094}"/>
              </a:ext>
            </a:extLst>
          </p:cNvPr>
          <p:cNvSpPr>
            <a:spLocks noGrp="1"/>
          </p:cNvSpPr>
          <p:nvPr>
            <p:ph type="body" sz="quarter" idx="15"/>
          </p:nvPr>
        </p:nvSpPr>
        <p:spPr>
          <a:xfrm>
            <a:off x="287338" y="1295201"/>
            <a:ext cx="10151268" cy="4278511"/>
          </a:xfrm>
        </p:spPr>
        <p:txBody>
          <a:bodyPr/>
          <a:lstStyle>
            <a:lvl1pPr marL="317500" indent="-317500">
              <a:buFont typeface="+mj-lt"/>
              <a:buAutoNum type="arabicPeriod"/>
              <a:defRPr sz="2000">
                <a:solidFill>
                  <a:schemeClr val="accent1"/>
                </a:solidFill>
              </a:defRPr>
            </a:lvl1pPr>
          </a:lstStyle>
          <a:p>
            <a:pPr lvl="0"/>
            <a:r>
              <a:rPr lang="de-DE"/>
              <a:t>Mastertextformat bearbeiten</a:t>
            </a:r>
          </a:p>
        </p:txBody>
      </p:sp>
    </p:spTree>
    <p:extLst>
      <p:ext uri="{BB962C8B-B14F-4D97-AF65-F5344CB8AC3E}">
        <p14:creationId xmlns:p14="http://schemas.microsoft.com/office/powerpoint/2010/main" val="2614368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Inhalt">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A4E17B-02BE-4301-8401-FDD3F1C86DC8}"/>
              </a:ext>
            </a:extLst>
          </p:cNvPr>
          <p:cNvSpPr>
            <a:spLocks noGrp="1"/>
          </p:cNvSpPr>
          <p:nvPr>
            <p:ph type="title"/>
          </p:nvPr>
        </p:nvSpPr>
        <p:spPr bwMode="gray"/>
        <p:txBody>
          <a:bodyPr/>
          <a:lstStyle/>
          <a:p>
            <a:r>
              <a:rPr lang="de-DE" dirty="0"/>
              <a:t>Mastertitelformat bearbeiten</a:t>
            </a:r>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11" name="Textplatzhalter 10">
            <a:extLst>
              <a:ext uri="{FF2B5EF4-FFF2-40B4-BE49-F238E27FC236}">
                <a16:creationId xmlns:a16="http://schemas.microsoft.com/office/drawing/2014/main" id="{82B579BD-3C39-45EA-9C3E-D015E233DF95}"/>
              </a:ext>
            </a:extLst>
          </p:cNvPr>
          <p:cNvSpPr>
            <a:spLocks noGrp="1"/>
          </p:cNvSpPr>
          <p:nvPr>
            <p:ph type="body" sz="quarter" idx="15"/>
          </p:nvPr>
        </p:nvSpPr>
        <p:spPr>
          <a:xfrm>
            <a:off x="287338" y="1319498"/>
            <a:ext cx="10151268" cy="4254215"/>
          </a:xfrm>
        </p:spPr>
        <p:txBody>
          <a:body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B60BB52B-B199-AE44-577B-D85B821A5EEF}"/>
              </a:ext>
            </a:extLst>
          </p:cNvPr>
          <p:cNvSpPr>
            <a:spLocks noGrp="1"/>
          </p:cNvSpPr>
          <p:nvPr>
            <p:ph type="ftr" sz="quarter" idx="19"/>
          </p:nvPr>
        </p:nvSpPr>
        <p:spPr/>
        <p:txBody>
          <a:bodyPr/>
          <a:lstStyle/>
          <a:p>
            <a:r>
              <a:rPr lang="de-DE"/>
              <a:t>DevSecOps Perspektive: Menschen</a:t>
            </a:r>
            <a:endParaRPr lang="de-DE" dirty="0"/>
          </a:p>
        </p:txBody>
      </p:sp>
    </p:spTree>
    <p:extLst>
      <p:ext uri="{BB962C8B-B14F-4D97-AF65-F5344CB8AC3E}">
        <p14:creationId xmlns:p14="http://schemas.microsoft.com/office/powerpoint/2010/main" val="1852020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ur Titel">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p>
            <a:r>
              <a:rPr lang="de-DE"/>
              <a:t>Mastertitelformat bearbeiten</a:t>
            </a:r>
          </a:p>
        </p:txBody>
      </p:sp>
      <p:sp>
        <p:nvSpPr>
          <p:cNvPr id="7" name="Textplatzhalter 8">
            <a:extLst>
              <a:ext uri="{FF2B5EF4-FFF2-40B4-BE49-F238E27FC236}">
                <a16:creationId xmlns:a16="http://schemas.microsoft.com/office/drawing/2014/main" id="{DFAD501C-EF85-4FDB-9C84-740225F3EF15}"/>
              </a:ext>
            </a:extLst>
          </p:cNvPr>
          <p:cNvSpPr>
            <a:spLocks noGrp="1"/>
          </p:cNvSpPr>
          <p:nvPr>
            <p:ph type="body" sz="quarter" idx="14"/>
          </p:nvPr>
        </p:nvSpPr>
        <p:spPr>
          <a:xfrm>
            <a:off x="287339" y="604776"/>
            <a:ext cx="10153648"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F5DBA9BC-DBFA-6DCE-0F33-5C7DE72EB559}"/>
              </a:ext>
            </a:extLst>
          </p:cNvPr>
          <p:cNvSpPr>
            <a:spLocks noGrp="1"/>
          </p:cNvSpPr>
          <p:nvPr>
            <p:ph type="ftr" sz="quarter" idx="18"/>
          </p:nvPr>
        </p:nvSpPr>
        <p:spPr/>
        <p:txBody>
          <a:bodyPr/>
          <a:lstStyle/>
          <a:p>
            <a:r>
              <a:rPr lang="de-DE"/>
              <a:t>DevSecOps Perspektive: Menschen</a:t>
            </a:r>
            <a:endParaRPr lang="de-DE" dirty="0"/>
          </a:p>
        </p:txBody>
      </p:sp>
    </p:spTree>
    <p:extLst>
      <p:ext uri="{BB962C8B-B14F-4D97-AF65-F5344CB8AC3E}">
        <p14:creationId xmlns:p14="http://schemas.microsoft.com/office/powerpoint/2010/main" val="1125122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 und Inhalt">
    <p:bg bwMode="gray">
      <p:bgRef idx="1001">
        <a:schemeClr val="bg1"/>
      </p:bgRef>
    </p:bg>
    <p:spTree>
      <p:nvGrpSpPr>
        <p:cNvPr id="1" name=""/>
        <p:cNvGrpSpPr/>
        <p:nvPr/>
      </p:nvGrpSpPr>
      <p:grpSpPr>
        <a:xfrm>
          <a:off x="0" y="0"/>
          <a:ext cx="0" cy="0"/>
          <a:chOff x="0" y="0"/>
          <a:chExt cx="0" cy="0"/>
        </a:xfrm>
      </p:grpSpPr>
      <p:sp>
        <p:nvSpPr>
          <p:cNvPr id="7" name="Bildplatzhalter 4">
            <a:extLst>
              <a:ext uri="{FF2B5EF4-FFF2-40B4-BE49-F238E27FC236}">
                <a16:creationId xmlns:a16="http://schemas.microsoft.com/office/drawing/2014/main" id="{0B5ED292-F335-441C-B517-42B5322ADCD2}"/>
              </a:ext>
            </a:extLst>
          </p:cNvPr>
          <p:cNvSpPr>
            <a:spLocks noGrp="1"/>
          </p:cNvSpPr>
          <p:nvPr>
            <p:ph type="pic" sz="quarter" idx="19"/>
          </p:nvPr>
        </p:nvSpPr>
        <p:spPr>
          <a:xfrm>
            <a:off x="1" y="0"/>
            <a:ext cx="5364162" cy="6034088"/>
          </a:xfrm>
          <a:solidFill>
            <a:schemeClr val="bg1">
              <a:lumMod val="85000"/>
            </a:schemeClr>
          </a:solidFill>
        </p:spPr>
        <p:txBody>
          <a:bodyPr anchor="ctr"/>
          <a:lstStyle>
            <a:lvl1pPr marL="0" indent="0" algn="ctr">
              <a:buNone/>
              <a:defRPr/>
            </a:lvl1pPr>
          </a:lstStyle>
          <a:p>
            <a:r>
              <a:rPr lang="de-DE"/>
              <a:t>Bild durch Klicken auf Symbol hinzufügen</a:t>
            </a:r>
            <a:endParaRPr lang="de-DE" dirty="0"/>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4968875"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11" name="Textplatzhalter 10">
            <a:extLst>
              <a:ext uri="{FF2B5EF4-FFF2-40B4-BE49-F238E27FC236}">
                <a16:creationId xmlns:a16="http://schemas.microsoft.com/office/drawing/2014/main" id="{82B579BD-3C39-45EA-9C3E-D015E233DF95}"/>
              </a:ext>
            </a:extLst>
          </p:cNvPr>
          <p:cNvSpPr>
            <a:spLocks noGrp="1"/>
          </p:cNvSpPr>
          <p:nvPr>
            <p:ph type="body" sz="quarter" idx="15"/>
          </p:nvPr>
        </p:nvSpPr>
        <p:spPr>
          <a:xfrm>
            <a:off x="5688013" y="226395"/>
            <a:ext cx="4750593" cy="5347318"/>
          </a:xfrm>
        </p:spPr>
        <p:txBody>
          <a:body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5" name="Titel 4">
            <a:extLst>
              <a:ext uri="{FF2B5EF4-FFF2-40B4-BE49-F238E27FC236}">
                <a16:creationId xmlns:a16="http://schemas.microsoft.com/office/drawing/2014/main" id="{E274B11F-CAEB-1008-12C5-A5CD7340CA08}"/>
              </a:ext>
            </a:extLst>
          </p:cNvPr>
          <p:cNvSpPr>
            <a:spLocks noGrp="1"/>
          </p:cNvSpPr>
          <p:nvPr>
            <p:ph type="title"/>
          </p:nvPr>
        </p:nvSpPr>
        <p:spPr>
          <a:xfrm>
            <a:off x="287338" y="226395"/>
            <a:ext cx="4968875" cy="378381"/>
          </a:xfrm>
        </p:spPr>
        <p:txBody>
          <a:bodyPr/>
          <a:lstStyle>
            <a:lvl1pPr>
              <a:defRPr>
                <a:solidFill>
                  <a:schemeClr val="bg1"/>
                </a:solidFill>
              </a:defRPr>
            </a:lvl1pPr>
          </a:lstStyle>
          <a:p>
            <a:r>
              <a:rPr lang="de-DE"/>
              <a:t>Mastertitelformat bearbeiten</a:t>
            </a:r>
            <a:endParaRPr lang="de-DE" dirty="0"/>
          </a:p>
        </p:txBody>
      </p:sp>
      <p:sp>
        <p:nvSpPr>
          <p:cNvPr id="2" name="Textplatzhalter 8">
            <a:extLst>
              <a:ext uri="{FF2B5EF4-FFF2-40B4-BE49-F238E27FC236}">
                <a16:creationId xmlns:a16="http://schemas.microsoft.com/office/drawing/2014/main" id="{99746C05-1A6C-D73C-2270-1D3158BE6E89}"/>
              </a:ext>
            </a:extLst>
          </p:cNvPr>
          <p:cNvSpPr>
            <a:spLocks noGrp="1"/>
          </p:cNvSpPr>
          <p:nvPr>
            <p:ph type="body" sz="quarter" idx="21" hasCustomPrompt="1"/>
          </p:nvPr>
        </p:nvSpPr>
        <p:spPr>
          <a:xfrm>
            <a:off x="287338" y="5654961"/>
            <a:ext cx="4968875" cy="251653"/>
          </a:xfrm>
        </p:spPr>
        <p:txBody>
          <a:bodyPr anchor="b"/>
          <a:lstStyle>
            <a:lvl1pPr marL="0" indent="0">
              <a:lnSpc>
                <a:spcPct val="95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4245315680"/>
      </p:ext>
    </p:extLst>
  </p:cSld>
  <p:clrMapOvr>
    <a:masterClrMapping/>
  </p:clrMapOvr>
  <p:extLst>
    <p:ext uri="{DCECCB84-F9BA-43D5-87BE-67443E8EF086}">
      <p15:sldGuideLst xmlns:p15="http://schemas.microsoft.com/office/powerpoint/2012/main">
        <p15:guide id="1" pos="3379" userDrawn="1">
          <p15:clr>
            <a:srgbClr val="FBAE40"/>
          </p15:clr>
        </p15:guide>
        <p15:guide id="2" pos="358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ld und Diagramm">
    <p:bg bwMode="gray">
      <p:bgRef idx="1001">
        <a:schemeClr val="bg1"/>
      </p:bgRef>
    </p:bg>
    <p:spTree>
      <p:nvGrpSpPr>
        <p:cNvPr id="1" name=""/>
        <p:cNvGrpSpPr/>
        <p:nvPr/>
      </p:nvGrpSpPr>
      <p:grpSpPr>
        <a:xfrm>
          <a:off x="0" y="0"/>
          <a:ext cx="0" cy="0"/>
          <a:chOff x="0" y="0"/>
          <a:chExt cx="0" cy="0"/>
        </a:xfrm>
      </p:grpSpPr>
      <p:sp>
        <p:nvSpPr>
          <p:cNvPr id="7" name="Bildplatzhalter 4">
            <a:extLst>
              <a:ext uri="{FF2B5EF4-FFF2-40B4-BE49-F238E27FC236}">
                <a16:creationId xmlns:a16="http://schemas.microsoft.com/office/drawing/2014/main" id="{0B5ED292-F335-441C-B517-42B5322ADCD2}"/>
              </a:ext>
            </a:extLst>
          </p:cNvPr>
          <p:cNvSpPr>
            <a:spLocks noGrp="1"/>
          </p:cNvSpPr>
          <p:nvPr>
            <p:ph type="pic" sz="quarter" idx="19"/>
          </p:nvPr>
        </p:nvSpPr>
        <p:spPr>
          <a:xfrm>
            <a:off x="1" y="0"/>
            <a:ext cx="5364162" cy="60340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4968875"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9" name="Diagrammplatzhalter 8">
            <a:extLst>
              <a:ext uri="{FF2B5EF4-FFF2-40B4-BE49-F238E27FC236}">
                <a16:creationId xmlns:a16="http://schemas.microsoft.com/office/drawing/2014/main" id="{B2019A2E-8334-4702-8572-297F1AB92454}"/>
              </a:ext>
            </a:extLst>
          </p:cNvPr>
          <p:cNvSpPr>
            <a:spLocks noGrp="1"/>
          </p:cNvSpPr>
          <p:nvPr>
            <p:ph type="chart" sz="quarter" idx="20"/>
          </p:nvPr>
        </p:nvSpPr>
        <p:spPr>
          <a:xfrm>
            <a:off x="5688012" y="226395"/>
            <a:ext cx="4750593" cy="5347318"/>
          </a:xfrm>
        </p:spPr>
        <p:txBody>
          <a:bodyPr/>
          <a:lstStyle/>
          <a:p>
            <a:r>
              <a:rPr lang="de-DE"/>
              <a:t>Diagramm durch Klicken auf Symbol hinzufügen</a:t>
            </a:r>
            <a:endParaRPr lang="de-DE" dirty="0"/>
          </a:p>
        </p:txBody>
      </p:sp>
      <p:sp>
        <p:nvSpPr>
          <p:cNvPr id="5" name="Titel 4">
            <a:extLst>
              <a:ext uri="{FF2B5EF4-FFF2-40B4-BE49-F238E27FC236}">
                <a16:creationId xmlns:a16="http://schemas.microsoft.com/office/drawing/2014/main" id="{7FABA344-E344-AA10-FC1D-9ED5B8332898}"/>
              </a:ext>
            </a:extLst>
          </p:cNvPr>
          <p:cNvSpPr>
            <a:spLocks noGrp="1"/>
          </p:cNvSpPr>
          <p:nvPr>
            <p:ph type="title"/>
          </p:nvPr>
        </p:nvSpPr>
        <p:spPr>
          <a:xfrm>
            <a:off x="287338" y="226395"/>
            <a:ext cx="4968875" cy="378381"/>
          </a:xfrm>
        </p:spPr>
        <p:txBody>
          <a:bodyPr/>
          <a:lstStyle>
            <a:lvl1pPr>
              <a:defRPr>
                <a:solidFill>
                  <a:schemeClr val="bg1"/>
                </a:solidFill>
              </a:defRPr>
            </a:lvl1pPr>
          </a:lstStyle>
          <a:p>
            <a:r>
              <a:rPr lang="de-DE"/>
              <a:t>Mastertitelformat bearbeiten</a:t>
            </a:r>
            <a:endParaRPr lang="de-DE" dirty="0"/>
          </a:p>
        </p:txBody>
      </p:sp>
      <p:sp>
        <p:nvSpPr>
          <p:cNvPr id="2" name="Textplatzhalter 8">
            <a:extLst>
              <a:ext uri="{FF2B5EF4-FFF2-40B4-BE49-F238E27FC236}">
                <a16:creationId xmlns:a16="http://schemas.microsoft.com/office/drawing/2014/main" id="{DB281425-0C91-0233-CB4C-3A7C904E7098}"/>
              </a:ext>
            </a:extLst>
          </p:cNvPr>
          <p:cNvSpPr>
            <a:spLocks noGrp="1"/>
          </p:cNvSpPr>
          <p:nvPr>
            <p:ph type="body" sz="quarter" idx="21" hasCustomPrompt="1"/>
          </p:nvPr>
        </p:nvSpPr>
        <p:spPr>
          <a:xfrm>
            <a:off x="287338" y="5654961"/>
            <a:ext cx="4968875" cy="251653"/>
          </a:xfrm>
        </p:spPr>
        <p:txBody>
          <a:bodyPr anchor="b"/>
          <a:lstStyle>
            <a:lvl1pPr marL="0" indent="0">
              <a:lnSpc>
                <a:spcPct val="95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1047611489"/>
      </p:ext>
    </p:extLst>
  </p:cSld>
  <p:clrMapOvr>
    <a:masterClrMapping/>
  </p:clrMapOvr>
  <p:extLst>
    <p:ext uri="{DCECCB84-F9BA-43D5-87BE-67443E8EF086}">
      <p15:sldGuideLst xmlns:p15="http://schemas.microsoft.com/office/powerpoint/2012/main">
        <p15:guide id="1" pos="3379" userDrawn="1">
          <p15:clr>
            <a:srgbClr val="FBAE40"/>
          </p15:clr>
        </p15:guide>
        <p15:guide id="2" pos="35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und Bild (rechts)">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A4E17B-02BE-4301-8401-FDD3F1C86DC8}"/>
              </a:ext>
            </a:extLst>
          </p:cNvPr>
          <p:cNvSpPr>
            <a:spLocks noGrp="1"/>
          </p:cNvSpPr>
          <p:nvPr>
            <p:ph type="title"/>
          </p:nvPr>
        </p:nvSpPr>
        <p:spPr bwMode="gray"/>
        <p:txBody>
          <a:bodyPr/>
          <a:lstStyle/>
          <a:p>
            <a:r>
              <a:rPr lang="de-DE"/>
              <a:t>Mastertitelformat bearbeiten</a:t>
            </a:r>
            <a:endParaRPr lang="de-DE" dirty="0"/>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11" name="Textplatzhalter 10">
            <a:extLst>
              <a:ext uri="{FF2B5EF4-FFF2-40B4-BE49-F238E27FC236}">
                <a16:creationId xmlns:a16="http://schemas.microsoft.com/office/drawing/2014/main" id="{82B579BD-3C39-45EA-9C3E-D015E233DF95}"/>
              </a:ext>
            </a:extLst>
          </p:cNvPr>
          <p:cNvSpPr>
            <a:spLocks noGrp="1"/>
          </p:cNvSpPr>
          <p:nvPr>
            <p:ph type="body" sz="quarter" idx="15"/>
          </p:nvPr>
        </p:nvSpPr>
        <p:spPr>
          <a:xfrm>
            <a:off x="287338" y="1319498"/>
            <a:ext cx="4968875" cy="4254215"/>
          </a:xfrm>
        </p:spPr>
        <p:txBody>
          <a:body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B60BB52B-B199-AE44-577B-D85B821A5EEF}"/>
              </a:ext>
            </a:extLst>
          </p:cNvPr>
          <p:cNvSpPr>
            <a:spLocks noGrp="1"/>
          </p:cNvSpPr>
          <p:nvPr>
            <p:ph type="ftr" sz="quarter" idx="19"/>
          </p:nvPr>
        </p:nvSpPr>
        <p:spPr/>
        <p:txBody>
          <a:bodyPr/>
          <a:lstStyle/>
          <a:p>
            <a:r>
              <a:rPr lang="de-DE"/>
              <a:t>DevSecOps Perspektive: Menschen</a:t>
            </a:r>
            <a:endParaRPr lang="de-DE" dirty="0"/>
          </a:p>
        </p:txBody>
      </p:sp>
      <p:sp>
        <p:nvSpPr>
          <p:cNvPr id="6" name="Bildplatzhalter 4">
            <a:extLst>
              <a:ext uri="{FF2B5EF4-FFF2-40B4-BE49-F238E27FC236}">
                <a16:creationId xmlns:a16="http://schemas.microsoft.com/office/drawing/2014/main" id="{3AD5D13A-6E79-B258-1529-1B1DC9BABF0E}"/>
              </a:ext>
            </a:extLst>
          </p:cNvPr>
          <p:cNvSpPr>
            <a:spLocks noGrp="1"/>
          </p:cNvSpPr>
          <p:nvPr>
            <p:ph type="pic" sz="quarter" idx="25"/>
          </p:nvPr>
        </p:nvSpPr>
        <p:spPr>
          <a:xfrm>
            <a:off x="5472113" y="1360487"/>
            <a:ext cx="4968875" cy="4213225"/>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7" name="Textplatzhalter 8">
            <a:extLst>
              <a:ext uri="{FF2B5EF4-FFF2-40B4-BE49-F238E27FC236}">
                <a16:creationId xmlns:a16="http://schemas.microsoft.com/office/drawing/2014/main" id="{EF1E6D07-C419-C153-33AB-35D6452201F5}"/>
              </a:ext>
            </a:extLst>
          </p:cNvPr>
          <p:cNvSpPr>
            <a:spLocks noGrp="1"/>
          </p:cNvSpPr>
          <p:nvPr>
            <p:ph type="body" sz="quarter" idx="31" hasCustomPrompt="1"/>
          </p:nvPr>
        </p:nvSpPr>
        <p:spPr>
          <a:xfrm>
            <a:off x="5472113" y="5380316"/>
            <a:ext cx="4968875" cy="193396"/>
          </a:xfrm>
        </p:spPr>
        <p:txBody>
          <a:bodyPr lIns="72000" rIns="72000" bIns="18000" anchor="b"/>
          <a:lstStyle>
            <a:lvl1pPr marL="0" indent="0">
              <a:lnSpc>
                <a:spcPct val="95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3646411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Bilder">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A4E17B-02BE-4301-8401-FDD3F1C86DC8}"/>
              </a:ext>
            </a:extLst>
          </p:cNvPr>
          <p:cNvSpPr>
            <a:spLocks noGrp="1"/>
          </p:cNvSpPr>
          <p:nvPr>
            <p:ph type="title"/>
          </p:nvPr>
        </p:nvSpPr>
        <p:spPr bwMode="gray"/>
        <p:txBody>
          <a:bodyPr/>
          <a:lstStyle/>
          <a:p>
            <a:r>
              <a:rPr lang="de-DE"/>
              <a:t>Mastertitelformat bearbeiten</a:t>
            </a:r>
            <a:endParaRPr lang="de-DE" dirty="0"/>
          </a:p>
        </p:txBody>
      </p:sp>
      <p:sp>
        <p:nvSpPr>
          <p:cNvPr id="8" name="Textplatzhalter 8">
            <a:extLst>
              <a:ext uri="{FF2B5EF4-FFF2-40B4-BE49-F238E27FC236}">
                <a16:creationId xmlns:a16="http://schemas.microsoft.com/office/drawing/2014/main" id="{35F30178-C4D7-4483-9585-7B605759D96D}"/>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4" name="Foliennummernplatzhalter 3">
            <a:extLst>
              <a:ext uri="{FF2B5EF4-FFF2-40B4-BE49-F238E27FC236}">
                <a16:creationId xmlns:a16="http://schemas.microsoft.com/office/drawing/2014/main" id="{B980B1FD-D55D-4EF5-AB9F-634E6057FC6E}"/>
              </a:ext>
            </a:extLst>
          </p:cNvPr>
          <p:cNvSpPr>
            <a:spLocks noGrp="1"/>
          </p:cNvSpPr>
          <p:nvPr>
            <p:ph type="sldNum" sz="quarter" idx="18"/>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B60BB52B-B199-AE44-577B-D85B821A5EEF}"/>
              </a:ext>
            </a:extLst>
          </p:cNvPr>
          <p:cNvSpPr>
            <a:spLocks noGrp="1"/>
          </p:cNvSpPr>
          <p:nvPr>
            <p:ph type="ftr" sz="quarter" idx="19"/>
          </p:nvPr>
        </p:nvSpPr>
        <p:spPr/>
        <p:txBody>
          <a:bodyPr/>
          <a:lstStyle/>
          <a:p>
            <a:r>
              <a:rPr lang="de-DE"/>
              <a:t>DevSecOps Perspektive: Menschen</a:t>
            </a:r>
            <a:endParaRPr lang="de-DE" dirty="0"/>
          </a:p>
        </p:txBody>
      </p:sp>
      <p:sp>
        <p:nvSpPr>
          <p:cNvPr id="6" name="Bildplatzhalter 4">
            <a:extLst>
              <a:ext uri="{FF2B5EF4-FFF2-40B4-BE49-F238E27FC236}">
                <a16:creationId xmlns:a16="http://schemas.microsoft.com/office/drawing/2014/main" id="{3AD5D13A-6E79-B258-1529-1B1DC9BABF0E}"/>
              </a:ext>
            </a:extLst>
          </p:cNvPr>
          <p:cNvSpPr>
            <a:spLocks noGrp="1"/>
          </p:cNvSpPr>
          <p:nvPr>
            <p:ph type="pic" sz="quarter" idx="25"/>
          </p:nvPr>
        </p:nvSpPr>
        <p:spPr>
          <a:xfrm>
            <a:off x="5472113" y="1360487"/>
            <a:ext cx="4968875" cy="2376637"/>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7" name="Textplatzhalter 8">
            <a:extLst>
              <a:ext uri="{FF2B5EF4-FFF2-40B4-BE49-F238E27FC236}">
                <a16:creationId xmlns:a16="http://schemas.microsoft.com/office/drawing/2014/main" id="{EF1E6D07-C419-C153-33AB-35D6452201F5}"/>
              </a:ext>
            </a:extLst>
          </p:cNvPr>
          <p:cNvSpPr>
            <a:spLocks noGrp="1"/>
          </p:cNvSpPr>
          <p:nvPr>
            <p:ph type="body" sz="quarter" idx="31" hasCustomPrompt="1"/>
          </p:nvPr>
        </p:nvSpPr>
        <p:spPr>
          <a:xfrm>
            <a:off x="5472113" y="3543728"/>
            <a:ext cx="4968875" cy="193396"/>
          </a:xfrm>
        </p:spPr>
        <p:txBody>
          <a:bodyPr lIns="72000" rIns="72000" bIns="18000" anchor="b"/>
          <a:lstStyle>
            <a:lvl1pPr marL="0" indent="0">
              <a:lnSpc>
                <a:spcPct val="95000"/>
              </a:lnSpc>
              <a:spcBef>
                <a:spcPts val="0"/>
              </a:spcBef>
              <a:buNone/>
              <a:defRPr sz="700">
                <a:solidFill>
                  <a:schemeClr val="bg1"/>
                </a:solidFill>
              </a:defRPr>
            </a:lvl1pPr>
          </a:lstStyle>
          <a:p>
            <a:pPr lvl="0"/>
            <a:r>
              <a:rPr lang="de-DE" dirty="0"/>
              <a:t>Quelle</a:t>
            </a:r>
          </a:p>
        </p:txBody>
      </p:sp>
      <p:sp>
        <p:nvSpPr>
          <p:cNvPr id="9" name="Bildplatzhalter 4">
            <a:extLst>
              <a:ext uri="{FF2B5EF4-FFF2-40B4-BE49-F238E27FC236}">
                <a16:creationId xmlns:a16="http://schemas.microsoft.com/office/drawing/2014/main" id="{7D99AE11-4813-0A99-09C3-DDCC3D99B8C0}"/>
              </a:ext>
            </a:extLst>
          </p:cNvPr>
          <p:cNvSpPr>
            <a:spLocks noGrp="1"/>
          </p:cNvSpPr>
          <p:nvPr>
            <p:ph type="pic" sz="quarter" idx="32"/>
          </p:nvPr>
        </p:nvSpPr>
        <p:spPr>
          <a:xfrm>
            <a:off x="294878" y="1360487"/>
            <a:ext cx="4968875" cy="2376637"/>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10" name="Textplatzhalter 8">
            <a:extLst>
              <a:ext uri="{FF2B5EF4-FFF2-40B4-BE49-F238E27FC236}">
                <a16:creationId xmlns:a16="http://schemas.microsoft.com/office/drawing/2014/main" id="{1AFE18F2-1B77-7FE4-64AA-41646411E9DA}"/>
              </a:ext>
            </a:extLst>
          </p:cNvPr>
          <p:cNvSpPr>
            <a:spLocks noGrp="1"/>
          </p:cNvSpPr>
          <p:nvPr>
            <p:ph type="body" sz="quarter" idx="33" hasCustomPrompt="1"/>
          </p:nvPr>
        </p:nvSpPr>
        <p:spPr>
          <a:xfrm>
            <a:off x="294878" y="3543728"/>
            <a:ext cx="4968875" cy="193396"/>
          </a:xfrm>
        </p:spPr>
        <p:txBody>
          <a:bodyPr lIns="72000" rIns="72000" bIns="18000" anchor="b"/>
          <a:lstStyle>
            <a:lvl1pPr marL="0" indent="0">
              <a:lnSpc>
                <a:spcPct val="95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296384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Bilder mit Text">
    <p:bg bwMode="gray">
      <p:bgRef idx="1001">
        <a:schemeClr val="bg1"/>
      </p:bgRef>
    </p:bg>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AACF8548-8C9E-4BA9-9201-8043E769BBBC}"/>
              </a:ext>
            </a:extLst>
          </p:cNvPr>
          <p:cNvSpPr>
            <a:spLocks noGrp="1"/>
          </p:cNvSpPr>
          <p:nvPr>
            <p:ph type="pic" sz="quarter" idx="19"/>
          </p:nvPr>
        </p:nvSpPr>
        <p:spPr>
          <a:xfrm>
            <a:off x="287339" y="1360488"/>
            <a:ext cx="2376488"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9" name="Bildplatzhalter 4">
            <a:extLst>
              <a:ext uri="{FF2B5EF4-FFF2-40B4-BE49-F238E27FC236}">
                <a16:creationId xmlns:a16="http://schemas.microsoft.com/office/drawing/2014/main" id="{F979A92F-8555-42BE-BD68-A4A6F54739E4}"/>
              </a:ext>
            </a:extLst>
          </p:cNvPr>
          <p:cNvSpPr>
            <a:spLocks noGrp="1"/>
          </p:cNvSpPr>
          <p:nvPr>
            <p:ph type="pic" sz="quarter" idx="21"/>
          </p:nvPr>
        </p:nvSpPr>
        <p:spPr>
          <a:xfrm>
            <a:off x="2879725" y="1360488"/>
            <a:ext cx="2376491" cy="1908584"/>
          </a:xfrm>
          <a:solidFill>
            <a:schemeClr val="bg1">
              <a:lumMod val="85000"/>
            </a:schemeClr>
          </a:solidFill>
        </p:spPr>
        <p:txBody>
          <a:bodyPr anchor="ctr"/>
          <a:lstStyle>
            <a:lvl1pPr marL="0" indent="0" algn="ctr">
              <a:buNone/>
              <a:defRPr/>
            </a:lvl1pPr>
          </a:lstStyle>
          <a:p>
            <a:r>
              <a:rPr lang="de-DE"/>
              <a:t>Bild durch Klicken auf Symbol hinzufügen</a:t>
            </a:r>
            <a:endParaRPr lang="de-DE" dirty="0"/>
          </a:p>
        </p:txBody>
      </p:sp>
      <p:sp>
        <p:nvSpPr>
          <p:cNvPr id="11" name="Bildplatzhalter 4">
            <a:extLst>
              <a:ext uri="{FF2B5EF4-FFF2-40B4-BE49-F238E27FC236}">
                <a16:creationId xmlns:a16="http://schemas.microsoft.com/office/drawing/2014/main" id="{BD480A6C-E90A-42F8-9F88-726FC7A86C25}"/>
              </a:ext>
            </a:extLst>
          </p:cNvPr>
          <p:cNvSpPr>
            <a:spLocks noGrp="1"/>
          </p:cNvSpPr>
          <p:nvPr>
            <p:ph type="pic" sz="quarter" idx="23"/>
          </p:nvPr>
        </p:nvSpPr>
        <p:spPr>
          <a:xfrm>
            <a:off x="5472112" y="1360488"/>
            <a:ext cx="2376489"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13" name="Bildplatzhalter 4">
            <a:extLst>
              <a:ext uri="{FF2B5EF4-FFF2-40B4-BE49-F238E27FC236}">
                <a16:creationId xmlns:a16="http://schemas.microsoft.com/office/drawing/2014/main" id="{CFA83C85-DA96-4F8C-B55A-463F1BC37397}"/>
              </a:ext>
            </a:extLst>
          </p:cNvPr>
          <p:cNvSpPr>
            <a:spLocks noGrp="1"/>
          </p:cNvSpPr>
          <p:nvPr>
            <p:ph type="pic" sz="quarter" idx="25"/>
          </p:nvPr>
        </p:nvSpPr>
        <p:spPr>
          <a:xfrm>
            <a:off x="8064503" y="1360488"/>
            <a:ext cx="2376485"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p>
            <a:r>
              <a:rPr lang="de-DE"/>
              <a:t>Mastertitelformat bearbeiten</a:t>
            </a:r>
          </a:p>
        </p:txBody>
      </p:sp>
      <p:sp>
        <p:nvSpPr>
          <p:cNvPr id="7" name="Textplatzhalter 8">
            <a:extLst>
              <a:ext uri="{FF2B5EF4-FFF2-40B4-BE49-F238E27FC236}">
                <a16:creationId xmlns:a16="http://schemas.microsoft.com/office/drawing/2014/main" id="{DFAD501C-EF85-4FDB-9C84-740225F3EF15}"/>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p>
            <a:fld id="{5678FFC5-4430-43BC-9807-D0C6EB405569}" type="slidenum">
              <a:rPr lang="de-DE" smtClean="0"/>
              <a:pPr/>
              <a:t>‹Nr.›</a:t>
            </a:fld>
            <a:endParaRPr lang="de-DE" dirty="0"/>
          </a:p>
        </p:txBody>
      </p:sp>
      <p:sp>
        <p:nvSpPr>
          <p:cNvPr id="8" name="Textplatzhalter 7">
            <a:extLst>
              <a:ext uri="{FF2B5EF4-FFF2-40B4-BE49-F238E27FC236}">
                <a16:creationId xmlns:a16="http://schemas.microsoft.com/office/drawing/2014/main" id="{7BE5E4CD-DE58-4890-9B4D-BCC978828FC7}"/>
              </a:ext>
            </a:extLst>
          </p:cNvPr>
          <p:cNvSpPr>
            <a:spLocks noGrp="1"/>
          </p:cNvSpPr>
          <p:nvPr>
            <p:ph type="body" sz="quarter" idx="20"/>
          </p:nvPr>
        </p:nvSpPr>
        <p:spPr>
          <a:xfrm>
            <a:off x="287337" y="3534655"/>
            <a:ext cx="2376487" cy="2039058"/>
          </a:xfrm>
        </p:spPr>
        <p:txBody>
          <a:bodyPr/>
          <a:lstStyle>
            <a:lvl1pPr>
              <a:lnSpc>
                <a:spcPct val="114000"/>
              </a:lnSpc>
              <a:spcBef>
                <a:spcPts val="0"/>
              </a:spcBef>
              <a:defRPr sz="1200"/>
            </a:lvl1pPr>
            <a:lvl2pPr>
              <a:lnSpc>
                <a:spcPct val="114000"/>
              </a:lnSpc>
              <a:spcBef>
                <a:spcPts val="0"/>
              </a:spcBef>
              <a:defRPr sz="1200"/>
            </a:lvl2pPr>
            <a:lvl3pPr>
              <a:lnSpc>
                <a:spcPct val="114000"/>
              </a:lnSpc>
              <a:spcBef>
                <a:spcPts val="0"/>
              </a:spcBef>
              <a:defRPr sz="1200"/>
            </a:lvl3pPr>
            <a:lvl4pPr>
              <a:lnSpc>
                <a:spcPct val="114000"/>
              </a:lnSpc>
              <a:spcBef>
                <a:spcPts val="0"/>
              </a:spcBef>
              <a:defRPr sz="1200"/>
            </a:lvl4pPr>
            <a:lvl5pPr>
              <a:lnSpc>
                <a:spcPct val="114000"/>
              </a:lnSpc>
              <a:spcBef>
                <a:spcPts val="0"/>
              </a:spcBef>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Textplatzhalter 7">
            <a:extLst>
              <a:ext uri="{FF2B5EF4-FFF2-40B4-BE49-F238E27FC236}">
                <a16:creationId xmlns:a16="http://schemas.microsoft.com/office/drawing/2014/main" id="{A00D7C19-C8FC-428B-B23D-FBCEB4F5B3E1}"/>
              </a:ext>
            </a:extLst>
          </p:cNvPr>
          <p:cNvSpPr>
            <a:spLocks noGrp="1"/>
          </p:cNvSpPr>
          <p:nvPr>
            <p:ph type="body" sz="quarter" idx="22"/>
          </p:nvPr>
        </p:nvSpPr>
        <p:spPr>
          <a:xfrm>
            <a:off x="2879724" y="3534655"/>
            <a:ext cx="2376492" cy="2039058"/>
          </a:xfrm>
        </p:spPr>
        <p:txBody>
          <a:bodyPr/>
          <a:lstStyle>
            <a:lvl1pPr>
              <a:lnSpc>
                <a:spcPct val="114000"/>
              </a:lnSpc>
              <a:spcBef>
                <a:spcPts val="0"/>
              </a:spcBef>
              <a:defRPr sz="1200"/>
            </a:lvl1pPr>
            <a:lvl2pPr>
              <a:lnSpc>
                <a:spcPct val="114000"/>
              </a:lnSpc>
              <a:spcBef>
                <a:spcPts val="0"/>
              </a:spcBef>
              <a:defRPr sz="1200"/>
            </a:lvl2pPr>
            <a:lvl3pPr>
              <a:lnSpc>
                <a:spcPct val="114000"/>
              </a:lnSpc>
              <a:spcBef>
                <a:spcPts val="0"/>
              </a:spcBef>
              <a:defRPr sz="1200"/>
            </a:lvl3pPr>
            <a:lvl4pPr>
              <a:lnSpc>
                <a:spcPct val="114000"/>
              </a:lnSpc>
              <a:spcBef>
                <a:spcPts val="0"/>
              </a:spcBef>
              <a:defRPr sz="1200"/>
            </a:lvl4pPr>
            <a:lvl5pPr>
              <a:lnSpc>
                <a:spcPct val="114000"/>
              </a:lnSpc>
              <a:spcBef>
                <a:spcPts val="0"/>
              </a:spcBef>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Textplatzhalter 7">
            <a:extLst>
              <a:ext uri="{FF2B5EF4-FFF2-40B4-BE49-F238E27FC236}">
                <a16:creationId xmlns:a16="http://schemas.microsoft.com/office/drawing/2014/main" id="{7941264B-775E-4CA0-89EF-9D6F4C9CBEC0}"/>
              </a:ext>
            </a:extLst>
          </p:cNvPr>
          <p:cNvSpPr>
            <a:spLocks noGrp="1"/>
          </p:cNvSpPr>
          <p:nvPr>
            <p:ph type="body" sz="quarter" idx="24"/>
          </p:nvPr>
        </p:nvSpPr>
        <p:spPr>
          <a:xfrm>
            <a:off x="5472114" y="3534655"/>
            <a:ext cx="2376492" cy="2039058"/>
          </a:xfrm>
        </p:spPr>
        <p:txBody>
          <a:bodyPr/>
          <a:lstStyle>
            <a:lvl1pPr>
              <a:lnSpc>
                <a:spcPct val="114000"/>
              </a:lnSpc>
              <a:spcBef>
                <a:spcPts val="0"/>
              </a:spcBef>
              <a:defRPr sz="1200"/>
            </a:lvl1pPr>
            <a:lvl2pPr>
              <a:lnSpc>
                <a:spcPct val="114000"/>
              </a:lnSpc>
              <a:spcBef>
                <a:spcPts val="0"/>
              </a:spcBef>
              <a:defRPr sz="1200"/>
            </a:lvl2pPr>
            <a:lvl3pPr>
              <a:lnSpc>
                <a:spcPct val="114000"/>
              </a:lnSpc>
              <a:spcBef>
                <a:spcPts val="0"/>
              </a:spcBef>
              <a:defRPr sz="1200"/>
            </a:lvl3pPr>
            <a:lvl4pPr>
              <a:lnSpc>
                <a:spcPct val="114000"/>
              </a:lnSpc>
              <a:spcBef>
                <a:spcPts val="0"/>
              </a:spcBef>
              <a:defRPr sz="1200"/>
            </a:lvl4pPr>
            <a:lvl5pPr>
              <a:lnSpc>
                <a:spcPct val="114000"/>
              </a:lnSpc>
              <a:spcBef>
                <a:spcPts val="0"/>
              </a:spcBef>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Textplatzhalter 7">
            <a:extLst>
              <a:ext uri="{FF2B5EF4-FFF2-40B4-BE49-F238E27FC236}">
                <a16:creationId xmlns:a16="http://schemas.microsoft.com/office/drawing/2014/main" id="{3B09C72F-809C-4BB3-8396-DAEBD415C967}"/>
              </a:ext>
            </a:extLst>
          </p:cNvPr>
          <p:cNvSpPr>
            <a:spLocks noGrp="1"/>
          </p:cNvSpPr>
          <p:nvPr>
            <p:ph type="body" sz="quarter" idx="26"/>
          </p:nvPr>
        </p:nvSpPr>
        <p:spPr>
          <a:xfrm>
            <a:off x="8064503" y="3534655"/>
            <a:ext cx="2376485" cy="2039058"/>
          </a:xfrm>
        </p:spPr>
        <p:txBody>
          <a:bodyPr/>
          <a:lstStyle>
            <a:lvl1pPr>
              <a:lnSpc>
                <a:spcPct val="114000"/>
              </a:lnSpc>
              <a:spcBef>
                <a:spcPts val="0"/>
              </a:spcBef>
              <a:defRPr sz="1200"/>
            </a:lvl1pPr>
            <a:lvl2pPr>
              <a:lnSpc>
                <a:spcPct val="114000"/>
              </a:lnSpc>
              <a:spcBef>
                <a:spcPts val="0"/>
              </a:spcBef>
              <a:defRPr sz="1200"/>
            </a:lvl2pPr>
            <a:lvl3pPr>
              <a:lnSpc>
                <a:spcPct val="114000"/>
              </a:lnSpc>
              <a:spcBef>
                <a:spcPts val="0"/>
              </a:spcBef>
              <a:defRPr sz="1200"/>
            </a:lvl3pPr>
            <a:lvl4pPr>
              <a:lnSpc>
                <a:spcPct val="114000"/>
              </a:lnSpc>
              <a:spcBef>
                <a:spcPts val="0"/>
              </a:spcBef>
              <a:defRPr sz="1200"/>
            </a:lvl4pPr>
            <a:lvl5pPr>
              <a:lnSpc>
                <a:spcPct val="114000"/>
              </a:lnSpc>
              <a:spcBef>
                <a:spcPts val="0"/>
              </a:spcBef>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ußzeilenplatzhalter 4">
            <a:extLst>
              <a:ext uri="{FF2B5EF4-FFF2-40B4-BE49-F238E27FC236}">
                <a16:creationId xmlns:a16="http://schemas.microsoft.com/office/drawing/2014/main" id="{A8A2102E-6600-72BF-6D77-50C62D22E799}"/>
              </a:ext>
            </a:extLst>
          </p:cNvPr>
          <p:cNvSpPr>
            <a:spLocks noGrp="1"/>
          </p:cNvSpPr>
          <p:nvPr>
            <p:ph type="ftr" sz="quarter" idx="27"/>
          </p:nvPr>
        </p:nvSpPr>
        <p:spPr/>
        <p:txBody>
          <a:bodyPr/>
          <a:lstStyle/>
          <a:p>
            <a:r>
              <a:rPr lang="de-DE"/>
              <a:t>DevSecOps Perspektive: Menschen</a:t>
            </a:r>
            <a:endParaRPr lang="de-DE" dirty="0"/>
          </a:p>
        </p:txBody>
      </p:sp>
      <p:sp>
        <p:nvSpPr>
          <p:cNvPr id="16" name="Textplatzhalter 8">
            <a:extLst>
              <a:ext uri="{FF2B5EF4-FFF2-40B4-BE49-F238E27FC236}">
                <a16:creationId xmlns:a16="http://schemas.microsoft.com/office/drawing/2014/main" id="{9628722D-D023-BCD3-3DEA-7942901EC036}"/>
              </a:ext>
            </a:extLst>
          </p:cNvPr>
          <p:cNvSpPr>
            <a:spLocks noGrp="1"/>
          </p:cNvSpPr>
          <p:nvPr>
            <p:ph type="body" sz="quarter" idx="28" hasCustomPrompt="1"/>
          </p:nvPr>
        </p:nvSpPr>
        <p:spPr>
          <a:xfrm>
            <a:off x="287338"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7" name="Textplatzhalter 8">
            <a:extLst>
              <a:ext uri="{FF2B5EF4-FFF2-40B4-BE49-F238E27FC236}">
                <a16:creationId xmlns:a16="http://schemas.microsoft.com/office/drawing/2014/main" id="{A145AC31-DC83-F0AC-142B-2A641E7BFF4E}"/>
              </a:ext>
            </a:extLst>
          </p:cNvPr>
          <p:cNvSpPr>
            <a:spLocks noGrp="1"/>
          </p:cNvSpPr>
          <p:nvPr>
            <p:ph type="body" sz="quarter" idx="29" hasCustomPrompt="1"/>
          </p:nvPr>
        </p:nvSpPr>
        <p:spPr>
          <a:xfrm>
            <a:off x="2879719"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8" name="Textplatzhalter 8">
            <a:extLst>
              <a:ext uri="{FF2B5EF4-FFF2-40B4-BE49-F238E27FC236}">
                <a16:creationId xmlns:a16="http://schemas.microsoft.com/office/drawing/2014/main" id="{77CCAEBD-DAFD-1222-42D9-7CAD443E8626}"/>
              </a:ext>
            </a:extLst>
          </p:cNvPr>
          <p:cNvSpPr>
            <a:spLocks noGrp="1"/>
          </p:cNvSpPr>
          <p:nvPr>
            <p:ph type="body" sz="quarter" idx="30" hasCustomPrompt="1"/>
          </p:nvPr>
        </p:nvSpPr>
        <p:spPr>
          <a:xfrm>
            <a:off x="5472112"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9" name="Textplatzhalter 8">
            <a:extLst>
              <a:ext uri="{FF2B5EF4-FFF2-40B4-BE49-F238E27FC236}">
                <a16:creationId xmlns:a16="http://schemas.microsoft.com/office/drawing/2014/main" id="{412EA1F7-6AAF-6C72-972E-A534A71B0996}"/>
              </a:ext>
            </a:extLst>
          </p:cNvPr>
          <p:cNvSpPr>
            <a:spLocks noGrp="1"/>
          </p:cNvSpPr>
          <p:nvPr>
            <p:ph type="body" sz="quarter" idx="31" hasCustomPrompt="1"/>
          </p:nvPr>
        </p:nvSpPr>
        <p:spPr>
          <a:xfrm>
            <a:off x="8064503"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Tree>
    <p:extLst>
      <p:ext uri="{BB962C8B-B14F-4D97-AF65-F5344CB8AC3E}">
        <p14:creationId xmlns:p14="http://schemas.microsoft.com/office/powerpoint/2010/main" val="442855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 Bilder">
    <p:bg bwMode="gray">
      <p:bgRef idx="1001">
        <a:schemeClr val="bg1"/>
      </p:bgRef>
    </p:bg>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AACF8548-8C9E-4BA9-9201-8043E769BBBC}"/>
              </a:ext>
            </a:extLst>
          </p:cNvPr>
          <p:cNvSpPr>
            <a:spLocks noGrp="1"/>
          </p:cNvSpPr>
          <p:nvPr>
            <p:ph type="pic" sz="quarter" idx="19"/>
          </p:nvPr>
        </p:nvSpPr>
        <p:spPr>
          <a:xfrm>
            <a:off x="287339" y="1360488"/>
            <a:ext cx="2376488"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9" name="Bildplatzhalter 4">
            <a:extLst>
              <a:ext uri="{FF2B5EF4-FFF2-40B4-BE49-F238E27FC236}">
                <a16:creationId xmlns:a16="http://schemas.microsoft.com/office/drawing/2014/main" id="{F979A92F-8555-42BE-BD68-A4A6F54739E4}"/>
              </a:ext>
            </a:extLst>
          </p:cNvPr>
          <p:cNvSpPr>
            <a:spLocks noGrp="1"/>
          </p:cNvSpPr>
          <p:nvPr>
            <p:ph type="pic" sz="quarter" idx="21"/>
          </p:nvPr>
        </p:nvSpPr>
        <p:spPr>
          <a:xfrm>
            <a:off x="2879725" y="1360488"/>
            <a:ext cx="2376491" cy="1908584"/>
          </a:xfrm>
          <a:solidFill>
            <a:schemeClr val="bg1">
              <a:lumMod val="85000"/>
            </a:schemeClr>
          </a:solidFill>
        </p:spPr>
        <p:txBody>
          <a:bodyPr anchor="ctr"/>
          <a:lstStyle>
            <a:lvl1pPr marL="0" indent="0" algn="ctr">
              <a:buNone/>
              <a:defRPr/>
            </a:lvl1pPr>
          </a:lstStyle>
          <a:p>
            <a:r>
              <a:rPr lang="de-DE"/>
              <a:t>Bild durch Klicken auf Symbol hinzufügen</a:t>
            </a:r>
            <a:endParaRPr lang="de-DE" dirty="0"/>
          </a:p>
        </p:txBody>
      </p:sp>
      <p:sp>
        <p:nvSpPr>
          <p:cNvPr id="11" name="Bildplatzhalter 4">
            <a:extLst>
              <a:ext uri="{FF2B5EF4-FFF2-40B4-BE49-F238E27FC236}">
                <a16:creationId xmlns:a16="http://schemas.microsoft.com/office/drawing/2014/main" id="{BD480A6C-E90A-42F8-9F88-726FC7A86C25}"/>
              </a:ext>
            </a:extLst>
          </p:cNvPr>
          <p:cNvSpPr>
            <a:spLocks noGrp="1"/>
          </p:cNvSpPr>
          <p:nvPr>
            <p:ph type="pic" sz="quarter" idx="23"/>
          </p:nvPr>
        </p:nvSpPr>
        <p:spPr>
          <a:xfrm>
            <a:off x="5472112" y="1360488"/>
            <a:ext cx="2376489"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13" name="Bildplatzhalter 4">
            <a:extLst>
              <a:ext uri="{FF2B5EF4-FFF2-40B4-BE49-F238E27FC236}">
                <a16:creationId xmlns:a16="http://schemas.microsoft.com/office/drawing/2014/main" id="{CFA83C85-DA96-4F8C-B55A-463F1BC37397}"/>
              </a:ext>
            </a:extLst>
          </p:cNvPr>
          <p:cNvSpPr>
            <a:spLocks noGrp="1"/>
          </p:cNvSpPr>
          <p:nvPr>
            <p:ph type="pic" sz="quarter" idx="25"/>
          </p:nvPr>
        </p:nvSpPr>
        <p:spPr>
          <a:xfrm>
            <a:off x="8064503" y="1360488"/>
            <a:ext cx="2376485"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p>
            <a:r>
              <a:rPr lang="de-DE"/>
              <a:t>Mastertitelformat bearbeiten</a:t>
            </a:r>
          </a:p>
        </p:txBody>
      </p:sp>
      <p:sp>
        <p:nvSpPr>
          <p:cNvPr id="7" name="Textplatzhalter 8">
            <a:extLst>
              <a:ext uri="{FF2B5EF4-FFF2-40B4-BE49-F238E27FC236}">
                <a16:creationId xmlns:a16="http://schemas.microsoft.com/office/drawing/2014/main" id="{DFAD501C-EF85-4FDB-9C84-740225F3EF15}"/>
              </a:ext>
            </a:extLst>
          </p:cNvPr>
          <p:cNvSpPr>
            <a:spLocks noGrp="1"/>
          </p:cNvSpPr>
          <p:nvPr>
            <p:ph type="body" sz="quarter" idx="14"/>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A8A2102E-6600-72BF-6D77-50C62D22E799}"/>
              </a:ext>
            </a:extLst>
          </p:cNvPr>
          <p:cNvSpPr>
            <a:spLocks noGrp="1"/>
          </p:cNvSpPr>
          <p:nvPr>
            <p:ph type="ftr" sz="quarter" idx="27"/>
          </p:nvPr>
        </p:nvSpPr>
        <p:spPr/>
        <p:txBody>
          <a:bodyPr/>
          <a:lstStyle/>
          <a:p>
            <a:r>
              <a:rPr lang="de-DE"/>
              <a:t>DevSecOps Perspektive: Menschen</a:t>
            </a:r>
            <a:endParaRPr lang="de-DE" dirty="0"/>
          </a:p>
        </p:txBody>
      </p:sp>
      <p:sp>
        <p:nvSpPr>
          <p:cNvPr id="16" name="Textplatzhalter 8">
            <a:extLst>
              <a:ext uri="{FF2B5EF4-FFF2-40B4-BE49-F238E27FC236}">
                <a16:creationId xmlns:a16="http://schemas.microsoft.com/office/drawing/2014/main" id="{9628722D-D023-BCD3-3DEA-7942901EC036}"/>
              </a:ext>
            </a:extLst>
          </p:cNvPr>
          <p:cNvSpPr>
            <a:spLocks noGrp="1"/>
          </p:cNvSpPr>
          <p:nvPr>
            <p:ph type="body" sz="quarter" idx="28" hasCustomPrompt="1"/>
          </p:nvPr>
        </p:nvSpPr>
        <p:spPr>
          <a:xfrm>
            <a:off x="287338"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7" name="Textplatzhalter 8">
            <a:extLst>
              <a:ext uri="{FF2B5EF4-FFF2-40B4-BE49-F238E27FC236}">
                <a16:creationId xmlns:a16="http://schemas.microsoft.com/office/drawing/2014/main" id="{A145AC31-DC83-F0AC-142B-2A641E7BFF4E}"/>
              </a:ext>
            </a:extLst>
          </p:cNvPr>
          <p:cNvSpPr>
            <a:spLocks noGrp="1"/>
          </p:cNvSpPr>
          <p:nvPr>
            <p:ph type="body" sz="quarter" idx="29" hasCustomPrompt="1"/>
          </p:nvPr>
        </p:nvSpPr>
        <p:spPr>
          <a:xfrm>
            <a:off x="2879719"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8" name="Textplatzhalter 8">
            <a:extLst>
              <a:ext uri="{FF2B5EF4-FFF2-40B4-BE49-F238E27FC236}">
                <a16:creationId xmlns:a16="http://schemas.microsoft.com/office/drawing/2014/main" id="{77CCAEBD-DAFD-1222-42D9-7CAD443E8626}"/>
              </a:ext>
            </a:extLst>
          </p:cNvPr>
          <p:cNvSpPr>
            <a:spLocks noGrp="1"/>
          </p:cNvSpPr>
          <p:nvPr>
            <p:ph type="body" sz="quarter" idx="30" hasCustomPrompt="1"/>
          </p:nvPr>
        </p:nvSpPr>
        <p:spPr>
          <a:xfrm>
            <a:off x="5472112"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9" name="Textplatzhalter 8">
            <a:extLst>
              <a:ext uri="{FF2B5EF4-FFF2-40B4-BE49-F238E27FC236}">
                <a16:creationId xmlns:a16="http://schemas.microsoft.com/office/drawing/2014/main" id="{412EA1F7-6AAF-6C72-972E-A534A71B0996}"/>
              </a:ext>
            </a:extLst>
          </p:cNvPr>
          <p:cNvSpPr>
            <a:spLocks noGrp="1"/>
          </p:cNvSpPr>
          <p:nvPr>
            <p:ph type="body" sz="quarter" idx="31" hasCustomPrompt="1"/>
          </p:nvPr>
        </p:nvSpPr>
        <p:spPr>
          <a:xfrm>
            <a:off x="8064503" y="3269072"/>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15" name="Bildplatzhalter 4">
            <a:extLst>
              <a:ext uri="{FF2B5EF4-FFF2-40B4-BE49-F238E27FC236}">
                <a16:creationId xmlns:a16="http://schemas.microsoft.com/office/drawing/2014/main" id="{64ED7522-1AA1-9804-1444-E7E39B52E8A5}"/>
              </a:ext>
            </a:extLst>
          </p:cNvPr>
          <p:cNvSpPr>
            <a:spLocks noGrp="1"/>
          </p:cNvSpPr>
          <p:nvPr>
            <p:ph type="pic" sz="quarter" idx="32"/>
          </p:nvPr>
        </p:nvSpPr>
        <p:spPr>
          <a:xfrm>
            <a:off x="287339" y="3484677"/>
            <a:ext cx="2376488"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0" name="Bildplatzhalter 4">
            <a:extLst>
              <a:ext uri="{FF2B5EF4-FFF2-40B4-BE49-F238E27FC236}">
                <a16:creationId xmlns:a16="http://schemas.microsoft.com/office/drawing/2014/main" id="{EF3860DA-753B-E530-3A44-061BD767FC93}"/>
              </a:ext>
            </a:extLst>
          </p:cNvPr>
          <p:cNvSpPr>
            <a:spLocks noGrp="1"/>
          </p:cNvSpPr>
          <p:nvPr>
            <p:ph type="pic" sz="quarter" idx="33"/>
          </p:nvPr>
        </p:nvSpPr>
        <p:spPr>
          <a:xfrm>
            <a:off x="2879725" y="3484677"/>
            <a:ext cx="2376491" cy="1908584"/>
          </a:xfrm>
          <a:solidFill>
            <a:schemeClr val="bg1">
              <a:lumMod val="85000"/>
            </a:schemeClr>
          </a:solidFill>
        </p:spPr>
        <p:txBody>
          <a:bodyPr anchor="ctr"/>
          <a:lstStyle>
            <a:lvl1pPr marL="0" indent="0" algn="ctr">
              <a:buNone/>
              <a:defRPr/>
            </a:lvl1pPr>
          </a:lstStyle>
          <a:p>
            <a:r>
              <a:rPr lang="de-DE"/>
              <a:t>Bild durch Klicken auf Symbol hinzufügen</a:t>
            </a:r>
            <a:endParaRPr lang="de-DE" dirty="0"/>
          </a:p>
        </p:txBody>
      </p:sp>
      <p:sp>
        <p:nvSpPr>
          <p:cNvPr id="21" name="Bildplatzhalter 4">
            <a:extLst>
              <a:ext uri="{FF2B5EF4-FFF2-40B4-BE49-F238E27FC236}">
                <a16:creationId xmlns:a16="http://schemas.microsoft.com/office/drawing/2014/main" id="{F001705D-5261-CB02-8135-E78AC4C16E23}"/>
              </a:ext>
            </a:extLst>
          </p:cNvPr>
          <p:cNvSpPr>
            <a:spLocks noGrp="1"/>
          </p:cNvSpPr>
          <p:nvPr>
            <p:ph type="pic" sz="quarter" idx="34"/>
          </p:nvPr>
        </p:nvSpPr>
        <p:spPr>
          <a:xfrm>
            <a:off x="5472112" y="3484677"/>
            <a:ext cx="2376489"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2" name="Bildplatzhalter 4">
            <a:extLst>
              <a:ext uri="{FF2B5EF4-FFF2-40B4-BE49-F238E27FC236}">
                <a16:creationId xmlns:a16="http://schemas.microsoft.com/office/drawing/2014/main" id="{7B319347-B53F-344B-DE4D-6B55B10D0A01}"/>
              </a:ext>
            </a:extLst>
          </p:cNvPr>
          <p:cNvSpPr>
            <a:spLocks noGrp="1"/>
          </p:cNvSpPr>
          <p:nvPr>
            <p:ph type="pic" sz="quarter" idx="35"/>
          </p:nvPr>
        </p:nvSpPr>
        <p:spPr>
          <a:xfrm>
            <a:off x="8064503" y="3484677"/>
            <a:ext cx="2376485" cy="1908584"/>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3" name="Textplatzhalter 8">
            <a:extLst>
              <a:ext uri="{FF2B5EF4-FFF2-40B4-BE49-F238E27FC236}">
                <a16:creationId xmlns:a16="http://schemas.microsoft.com/office/drawing/2014/main" id="{853F422B-9569-178F-2714-F9FCAC5F6BE9}"/>
              </a:ext>
            </a:extLst>
          </p:cNvPr>
          <p:cNvSpPr>
            <a:spLocks noGrp="1"/>
          </p:cNvSpPr>
          <p:nvPr>
            <p:ph type="body" sz="quarter" idx="36" hasCustomPrompt="1"/>
          </p:nvPr>
        </p:nvSpPr>
        <p:spPr>
          <a:xfrm>
            <a:off x="287338" y="5393261"/>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24" name="Textplatzhalter 8">
            <a:extLst>
              <a:ext uri="{FF2B5EF4-FFF2-40B4-BE49-F238E27FC236}">
                <a16:creationId xmlns:a16="http://schemas.microsoft.com/office/drawing/2014/main" id="{990BC230-BCA4-098A-0088-A75B7E927A8A}"/>
              </a:ext>
            </a:extLst>
          </p:cNvPr>
          <p:cNvSpPr>
            <a:spLocks noGrp="1"/>
          </p:cNvSpPr>
          <p:nvPr>
            <p:ph type="body" sz="quarter" idx="37" hasCustomPrompt="1"/>
          </p:nvPr>
        </p:nvSpPr>
        <p:spPr>
          <a:xfrm>
            <a:off x="2879719" y="5393261"/>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25" name="Textplatzhalter 8">
            <a:extLst>
              <a:ext uri="{FF2B5EF4-FFF2-40B4-BE49-F238E27FC236}">
                <a16:creationId xmlns:a16="http://schemas.microsoft.com/office/drawing/2014/main" id="{1F19C57E-4A38-4584-30BC-3B3DAD246C05}"/>
              </a:ext>
            </a:extLst>
          </p:cNvPr>
          <p:cNvSpPr>
            <a:spLocks noGrp="1"/>
          </p:cNvSpPr>
          <p:nvPr>
            <p:ph type="body" sz="quarter" idx="38" hasCustomPrompt="1"/>
          </p:nvPr>
        </p:nvSpPr>
        <p:spPr>
          <a:xfrm>
            <a:off x="5472112" y="5393261"/>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
        <p:nvSpPr>
          <p:cNvPr id="26" name="Textplatzhalter 8">
            <a:extLst>
              <a:ext uri="{FF2B5EF4-FFF2-40B4-BE49-F238E27FC236}">
                <a16:creationId xmlns:a16="http://schemas.microsoft.com/office/drawing/2014/main" id="{08F0189A-7F62-8DE7-0654-6F2320BAD46B}"/>
              </a:ext>
            </a:extLst>
          </p:cNvPr>
          <p:cNvSpPr>
            <a:spLocks noGrp="1"/>
          </p:cNvSpPr>
          <p:nvPr>
            <p:ph type="body" sz="quarter" idx="39" hasCustomPrompt="1"/>
          </p:nvPr>
        </p:nvSpPr>
        <p:spPr>
          <a:xfrm>
            <a:off x="8064503" y="5393261"/>
            <a:ext cx="2376485" cy="193396"/>
          </a:xfrm>
        </p:spPr>
        <p:txBody>
          <a:bodyPr lIns="0" tIns="36000" rIns="0" bIns="0" anchor="t"/>
          <a:lstStyle>
            <a:lvl1pPr marL="0" indent="0">
              <a:lnSpc>
                <a:spcPct val="95000"/>
              </a:lnSpc>
              <a:spcBef>
                <a:spcPts val="0"/>
              </a:spcBef>
              <a:buNone/>
              <a:defRPr sz="700">
                <a:solidFill>
                  <a:schemeClr val="tx1"/>
                </a:solidFill>
              </a:defRPr>
            </a:lvl1pPr>
          </a:lstStyle>
          <a:p>
            <a:pPr lvl="0"/>
            <a:r>
              <a:rPr lang="de-DE" dirty="0"/>
              <a:t>Quelle</a:t>
            </a:r>
          </a:p>
        </p:txBody>
      </p:sp>
    </p:spTree>
    <p:extLst>
      <p:ext uri="{BB962C8B-B14F-4D97-AF65-F5344CB8AC3E}">
        <p14:creationId xmlns:p14="http://schemas.microsoft.com/office/powerpoint/2010/main" val="4111084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und Vollbild">
    <p:bg bwMode="gray">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8E3E76D-15C5-47E9-A6C0-60754CDCCCE3}"/>
              </a:ext>
            </a:extLst>
          </p:cNvPr>
          <p:cNvSpPr>
            <a:spLocks noGrp="1"/>
          </p:cNvSpPr>
          <p:nvPr>
            <p:ph type="pic" sz="quarter" idx="18"/>
          </p:nvPr>
        </p:nvSpPr>
        <p:spPr>
          <a:xfrm>
            <a:off x="0" y="0"/>
            <a:ext cx="10728325" cy="60340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lvl1pPr>
              <a:defRPr>
                <a:solidFill>
                  <a:schemeClr val="bg1"/>
                </a:solidFill>
              </a:defRPr>
            </a:lvl1pPr>
          </a:lstStyle>
          <a:p>
            <a:r>
              <a:rPr lang="de-DE"/>
              <a:t>Mastertitelformat bearbeiten</a:t>
            </a:r>
          </a:p>
        </p:txBody>
      </p:sp>
      <p:sp>
        <p:nvSpPr>
          <p:cNvPr id="12" name="Textplatzhalter 8">
            <a:extLst>
              <a:ext uri="{FF2B5EF4-FFF2-40B4-BE49-F238E27FC236}">
                <a16:creationId xmlns:a16="http://schemas.microsoft.com/office/drawing/2014/main" id="{D5BA8535-2C8F-45D6-9EC4-2BC48EF43C6D}"/>
              </a:ext>
            </a:extLst>
          </p:cNvPr>
          <p:cNvSpPr>
            <a:spLocks noGrp="1"/>
          </p:cNvSpPr>
          <p:nvPr>
            <p:ph type="body" sz="quarter" idx="14"/>
          </p:nvPr>
        </p:nvSpPr>
        <p:spPr>
          <a:xfrm>
            <a:off x="287339" y="604776"/>
            <a:ext cx="10153648"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7" name="Textplatzhalter 8">
            <a:extLst>
              <a:ext uri="{FF2B5EF4-FFF2-40B4-BE49-F238E27FC236}">
                <a16:creationId xmlns:a16="http://schemas.microsoft.com/office/drawing/2014/main" id="{E2808491-40CB-75AA-D14B-ADAAA9E4C8D0}"/>
              </a:ext>
            </a:extLst>
          </p:cNvPr>
          <p:cNvSpPr>
            <a:spLocks noGrp="1"/>
          </p:cNvSpPr>
          <p:nvPr>
            <p:ph type="body" sz="quarter" idx="13" hasCustomPrompt="1"/>
          </p:nvPr>
        </p:nvSpPr>
        <p:spPr>
          <a:xfrm>
            <a:off x="290190" y="5756345"/>
            <a:ext cx="496887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246253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Vollbild (weißes Raster)">
    <p:bg bwMode="gray">
      <p:bgRef idx="1001">
        <a:schemeClr val="bg1"/>
      </p:bgRef>
    </p:bg>
    <p:spTree>
      <p:nvGrpSpPr>
        <p:cNvPr id="1" name=""/>
        <p:cNvGrpSpPr/>
        <p:nvPr/>
      </p:nvGrpSpPr>
      <p:grpSpPr>
        <a:xfrm>
          <a:off x="0" y="0"/>
          <a:ext cx="0" cy="0"/>
          <a:chOff x="0" y="0"/>
          <a:chExt cx="0" cy="0"/>
        </a:xfrm>
      </p:grpSpPr>
      <p:sp>
        <p:nvSpPr>
          <p:cNvPr id="3" name="Bildplatzhalter 675">
            <a:extLst>
              <a:ext uri="{FF2B5EF4-FFF2-40B4-BE49-F238E27FC236}">
                <a16:creationId xmlns:a16="http://schemas.microsoft.com/office/drawing/2014/main" id="{ABBE88E3-91A7-D2AC-4F77-9DF3C025DC48}"/>
              </a:ext>
            </a:extLst>
          </p:cNvPr>
          <p:cNvSpPr>
            <a:spLocks noGrp="1"/>
          </p:cNvSpPr>
          <p:nvPr>
            <p:ph type="pic" sz="quarter" idx="18"/>
          </p:nvPr>
        </p:nvSpPr>
        <p:spPr bwMode="gray">
          <a:xfrm>
            <a:off x="-1" y="0"/>
            <a:ext cx="10728325" cy="6034088"/>
          </a:xfrm>
          <a:custGeom>
            <a:avLst/>
            <a:gdLst>
              <a:gd name="connsiteX0" fmla="*/ 10648927 w 10728325"/>
              <a:gd name="connsiteY0" fmla="*/ 5964919 h 6034088"/>
              <a:gd name="connsiteX1" fmla="*/ 10728325 w 10728325"/>
              <a:gd name="connsiteY1" fmla="*/ 5964919 h 6034088"/>
              <a:gd name="connsiteX2" fmla="*/ 10728325 w 10728325"/>
              <a:gd name="connsiteY2" fmla="*/ 6034088 h 6034088"/>
              <a:gd name="connsiteX3" fmla="*/ 10648927 w 10728325"/>
              <a:gd name="connsiteY3" fmla="*/ 6034088 h 6034088"/>
              <a:gd name="connsiteX4" fmla="*/ 10298431 w 10728325"/>
              <a:gd name="connsiteY4" fmla="*/ 5959164 h 6034088"/>
              <a:gd name="connsiteX5" fmla="*/ 10448228 w 10728325"/>
              <a:gd name="connsiteY5" fmla="*/ 5959164 h 6034088"/>
              <a:gd name="connsiteX6" fmla="*/ 10448228 w 10728325"/>
              <a:gd name="connsiteY6" fmla="*/ 6034088 h 6034088"/>
              <a:gd name="connsiteX7" fmla="*/ 10298431 w 10728325"/>
              <a:gd name="connsiteY7" fmla="*/ 6034088 h 6034088"/>
              <a:gd name="connsiteX8" fmla="*/ 9948157 w 10728325"/>
              <a:gd name="connsiteY8" fmla="*/ 5953689 h 6034088"/>
              <a:gd name="connsiteX9" fmla="*/ 10108794 w 10728325"/>
              <a:gd name="connsiteY9" fmla="*/ 5953689 h 6034088"/>
              <a:gd name="connsiteX10" fmla="*/ 10108794 w 10728325"/>
              <a:gd name="connsiteY10" fmla="*/ 6034088 h 6034088"/>
              <a:gd name="connsiteX11" fmla="*/ 9948157 w 10728325"/>
              <a:gd name="connsiteY11" fmla="*/ 6034088 h 6034088"/>
              <a:gd name="connsiteX12" fmla="*/ 4510650 w 10728325"/>
              <a:gd name="connsiteY12" fmla="*/ 5858261 h 6034088"/>
              <a:gd name="connsiteX13" fmla="*/ 4510650 w 10728325"/>
              <a:gd name="connsiteY13" fmla="*/ 5864965 h 6034088"/>
              <a:gd name="connsiteX14" fmla="*/ 4517355 w 10728325"/>
              <a:gd name="connsiteY14" fmla="*/ 5864965 h 6034088"/>
              <a:gd name="connsiteX15" fmla="*/ 4517355 w 10728325"/>
              <a:gd name="connsiteY15" fmla="*/ 5858261 h 6034088"/>
              <a:gd name="connsiteX16" fmla="*/ 4849872 w 10728325"/>
              <a:gd name="connsiteY16" fmla="*/ 5852730 h 6034088"/>
              <a:gd name="connsiteX17" fmla="*/ 4849872 w 10728325"/>
              <a:gd name="connsiteY17" fmla="*/ 5870664 h 6034088"/>
              <a:gd name="connsiteX18" fmla="*/ 4867813 w 10728325"/>
              <a:gd name="connsiteY18" fmla="*/ 5870664 h 6034088"/>
              <a:gd name="connsiteX19" fmla="*/ 4867813 w 10728325"/>
              <a:gd name="connsiteY19" fmla="*/ 5852730 h 6034088"/>
              <a:gd name="connsiteX20" fmla="*/ 5189105 w 10728325"/>
              <a:gd name="connsiteY20" fmla="*/ 5847255 h 6034088"/>
              <a:gd name="connsiteX21" fmla="*/ 5189105 w 10728325"/>
              <a:gd name="connsiteY21" fmla="*/ 5876196 h 6034088"/>
              <a:gd name="connsiteX22" fmla="*/ 5218081 w 10728325"/>
              <a:gd name="connsiteY22" fmla="*/ 5876196 h 6034088"/>
              <a:gd name="connsiteX23" fmla="*/ 5218081 w 10728325"/>
              <a:gd name="connsiteY23" fmla="*/ 5847255 h 6034088"/>
              <a:gd name="connsiteX24" fmla="*/ 5528528 w 10728325"/>
              <a:gd name="connsiteY24" fmla="*/ 5841723 h 6034088"/>
              <a:gd name="connsiteX25" fmla="*/ 5528528 w 10728325"/>
              <a:gd name="connsiteY25" fmla="*/ 5881727 h 6034088"/>
              <a:gd name="connsiteX26" fmla="*/ 5568539 w 10728325"/>
              <a:gd name="connsiteY26" fmla="*/ 5881727 h 6034088"/>
              <a:gd name="connsiteX27" fmla="*/ 5568539 w 10728325"/>
              <a:gd name="connsiteY27" fmla="*/ 5841723 h 6034088"/>
              <a:gd name="connsiteX28" fmla="*/ 5867738 w 10728325"/>
              <a:gd name="connsiteY28" fmla="*/ 5836192 h 6034088"/>
              <a:gd name="connsiteX29" fmla="*/ 5867738 w 10728325"/>
              <a:gd name="connsiteY29" fmla="*/ 5887258 h 6034088"/>
              <a:gd name="connsiteX30" fmla="*/ 5918807 w 10728325"/>
              <a:gd name="connsiteY30" fmla="*/ 5887258 h 6034088"/>
              <a:gd name="connsiteX31" fmla="*/ 5918807 w 10728325"/>
              <a:gd name="connsiteY31" fmla="*/ 5836192 h 6034088"/>
              <a:gd name="connsiteX32" fmla="*/ 6207005 w 10728325"/>
              <a:gd name="connsiteY32" fmla="*/ 5830493 h 6034088"/>
              <a:gd name="connsiteX33" fmla="*/ 6207005 w 10728325"/>
              <a:gd name="connsiteY33" fmla="*/ 5892789 h 6034088"/>
              <a:gd name="connsiteX34" fmla="*/ 6269304 w 10728325"/>
              <a:gd name="connsiteY34" fmla="*/ 5892789 h 6034088"/>
              <a:gd name="connsiteX35" fmla="*/ 6269304 w 10728325"/>
              <a:gd name="connsiteY35" fmla="*/ 5830493 h 6034088"/>
              <a:gd name="connsiteX36" fmla="*/ 6546216 w 10728325"/>
              <a:gd name="connsiteY36" fmla="*/ 5824961 h 6034088"/>
              <a:gd name="connsiteX37" fmla="*/ 6546216 w 10728325"/>
              <a:gd name="connsiteY37" fmla="*/ 5898264 h 6034088"/>
              <a:gd name="connsiteX38" fmla="*/ 6619523 w 10728325"/>
              <a:gd name="connsiteY38" fmla="*/ 5898264 h 6034088"/>
              <a:gd name="connsiteX39" fmla="*/ 6619523 w 10728325"/>
              <a:gd name="connsiteY39" fmla="*/ 5824961 h 6034088"/>
              <a:gd name="connsiteX40" fmla="*/ 6885650 w 10728325"/>
              <a:gd name="connsiteY40" fmla="*/ 5819430 h 6034088"/>
              <a:gd name="connsiteX41" fmla="*/ 6885650 w 10728325"/>
              <a:gd name="connsiteY41" fmla="*/ 5903796 h 6034088"/>
              <a:gd name="connsiteX42" fmla="*/ 6970020 w 10728325"/>
              <a:gd name="connsiteY42" fmla="*/ 5903796 h 6034088"/>
              <a:gd name="connsiteX43" fmla="*/ 6970020 w 10728325"/>
              <a:gd name="connsiteY43" fmla="*/ 5819430 h 6034088"/>
              <a:gd name="connsiteX44" fmla="*/ 7224861 w 10728325"/>
              <a:gd name="connsiteY44" fmla="*/ 5813899 h 6034088"/>
              <a:gd name="connsiteX45" fmla="*/ 7224861 w 10728325"/>
              <a:gd name="connsiteY45" fmla="*/ 5909327 h 6034088"/>
              <a:gd name="connsiteX46" fmla="*/ 7320294 w 10728325"/>
              <a:gd name="connsiteY46" fmla="*/ 5909327 h 6034088"/>
              <a:gd name="connsiteX47" fmla="*/ 7320294 w 10728325"/>
              <a:gd name="connsiteY47" fmla="*/ 5813899 h 6034088"/>
              <a:gd name="connsiteX48" fmla="*/ 7564295 w 10728325"/>
              <a:gd name="connsiteY48" fmla="*/ 5808591 h 6034088"/>
              <a:gd name="connsiteX49" fmla="*/ 7564295 w 10728325"/>
              <a:gd name="connsiteY49" fmla="*/ 5915025 h 6034088"/>
              <a:gd name="connsiteX50" fmla="*/ 7670735 w 10728325"/>
              <a:gd name="connsiteY50" fmla="*/ 5915025 h 6034088"/>
              <a:gd name="connsiteX51" fmla="*/ 7670735 w 10728325"/>
              <a:gd name="connsiteY51" fmla="*/ 5808591 h 6034088"/>
              <a:gd name="connsiteX52" fmla="*/ 7903338 w 10728325"/>
              <a:gd name="connsiteY52" fmla="*/ 5802893 h 6034088"/>
              <a:gd name="connsiteX53" fmla="*/ 7903338 w 10728325"/>
              <a:gd name="connsiteY53" fmla="*/ 5920558 h 6034088"/>
              <a:gd name="connsiteX54" fmla="*/ 8021008 w 10728325"/>
              <a:gd name="connsiteY54" fmla="*/ 5920558 h 6034088"/>
              <a:gd name="connsiteX55" fmla="*/ 8021008 w 10728325"/>
              <a:gd name="connsiteY55" fmla="*/ 5802893 h 6034088"/>
              <a:gd name="connsiteX56" fmla="*/ 8242772 w 10728325"/>
              <a:gd name="connsiteY56" fmla="*/ 5797361 h 6034088"/>
              <a:gd name="connsiteX57" fmla="*/ 8242772 w 10728325"/>
              <a:gd name="connsiteY57" fmla="*/ 5926088 h 6034088"/>
              <a:gd name="connsiteX58" fmla="*/ 8371450 w 10728325"/>
              <a:gd name="connsiteY58" fmla="*/ 5926088 h 6034088"/>
              <a:gd name="connsiteX59" fmla="*/ 8371450 w 10728325"/>
              <a:gd name="connsiteY59" fmla="*/ 5797361 h 6034088"/>
              <a:gd name="connsiteX60" fmla="*/ 8581983 w 10728325"/>
              <a:gd name="connsiteY60" fmla="*/ 5791830 h 6034088"/>
              <a:gd name="connsiteX61" fmla="*/ 8581983 w 10728325"/>
              <a:gd name="connsiteY61" fmla="*/ 5931564 h 6034088"/>
              <a:gd name="connsiteX62" fmla="*/ 8721724 w 10728325"/>
              <a:gd name="connsiteY62" fmla="*/ 5931564 h 6034088"/>
              <a:gd name="connsiteX63" fmla="*/ 8721724 w 10728325"/>
              <a:gd name="connsiteY63" fmla="*/ 5791830 h 6034088"/>
              <a:gd name="connsiteX64" fmla="*/ 10473651 w 10728325"/>
              <a:gd name="connsiteY64" fmla="*/ 5789651 h 6034088"/>
              <a:gd name="connsiteX65" fmla="*/ 10617583 w 10728325"/>
              <a:gd name="connsiteY65" fmla="*/ 5789651 h 6034088"/>
              <a:gd name="connsiteX66" fmla="*/ 10617583 w 10728325"/>
              <a:gd name="connsiteY66" fmla="*/ 5933743 h 6034088"/>
              <a:gd name="connsiteX67" fmla="*/ 10473651 w 10728325"/>
              <a:gd name="connsiteY67" fmla="*/ 5933743 h 6034088"/>
              <a:gd name="connsiteX68" fmla="*/ 8921417 w 10728325"/>
              <a:gd name="connsiteY68" fmla="*/ 5786299 h 6034088"/>
              <a:gd name="connsiteX69" fmla="*/ 8921417 w 10728325"/>
              <a:gd name="connsiteY69" fmla="*/ 5937095 h 6034088"/>
              <a:gd name="connsiteX70" fmla="*/ 9072221 w 10728325"/>
              <a:gd name="connsiteY70" fmla="*/ 5937095 h 6034088"/>
              <a:gd name="connsiteX71" fmla="*/ 9072221 w 10728325"/>
              <a:gd name="connsiteY71" fmla="*/ 5786299 h 6034088"/>
              <a:gd name="connsiteX72" fmla="*/ 10123209 w 10728325"/>
              <a:gd name="connsiteY72" fmla="*/ 5784176 h 6034088"/>
              <a:gd name="connsiteX73" fmla="*/ 10278539 w 10728325"/>
              <a:gd name="connsiteY73" fmla="*/ 5784176 h 6034088"/>
              <a:gd name="connsiteX74" fmla="*/ 10278539 w 10728325"/>
              <a:gd name="connsiteY74" fmla="*/ 5939274 h 6034088"/>
              <a:gd name="connsiteX75" fmla="*/ 10123209 w 10728325"/>
              <a:gd name="connsiteY75" fmla="*/ 5939274 h 6034088"/>
              <a:gd name="connsiteX76" fmla="*/ 9260460 w 10728325"/>
              <a:gd name="connsiteY76" fmla="*/ 5780600 h 6034088"/>
              <a:gd name="connsiteX77" fmla="*/ 9260460 w 10728325"/>
              <a:gd name="connsiteY77" fmla="*/ 5942626 h 6034088"/>
              <a:gd name="connsiteX78" fmla="*/ 9422494 w 10728325"/>
              <a:gd name="connsiteY78" fmla="*/ 5942626 h 6034088"/>
              <a:gd name="connsiteX79" fmla="*/ 9422494 w 10728325"/>
              <a:gd name="connsiteY79" fmla="*/ 5780600 h 6034088"/>
              <a:gd name="connsiteX80" fmla="*/ 9772936 w 10728325"/>
              <a:gd name="connsiteY80" fmla="*/ 5778644 h 6034088"/>
              <a:gd name="connsiteX81" fmla="*/ 9939105 w 10728325"/>
              <a:gd name="connsiteY81" fmla="*/ 5778644 h 6034088"/>
              <a:gd name="connsiteX82" fmla="*/ 9939105 w 10728325"/>
              <a:gd name="connsiteY82" fmla="*/ 5944805 h 6034088"/>
              <a:gd name="connsiteX83" fmla="*/ 9772936 w 10728325"/>
              <a:gd name="connsiteY83" fmla="*/ 5944805 h 6034088"/>
              <a:gd name="connsiteX84" fmla="*/ 4680356 w 10728325"/>
              <a:gd name="connsiteY84" fmla="*/ 5683272 h 6034088"/>
              <a:gd name="connsiteX85" fmla="*/ 4680356 w 10728325"/>
              <a:gd name="connsiteY85" fmla="*/ 5695452 h 6034088"/>
              <a:gd name="connsiteX86" fmla="*/ 4692576 w 10728325"/>
              <a:gd name="connsiteY86" fmla="*/ 5695452 h 6034088"/>
              <a:gd name="connsiteX87" fmla="*/ 4692576 w 10728325"/>
              <a:gd name="connsiteY87" fmla="*/ 5683272 h 6034088"/>
              <a:gd name="connsiteX88" fmla="*/ 5019589 w 10728325"/>
              <a:gd name="connsiteY88" fmla="*/ 5677518 h 6034088"/>
              <a:gd name="connsiteX89" fmla="*/ 5019589 w 10728325"/>
              <a:gd name="connsiteY89" fmla="*/ 5700984 h 6034088"/>
              <a:gd name="connsiteX90" fmla="*/ 5043045 w 10728325"/>
              <a:gd name="connsiteY90" fmla="*/ 5700984 h 6034088"/>
              <a:gd name="connsiteX91" fmla="*/ 5043045 w 10728325"/>
              <a:gd name="connsiteY91" fmla="*/ 5677518 h 6034088"/>
              <a:gd name="connsiteX92" fmla="*/ 5358822 w 10728325"/>
              <a:gd name="connsiteY92" fmla="*/ 5671986 h 6034088"/>
              <a:gd name="connsiteX93" fmla="*/ 5358822 w 10728325"/>
              <a:gd name="connsiteY93" fmla="*/ 5706514 h 6034088"/>
              <a:gd name="connsiteX94" fmla="*/ 5393313 w 10728325"/>
              <a:gd name="connsiteY94" fmla="*/ 5706514 h 6034088"/>
              <a:gd name="connsiteX95" fmla="*/ 5393313 w 10728325"/>
              <a:gd name="connsiteY95" fmla="*/ 5671986 h 6034088"/>
              <a:gd name="connsiteX96" fmla="*/ 5698217 w 10728325"/>
              <a:gd name="connsiteY96" fmla="*/ 5666511 h 6034088"/>
              <a:gd name="connsiteX97" fmla="*/ 5698217 w 10728325"/>
              <a:gd name="connsiteY97" fmla="*/ 5712046 h 6034088"/>
              <a:gd name="connsiteX98" fmla="*/ 5743754 w 10728325"/>
              <a:gd name="connsiteY98" fmla="*/ 5712046 h 6034088"/>
              <a:gd name="connsiteX99" fmla="*/ 5743754 w 10728325"/>
              <a:gd name="connsiteY99" fmla="*/ 5666511 h 6034088"/>
              <a:gd name="connsiteX100" fmla="*/ 6037483 w 10728325"/>
              <a:gd name="connsiteY100" fmla="*/ 5660980 h 6034088"/>
              <a:gd name="connsiteX101" fmla="*/ 6037483 w 10728325"/>
              <a:gd name="connsiteY101" fmla="*/ 5717522 h 6034088"/>
              <a:gd name="connsiteX102" fmla="*/ 6094027 w 10728325"/>
              <a:gd name="connsiteY102" fmla="*/ 5717522 h 6034088"/>
              <a:gd name="connsiteX103" fmla="*/ 6094027 w 10728325"/>
              <a:gd name="connsiteY103" fmla="*/ 5660980 h 6034088"/>
              <a:gd name="connsiteX104" fmla="*/ 6376694 w 10728325"/>
              <a:gd name="connsiteY104" fmla="*/ 5655225 h 6034088"/>
              <a:gd name="connsiteX105" fmla="*/ 6376694 w 10728325"/>
              <a:gd name="connsiteY105" fmla="*/ 5723052 h 6034088"/>
              <a:gd name="connsiteX106" fmla="*/ 6444525 w 10728325"/>
              <a:gd name="connsiteY106" fmla="*/ 5723052 h 6034088"/>
              <a:gd name="connsiteX107" fmla="*/ 6444525 w 10728325"/>
              <a:gd name="connsiteY107" fmla="*/ 5655225 h 6034088"/>
              <a:gd name="connsiteX108" fmla="*/ 6715905 w 10728325"/>
              <a:gd name="connsiteY108" fmla="*/ 5649917 h 6034088"/>
              <a:gd name="connsiteX109" fmla="*/ 6715905 w 10728325"/>
              <a:gd name="connsiteY109" fmla="*/ 5728751 h 6034088"/>
              <a:gd name="connsiteX110" fmla="*/ 6794743 w 10728325"/>
              <a:gd name="connsiteY110" fmla="*/ 5728751 h 6034088"/>
              <a:gd name="connsiteX111" fmla="*/ 6794743 w 10728325"/>
              <a:gd name="connsiteY111" fmla="*/ 5649917 h 6034088"/>
              <a:gd name="connsiteX112" fmla="*/ 7055339 w 10728325"/>
              <a:gd name="connsiteY112" fmla="*/ 5644442 h 6034088"/>
              <a:gd name="connsiteX113" fmla="*/ 7055339 w 10728325"/>
              <a:gd name="connsiteY113" fmla="*/ 5734283 h 6034088"/>
              <a:gd name="connsiteX114" fmla="*/ 7145240 w 10728325"/>
              <a:gd name="connsiteY114" fmla="*/ 5734283 h 6034088"/>
              <a:gd name="connsiteX115" fmla="*/ 7145240 w 10728325"/>
              <a:gd name="connsiteY115" fmla="*/ 5644442 h 6034088"/>
              <a:gd name="connsiteX116" fmla="*/ 7394606 w 10728325"/>
              <a:gd name="connsiteY116" fmla="*/ 5638911 h 6034088"/>
              <a:gd name="connsiteX117" fmla="*/ 7394606 w 10728325"/>
              <a:gd name="connsiteY117" fmla="*/ 5739814 h 6034088"/>
              <a:gd name="connsiteX118" fmla="*/ 7495515 w 10728325"/>
              <a:gd name="connsiteY118" fmla="*/ 5739814 h 6034088"/>
              <a:gd name="connsiteX119" fmla="*/ 7495515 w 10728325"/>
              <a:gd name="connsiteY119" fmla="*/ 5638911 h 6034088"/>
              <a:gd name="connsiteX120" fmla="*/ 7733817 w 10728325"/>
              <a:gd name="connsiteY120" fmla="*/ 5633156 h 6034088"/>
              <a:gd name="connsiteX121" fmla="*/ 7733817 w 10728325"/>
              <a:gd name="connsiteY121" fmla="*/ 5745345 h 6034088"/>
              <a:gd name="connsiteX122" fmla="*/ 7845956 w 10728325"/>
              <a:gd name="connsiteY122" fmla="*/ 5745345 h 6034088"/>
              <a:gd name="connsiteX123" fmla="*/ 7845956 w 10728325"/>
              <a:gd name="connsiteY123" fmla="*/ 5633156 h 6034088"/>
              <a:gd name="connsiteX124" fmla="*/ 8073027 w 10728325"/>
              <a:gd name="connsiteY124" fmla="*/ 5627681 h 6034088"/>
              <a:gd name="connsiteX125" fmla="*/ 8073027 w 10728325"/>
              <a:gd name="connsiteY125" fmla="*/ 5750821 h 6034088"/>
              <a:gd name="connsiteX126" fmla="*/ 8196229 w 10728325"/>
              <a:gd name="connsiteY126" fmla="*/ 5750821 h 6034088"/>
              <a:gd name="connsiteX127" fmla="*/ 8196229 w 10728325"/>
              <a:gd name="connsiteY127" fmla="*/ 5627681 h 6034088"/>
              <a:gd name="connsiteX128" fmla="*/ 8412461 w 10728325"/>
              <a:gd name="connsiteY128" fmla="*/ 5622149 h 6034088"/>
              <a:gd name="connsiteX129" fmla="*/ 8412461 w 10728325"/>
              <a:gd name="connsiteY129" fmla="*/ 5756352 h 6034088"/>
              <a:gd name="connsiteX130" fmla="*/ 8546726 w 10728325"/>
              <a:gd name="connsiteY130" fmla="*/ 5756352 h 6034088"/>
              <a:gd name="connsiteX131" fmla="*/ 8546726 w 10728325"/>
              <a:gd name="connsiteY131" fmla="*/ 5622149 h 6034088"/>
              <a:gd name="connsiteX132" fmla="*/ 10648927 w 10728325"/>
              <a:gd name="connsiteY132" fmla="*/ 5619970 h 6034088"/>
              <a:gd name="connsiteX133" fmla="*/ 10728325 w 10728325"/>
              <a:gd name="connsiteY133" fmla="*/ 5619970 h 6034088"/>
              <a:gd name="connsiteX134" fmla="*/ 10728325 w 10728325"/>
              <a:gd name="connsiteY134" fmla="*/ 5758531 h 6034088"/>
              <a:gd name="connsiteX135" fmla="*/ 10648927 w 10728325"/>
              <a:gd name="connsiteY135" fmla="*/ 5758531 h 6034088"/>
              <a:gd name="connsiteX136" fmla="*/ 8751728 w 10728325"/>
              <a:gd name="connsiteY136" fmla="*/ 5616618 h 6034088"/>
              <a:gd name="connsiteX137" fmla="*/ 8751728 w 10728325"/>
              <a:gd name="connsiteY137" fmla="*/ 5761883 h 6034088"/>
              <a:gd name="connsiteX138" fmla="*/ 8897000 w 10728325"/>
              <a:gd name="connsiteY138" fmla="*/ 5761883 h 6034088"/>
              <a:gd name="connsiteX139" fmla="*/ 8897000 w 10728325"/>
              <a:gd name="connsiteY139" fmla="*/ 5616618 h 6034088"/>
              <a:gd name="connsiteX140" fmla="*/ 10298431 w 10728325"/>
              <a:gd name="connsiteY140" fmla="*/ 5614439 h 6034088"/>
              <a:gd name="connsiteX141" fmla="*/ 10448228 w 10728325"/>
              <a:gd name="connsiteY141" fmla="*/ 5614439 h 6034088"/>
              <a:gd name="connsiteX142" fmla="*/ 10448228 w 10728325"/>
              <a:gd name="connsiteY142" fmla="*/ 5764062 h 6034088"/>
              <a:gd name="connsiteX143" fmla="*/ 10298431 w 10728325"/>
              <a:gd name="connsiteY143" fmla="*/ 5764062 h 6034088"/>
              <a:gd name="connsiteX144" fmla="*/ 9091106 w 10728325"/>
              <a:gd name="connsiteY144" fmla="*/ 5611087 h 6034088"/>
              <a:gd name="connsiteX145" fmla="*/ 9091106 w 10728325"/>
              <a:gd name="connsiteY145" fmla="*/ 5767415 h 6034088"/>
              <a:gd name="connsiteX146" fmla="*/ 9247441 w 10728325"/>
              <a:gd name="connsiteY146" fmla="*/ 5767415 h 6034088"/>
              <a:gd name="connsiteX147" fmla="*/ 9247441 w 10728325"/>
              <a:gd name="connsiteY147" fmla="*/ 5611087 h 6034088"/>
              <a:gd name="connsiteX148" fmla="*/ 9948157 w 10728325"/>
              <a:gd name="connsiteY148" fmla="*/ 5608907 h 6034088"/>
              <a:gd name="connsiteX149" fmla="*/ 10108794 w 10728325"/>
              <a:gd name="connsiteY149" fmla="*/ 5608907 h 6034088"/>
              <a:gd name="connsiteX150" fmla="*/ 10108794 w 10728325"/>
              <a:gd name="connsiteY150" fmla="*/ 5769594 h 6034088"/>
              <a:gd name="connsiteX151" fmla="*/ 9948157 w 10728325"/>
              <a:gd name="connsiteY151" fmla="*/ 5769594 h 6034088"/>
              <a:gd name="connsiteX152" fmla="*/ 9430150 w 10728325"/>
              <a:gd name="connsiteY152" fmla="*/ 5605388 h 6034088"/>
              <a:gd name="connsiteX153" fmla="*/ 9430150 w 10728325"/>
              <a:gd name="connsiteY153" fmla="*/ 5772946 h 6034088"/>
              <a:gd name="connsiteX154" fmla="*/ 9597716 w 10728325"/>
              <a:gd name="connsiteY154" fmla="*/ 5772946 h 6034088"/>
              <a:gd name="connsiteX155" fmla="*/ 9597716 w 10728325"/>
              <a:gd name="connsiteY155" fmla="*/ 5605388 h 6034088"/>
              <a:gd name="connsiteX156" fmla="*/ 4510650 w 10728325"/>
              <a:gd name="connsiteY156" fmla="*/ 5513530 h 6034088"/>
              <a:gd name="connsiteX157" fmla="*/ 4510650 w 10728325"/>
              <a:gd name="connsiteY157" fmla="*/ 5520229 h 6034088"/>
              <a:gd name="connsiteX158" fmla="*/ 4517355 w 10728325"/>
              <a:gd name="connsiteY158" fmla="*/ 5520229 h 6034088"/>
              <a:gd name="connsiteX159" fmla="*/ 4517355 w 10728325"/>
              <a:gd name="connsiteY159" fmla="*/ 5513530 h 6034088"/>
              <a:gd name="connsiteX160" fmla="*/ 4849872 w 10728325"/>
              <a:gd name="connsiteY160" fmla="*/ 5507820 h 6034088"/>
              <a:gd name="connsiteX161" fmla="*/ 4849872 w 10728325"/>
              <a:gd name="connsiteY161" fmla="*/ 5525760 h 6034088"/>
              <a:gd name="connsiteX162" fmla="*/ 4867813 w 10728325"/>
              <a:gd name="connsiteY162" fmla="*/ 5525760 h 6034088"/>
              <a:gd name="connsiteX163" fmla="*/ 4867813 w 10728325"/>
              <a:gd name="connsiteY163" fmla="*/ 5507820 h 6034088"/>
              <a:gd name="connsiteX164" fmla="*/ 5189105 w 10728325"/>
              <a:gd name="connsiteY164" fmla="*/ 5502306 h 6034088"/>
              <a:gd name="connsiteX165" fmla="*/ 5189105 w 10728325"/>
              <a:gd name="connsiteY165" fmla="*/ 5531281 h 6034088"/>
              <a:gd name="connsiteX166" fmla="*/ 5218081 w 10728325"/>
              <a:gd name="connsiteY166" fmla="*/ 5531281 h 6034088"/>
              <a:gd name="connsiteX167" fmla="*/ 5218081 w 10728325"/>
              <a:gd name="connsiteY167" fmla="*/ 5502306 h 6034088"/>
              <a:gd name="connsiteX168" fmla="*/ 5528528 w 10728325"/>
              <a:gd name="connsiteY168" fmla="*/ 5496774 h 6034088"/>
              <a:gd name="connsiteX169" fmla="*/ 5528528 w 10728325"/>
              <a:gd name="connsiteY169" fmla="*/ 5536783 h 6034088"/>
              <a:gd name="connsiteX170" fmla="*/ 5568539 w 10728325"/>
              <a:gd name="connsiteY170" fmla="*/ 5536783 h 6034088"/>
              <a:gd name="connsiteX171" fmla="*/ 5568539 w 10728325"/>
              <a:gd name="connsiteY171" fmla="*/ 5496774 h 6034088"/>
              <a:gd name="connsiteX172" fmla="*/ 5867738 w 10728325"/>
              <a:gd name="connsiteY172" fmla="*/ 5491455 h 6034088"/>
              <a:gd name="connsiteX173" fmla="*/ 5867738 w 10728325"/>
              <a:gd name="connsiteY173" fmla="*/ 5542505 h 6034088"/>
              <a:gd name="connsiteX174" fmla="*/ 5918807 w 10728325"/>
              <a:gd name="connsiteY174" fmla="*/ 5542505 h 6034088"/>
              <a:gd name="connsiteX175" fmla="*/ 5918807 w 10728325"/>
              <a:gd name="connsiteY175" fmla="*/ 5491455 h 6034088"/>
              <a:gd name="connsiteX176" fmla="*/ 6207005 w 10728325"/>
              <a:gd name="connsiteY176" fmla="*/ 5485740 h 6034088"/>
              <a:gd name="connsiteX177" fmla="*/ 6207005 w 10728325"/>
              <a:gd name="connsiteY177" fmla="*/ 5548025 h 6034088"/>
              <a:gd name="connsiteX178" fmla="*/ 6269304 w 10728325"/>
              <a:gd name="connsiteY178" fmla="*/ 5548025 h 6034088"/>
              <a:gd name="connsiteX179" fmla="*/ 6269304 w 10728325"/>
              <a:gd name="connsiteY179" fmla="*/ 5485740 h 6034088"/>
              <a:gd name="connsiteX180" fmla="*/ 6546216 w 10728325"/>
              <a:gd name="connsiteY180" fmla="*/ 5480231 h 6034088"/>
              <a:gd name="connsiteX181" fmla="*/ 6546216 w 10728325"/>
              <a:gd name="connsiteY181" fmla="*/ 5553551 h 6034088"/>
              <a:gd name="connsiteX182" fmla="*/ 6619523 w 10728325"/>
              <a:gd name="connsiteY182" fmla="*/ 5553551 h 6034088"/>
              <a:gd name="connsiteX183" fmla="*/ 6619523 w 10728325"/>
              <a:gd name="connsiteY183" fmla="*/ 5480231 h 6034088"/>
              <a:gd name="connsiteX184" fmla="*/ 6885650 w 10728325"/>
              <a:gd name="connsiteY184" fmla="*/ 5474716 h 6034088"/>
              <a:gd name="connsiteX185" fmla="*/ 6885650 w 10728325"/>
              <a:gd name="connsiteY185" fmla="*/ 5559070 h 6034088"/>
              <a:gd name="connsiteX186" fmla="*/ 6970020 w 10728325"/>
              <a:gd name="connsiteY186" fmla="*/ 5559070 h 6034088"/>
              <a:gd name="connsiteX187" fmla="*/ 6970020 w 10728325"/>
              <a:gd name="connsiteY187" fmla="*/ 5474716 h 6034088"/>
              <a:gd name="connsiteX188" fmla="*/ 7224861 w 10728325"/>
              <a:gd name="connsiteY188" fmla="*/ 5469179 h 6034088"/>
              <a:gd name="connsiteX189" fmla="*/ 7224861 w 10728325"/>
              <a:gd name="connsiteY189" fmla="*/ 5564579 h 6034088"/>
              <a:gd name="connsiteX190" fmla="*/ 7320294 w 10728325"/>
              <a:gd name="connsiteY190" fmla="*/ 5564579 h 6034088"/>
              <a:gd name="connsiteX191" fmla="*/ 7320294 w 10728325"/>
              <a:gd name="connsiteY191" fmla="*/ 5469179 h 6034088"/>
              <a:gd name="connsiteX192" fmla="*/ 7564295 w 10728325"/>
              <a:gd name="connsiteY192" fmla="*/ 5463671 h 6034088"/>
              <a:gd name="connsiteX193" fmla="*/ 7564295 w 10728325"/>
              <a:gd name="connsiteY193" fmla="*/ 5570106 h 6034088"/>
              <a:gd name="connsiteX194" fmla="*/ 7670735 w 10728325"/>
              <a:gd name="connsiteY194" fmla="*/ 5570106 h 6034088"/>
              <a:gd name="connsiteX195" fmla="*/ 7670735 w 10728325"/>
              <a:gd name="connsiteY195" fmla="*/ 5463671 h 6034088"/>
              <a:gd name="connsiteX196" fmla="*/ 7903338 w 10728325"/>
              <a:gd name="connsiteY196" fmla="*/ 5457955 h 6034088"/>
              <a:gd name="connsiteX197" fmla="*/ 7903338 w 10728325"/>
              <a:gd name="connsiteY197" fmla="*/ 5575625 h 6034088"/>
              <a:gd name="connsiteX198" fmla="*/ 8021008 w 10728325"/>
              <a:gd name="connsiteY198" fmla="*/ 5575625 h 6034088"/>
              <a:gd name="connsiteX199" fmla="*/ 8021008 w 10728325"/>
              <a:gd name="connsiteY199" fmla="*/ 5457955 h 6034088"/>
              <a:gd name="connsiteX200" fmla="*/ 8242772 w 10728325"/>
              <a:gd name="connsiteY200" fmla="*/ 5452424 h 6034088"/>
              <a:gd name="connsiteX201" fmla="*/ 8242772 w 10728325"/>
              <a:gd name="connsiteY201" fmla="*/ 5581134 h 6034088"/>
              <a:gd name="connsiteX202" fmla="*/ 8371450 w 10728325"/>
              <a:gd name="connsiteY202" fmla="*/ 5581134 h 6034088"/>
              <a:gd name="connsiteX203" fmla="*/ 8371450 w 10728325"/>
              <a:gd name="connsiteY203" fmla="*/ 5452424 h 6034088"/>
              <a:gd name="connsiteX204" fmla="*/ 8581983 w 10728325"/>
              <a:gd name="connsiteY204" fmla="*/ 5446915 h 6034088"/>
              <a:gd name="connsiteX205" fmla="*/ 8581983 w 10728325"/>
              <a:gd name="connsiteY205" fmla="*/ 5586660 h 6034088"/>
              <a:gd name="connsiteX206" fmla="*/ 8721724 w 10728325"/>
              <a:gd name="connsiteY206" fmla="*/ 5586660 h 6034088"/>
              <a:gd name="connsiteX207" fmla="*/ 8721724 w 10728325"/>
              <a:gd name="connsiteY207" fmla="*/ 5446915 h 6034088"/>
              <a:gd name="connsiteX208" fmla="*/ 10473651 w 10728325"/>
              <a:gd name="connsiteY208" fmla="*/ 5444741 h 6034088"/>
              <a:gd name="connsiteX209" fmla="*/ 10617583 w 10728325"/>
              <a:gd name="connsiteY209" fmla="*/ 5444741 h 6034088"/>
              <a:gd name="connsiteX210" fmla="*/ 10617583 w 10728325"/>
              <a:gd name="connsiteY210" fmla="*/ 5589018 h 6034088"/>
              <a:gd name="connsiteX211" fmla="*/ 10473651 w 10728325"/>
              <a:gd name="connsiteY211" fmla="*/ 5589018 h 6034088"/>
              <a:gd name="connsiteX212" fmla="*/ 8921417 w 10728325"/>
              <a:gd name="connsiteY212" fmla="*/ 5441590 h 6034088"/>
              <a:gd name="connsiteX213" fmla="*/ 8921417 w 10728325"/>
              <a:gd name="connsiteY213" fmla="*/ 5592370 h 6034088"/>
              <a:gd name="connsiteX214" fmla="*/ 9072221 w 10728325"/>
              <a:gd name="connsiteY214" fmla="*/ 5592370 h 6034088"/>
              <a:gd name="connsiteX215" fmla="*/ 9072221 w 10728325"/>
              <a:gd name="connsiteY215" fmla="*/ 5441590 h 6034088"/>
              <a:gd name="connsiteX216" fmla="*/ 10123209 w 10728325"/>
              <a:gd name="connsiteY216" fmla="*/ 5439233 h 6034088"/>
              <a:gd name="connsiteX217" fmla="*/ 10278539 w 10728325"/>
              <a:gd name="connsiteY217" fmla="*/ 5439233 h 6034088"/>
              <a:gd name="connsiteX218" fmla="*/ 10278539 w 10728325"/>
              <a:gd name="connsiteY218" fmla="*/ 5594549 h 6034088"/>
              <a:gd name="connsiteX219" fmla="*/ 10123209 w 10728325"/>
              <a:gd name="connsiteY219" fmla="*/ 5594549 h 6034088"/>
              <a:gd name="connsiteX220" fmla="*/ 9260460 w 10728325"/>
              <a:gd name="connsiteY220" fmla="*/ 5435880 h 6034088"/>
              <a:gd name="connsiteX221" fmla="*/ 9260460 w 10728325"/>
              <a:gd name="connsiteY221" fmla="*/ 5597901 h 6034088"/>
              <a:gd name="connsiteX222" fmla="*/ 9422494 w 10728325"/>
              <a:gd name="connsiteY222" fmla="*/ 5597901 h 6034088"/>
              <a:gd name="connsiteX223" fmla="*/ 9422494 w 10728325"/>
              <a:gd name="connsiteY223" fmla="*/ 5435880 h 6034088"/>
              <a:gd name="connsiteX224" fmla="*/ 9772936 w 10728325"/>
              <a:gd name="connsiteY224" fmla="*/ 5433713 h 6034088"/>
              <a:gd name="connsiteX225" fmla="*/ 9939105 w 10728325"/>
              <a:gd name="connsiteY225" fmla="*/ 5433713 h 6034088"/>
              <a:gd name="connsiteX226" fmla="*/ 9939105 w 10728325"/>
              <a:gd name="connsiteY226" fmla="*/ 5600080 h 6034088"/>
              <a:gd name="connsiteX227" fmla="*/ 9772936 w 10728325"/>
              <a:gd name="connsiteY227" fmla="*/ 5600080 h 6034088"/>
              <a:gd name="connsiteX228" fmla="*/ 4680356 w 10728325"/>
              <a:gd name="connsiteY228" fmla="*/ 5338318 h 6034088"/>
              <a:gd name="connsiteX229" fmla="*/ 4680356 w 10728325"/>
              <a:gd name="connsiteY229" fmla="*/ 5350537 h 6034088"/>
              <a:gd name="connsiteX230" fmla="*/ 4692576 w 10728325"/>
              <a:gd name="connsiteY230" fmla="*/ 5350537 h 6034088"/>
              <a:gd name="connsiteX231" fmla="*/ 4692576 w 10728325"/>
              <a:gd name="connsiteY231" fmla="*/ 5338318 h 6034088"/>
              <a:gd name="connsiteX232" fmla="*/ 5019589 w 10728325"/>
              <a:gd name="connsiteY232" fmla="*/ 5332804 h 6034088"/>
              <a:gd name="connsiteX233" fmla="*/ 5019589 w 10728325"/>
              <a:gd name="connsiteY233" fmla="*/ 5356259 h 6034088"/>
              <a:gd name="connsiteX234" fmla="*/ 5043045 w 10728325"/>
              <a:gd name="connsiteY234" fmla="*/ 5356259 h 6034088"/>
              <a:gd name="connsiteX235" fmla="*/ 5043045 w 10728325"/>
              <a:gd name="connsiteY235" fmla="*/ 5332804 h 6034088"/>
              <a:gd name="connsiteX236" fmla="*/ 5358822 w 10728325"/>
              <a:gd name="connsiteY236" fmla="*/ 5327267 h 6034088"/>
              <a:gd name="connsiteX237" fmla="*/ 5358822 w 10728325"/>
              <a:gd name="connsiteY237" fmla="*/ 5361762 h 6034088"/>
              <a:gd name="connsiteX238" fmla="*/ 5393313 w 10728325"/>
              <a:gd name="connsiteY238" fmla="*/ 5361762 h 6034088"/>
              <a:gd name="connsiteX239" fmla="*/ 5393313 w 10728325"/>
              <a:gd name="connsiteY239" fmla="*/ 5327267 h 6034088"/>
              <a:gd name="connsiteX240" fmla="*/ 5698217 w 10728325"/>
              <a:gd name="connsiteY240" fmla="*/ 5321752 h 6034088"/>
              <a:gd name="connsiteX241" fmla="*/ 5698217 w 10728325"/>
              <a:gd name="connsiteY241" fmla="*/ 5367281 h 6034088"/>
              <a:gd name="connsiteX242" fmla="*/ 5743754 w 10728325"/>
              <a:gd name="connsiteY242" fmla="*/ 5367281 h 6034088"/>
              <a:gd name="connsiteX243" fmla="*/ 5743754 w 10728325"/>
              <a:gd name="connsiteY243" fmla="*/ 5321752 h 6034088"/>
              <a:gd name="connsiteX244" fmla="*/ 6037483 w 10728325"/>
              <a:gd name="connsiteY244" fmla="*/ 5316243 h 6034088"/>
              <a:gd name="connsiteX245" fmla="*/ 6037483 w 10728325"/>
              <a:gd name="connsiteY245" fmla="*/ 5372813 h 6034088"/>
              <a:gd name="connsiteX246" fmla="*/ 6094027 w 10728325"/>
              <a:gd name="connsiteY246" fmla="*/ 5372813 h 6034088"/>
              <a:gd name="connsiteX247" fmla="*/ 6094027 w 10728325"/>
              <a:gd name="connsiteY247" fmla="*/ 5316243 h 6034088"/>
              <a:gd name="connsiteX248" fmla="*/ 6376694 w 10728325"/>
              <a:gd name="connsiteY248" fmla="*/ 5310511 h 6034088"/>
              <a:gd name="connsiteX249" fmla="*/ 6376694 w 10728325"/>
              <a:gd name="connsiteY249" fmla="*/ 5378316 h 6034088"/>
              <a:gd name="connsiteX250" fmla="*/ 6444525 w 10728325"/>
              <a:gd name="connsiteY250" fmla="*/ 5378316 h 6034088"/>
              <a:gd name="connsiteX251" fmla="*/ 6444525 w 10728325"/>
              <a:gd name="connsiteY251" fmla="*/ 5310511 h 6034088"/>
              <a:gd name="connsiteX252" fmla="*/ 6715905 w 10728325"/>
              <a:gd name="connsiteY252" fmla="*/ 5304996 h 6034088"/>
              <a:gd name="connsiteX253" fmla="*/ 6715905 w 10728325"/>
              <a:gd name="connsiteY253" fmla="*/ 5383836 h 6034088"/>
              <a:gd name="connsiteX254" fmla="*/ 6794743 w 10728325"/>
              <a:gd name="connsiteY254" fmla="*/ 5383836 h 6034088"/>
              <a:gd name="connsiteX255" fmla="*/ 6794743 w 10728325"/>
              <a:gd name="connsiteY255" fmla="*/ 5304996 h 6034088"/>
              <a:gd name="connsiteX256" fmla="*/ 7055339 w 10728325"/>
              <a:gd name="connsiteY256" fmla="*/ 5299487 h 6034088"/>
              <a:gd name="connsiteX257" fmla="*/ 7055339 w 10728325"/>
              <a:gd name="connsiteY257" fmla="*/ 5389361 h 6034088"/>
              <a:gd name="connsiteX258" fmla="*/ 7145240 w 10728325"/>
              <a:gd name="connsiteY258" fmla="*/ 5389361 h 6034088"/>
              <a:gd name="connsiteX259" fmla="*/ 7145240 w 10728325"/>
              <a:gd name="connsiteY259" fmla="*/ 5299487 h 6034088"/>
              <a:gd name="connsiteX260" fmla="*/ 7394606 w 10728325"/>
              <a:gd name="connsiteY260" fmla="*/ 5293968 h 6034088"/>
              <a:gd name="connsiteX261" fmla="*/ 7394606 w 10728325"/>
              <a:gd name="connsiteY261" fmla="*/ 5394888 h 6034088"/>
              <a:gd name="connsiteX262" fmla="*/ 7495515 w 10728325"/>
              <a:gd name="connsiteY262" fmla="*/ 5394888 h 6034088"/>
              <a:gd name="connsiteX263" fmla="*/ 7495515 w 10728325"/>
              <a:gd name="connsiteY263" fmla="*/ 5293968 h 6034088"/>
              <a:gd name="connsiteX264" fmla="*/ 7733817 w 10728325"/>
              <a:gd name="connsiteY264" fmla="*/ 5288453 h 6034088"/>
              <a:gd name="connsiteX265" fmla="*/ 7733817 w 10728325"/>
              <a:gd name="connsiteY265" fmla="*/ 5400603 h 6034088"/>
              <a:gd name="connsiteX266" fmla="*/ 7845956 w 10728325"/>
              <a:gd name="connsiteY266" fmla="*/ 5400603 h 6034088"/>
              <a:gd name="connsiteX267" fmla="*/ 7845956 w 10728325"/>
              <a:gd name="connsiteY267" fmla="*/ 5288453 h 6034088"/>
              <a:gd name="connsiteX268" fmla="*/ 8073027 w 10728325"/>
              <a:gd name="connsiteY268" fmla="*/ 5282922 h 6034088"/>
              <a:gd name="connsiteX269" fmla="*/ 8073027 w 10728325"/>
              <a:gd name="connsiteY269" fmla="*/ 5406112 h 6034088"/>
              <a:gd name="connsiteX270" fmla="*/ 8196229 w 10728325"/>
              <a:gd name="connsiteY270" fmla="*/ 5406112 h 6034088"/>
              <a:gd name="connsiteX271" fmla="*/ 8196229 w 10728325"/>
              <a:gd name="connsiteY271" fmla="*/ 5282922 h 6034088"/>
              <a:gd name="connsiteX272" fmla="*/ 8412461 w 10728325"/>
              <a:gd name="connsiteY272" fmla="*/ 5277407 h 6034088"/>
              <a:gd name="connsiteX273" fmla="*/ 8412461 w 10728325"/>
              <a:gd name="connsiteY273" fmla="*/ 5411632 h 6034088"/>
              <a:gd name="connsiteX274" fmla="*/ 8546726 w 10728325"/>
              <a:gd name="connsiteY274" fmla="*/ 5411632 h 6034088"/>
              <a:gd name="connsiteX275" fmla="*/ 8546726 w 10728325"/>
              <a:gd name="connsiteY275" fmla="*/ 5277407 h 6034088"/>
              <a:gd name="connsiteX276" fmla="*/ 10648927 w 10728325"/>
              <a:gd name="connsiteY276" fmla="*/ 5275240 h 6034088"/>
              <a:gd name="connsiteX277" fmla="*/ 10728325 w 10728325"/>
              <a:gd name="connsiteY277" fmla="*/ 5275240 h 6034088"/>
              <a:gd name="connsiteX278" fmla="*/ 10728325 w 10728325"/>
              <a:gd name="connsiteY278" fmla="*/ 5413610 h 6034088"/>
              <a:gd name="connsiteX279" fmla="*/ 10648927 w 10728325"/>
              <a:gd name="connsiteY279" fmla="*/ 5413610 h 6034088"/>
              <a:gd name="connsiteX280" fmla="*/ 8751728 w 10728325"/>
              <a:gd name="connsiteY280" fmla="*/ 5271893 h 6034088"/>
              <a:gd name="connsiteX281" fmla="*/ 8751728 w 10728325"/>
              <a:gd name="connsiteY281" fmla="*/ 5417158 h 6034088"/>
              <a:gd name="connsiteX282" fmla="*/ 8897000 w 10728325"/>
              <a:gd name="connsiteY282" fmla="*/ 5417158 h 6034088"/>
              <a:gd name="connsiteX283" fmla="*/ 8897000 w 10728325"/>
              <a:gd name="connsiteY283" fmla="*/ 5271893 h 6034088"/>
              <a:gd name="connsiteX284" fmla="*/ 10298431 w 10728325"/>
              <a:gd name="connsiteY284" fmla="*/ 5269714 h 6034088"/>
              <a:gd name="connsiteX285" fmla="*/ 10448228 w 10728325"/>
              <a:gd name="connsiteY285" fmla="*/ 5269714 h 6034088"/>
              <a:gd name="connsiteX286" fmla="*/ 10448228 w 10728325"/>
              <a:gd name="connsiteY286" fmla="*/ 5419320 h 6034088"/>
              <a:gd name="connsiteX287" fmla="*/ 10298431 w 10728325"/>
              <a:gd name="connsiteY287" fmla="*/ 5419320 h 6034088"/>
              <a:gd name="connsiteX288" fmla="*/ 9091106 w 10728325"/>
              <a:gd name="connsiteY288" fmla="*/ 5266362 h 6034088"/>
              <a:gd name="connsiteX289" fmla="*/ 9091106 w 10728325"/>
              <a:gd name="connsiteY289" fmla="*/ 5422662 h 6034088"/>
              <a:gd name="connsiteX290" fmla="*/ 9247441 w 10728325"/>
              <a:gd name="connsiteY290" fmla="*/ 5422662 h 6034088"/>
              <a:gd name="connsiteX291" fmla="*/ 9247441 w 10728325"/>
              <a:gd name="connsiteY291" fmla="*/ 5266362 h 6034088"/>
              <a:gd name="connsiteX292" fmla="*/ 9948157 w 10728325"/>
              <a:gd name="connsiteY292" fmla="*/ 5264194 h 6034088"/>
              <a:gd name="connsiteX293" fmla="*/ 10108794 w 10728325"/>
              <a:gd name="connsiteY293" fmla="*/ 5264194 h 6034088"/>
              <a:gd name="connsiteX294" fmla="*/ 10108794 w 10728325"/>
              <a:gd name="connsiteY294" fmla="*/ 5424834 h 6034088"/>
              <a:gd name="connsiteX295" fmla="*/ 9948157 w 10728325"/>
              <a:gd name="connsiteY295" fmla="*/ 5424834 h 6034088"/>
              <a:gd name="connsiteX296" fmla="*/ 9430150 w 10728325"/>
              <a:gd name="connsiteY296" fmla="*/ 5260646 h 6034088"/>
              <a:gd name="connsiteX297" fmla="*/ 9430150 w 10728325"/>
              <a:gd name="connsiteY297" fmla="*/ 5428187 h 6034088"/>
              <a:gd name="connsiteX298" fmla="*/ 9597716 w 10728325"/>
              <a:gd name="connsiteY298" fmla="*/ 5428187 h 6034088"/>
              <a:gd name="connsiteX299" fmla="*/ 9597716 w 10728325"/>
              <a:gd name="connsiteY299" fmla="*/ 5260646 h 6034088"/>
              <a:gd name="connsiteX300" fmla="*/ 4510650 w 10728325"/>
              <a:gd name="connsiteY300" fmla="*/ 5168794 h 6034088"/>
              <a:gd name="connsiteX301" fmla="*/ 4510650 w 10728325"/>
              <a:gd name="connsiteY301" fmla="*/ 5175493 h 6034088"/>
              <a:gd name="connsiteX302" fmla="*/ 4517355 w 10728325"/>
              <a:gd name="connsiteY302" fmla="*/ 5175493 h 6034088"/>
              <a:gd name="connsiteX303" fmla="*/ 4517355 w 10728325"/>
              <a:gd name="connsiteY303" fmla="*/ 5168794 h 6034088"/>
              <a:gd name="connsiteX304" fmla="*/ 4849872 w 10728325"/>
              <a:gd name="connsiteY304" fmla="*/ 5163084 h 6034088"/>
              <a:gd name="connsiteX305" fmla="*/ 4849872 w 10728325"/>
              <a:gd name="connsiteY305" fmla="*/ 5181019 h 6034088"/>
              <a:gd name="connsiteX306" fmla="*/ 4867813 w 10728325"/>
              <a:gd name="connsiteY306" fmla="*/ 5181019 h 6034088"/>
              <a:gd name="connsiteX307" fmla="*/ 4867813 w 10728325"/>
              <a:gd name="connsiteY307" fmla="*/ 5163084 h 6034088"/>
              <a:gd name="connsiteX308" fmla="*/ 5189105 w 10728325"/>
              <a:gd name="connsiteY308" fmla="*/ 5157569 h 6034088"/>
              <a:gd name="connsiteX309" fmla="*/ 5189105 w 10728325"/>
              <a:gd name="connsiteY309" fmla="*/ 5186544 h 6034088"/>
              <a:gd name="connsiteX310" fmla="*/ 5218081 w 10728325"/>
              <a:gd name="connsiteY310" fmla="*/ 5186544 h 6034088"/>
              <a:gd name="connsiteX311" fmla="*/ 5218081 w 10728325"/>
              <a:gd name="connsiteY311" fmla="*/ 5157569 h 6034088"/>
              <a:gd name="connsiteX312" fmla="*/ 5528528 w 10728325"/>
              <a:gd name="connsiteY312" fmla="*/ 5152060 h 6034088"/>
              <a:gd name="connsiteX313" fmla="*/ 5528528 w 10728325"/>
              <a:gd name="connsiteY313" fmla="*/ 5192069 h 6034088"/>
              <a:gd name="connsiteX314" fmla="*/ 5568539 w 10728325"/>
              <a:gd name="connsiteY314" fmla="*/ 5192069 h 6034088"/>
              <a:gd name="connsiteX315" fmla="*/ 5568539 w 10728325"/>
              <a:gd name="connsiteY315" fmla="*/ 5152060 h 6034088"/>
              <a:gd name="connsiteX316" fmla="*/ 5867738 w 10728325"/>
              <a:gd name="connsiteY316" fmla="*/ 5146523 h 6034088"/>
              <a:gd name="connsiteX317" fmla="*/ 5867738 w 10728325"/>
              <a:gd name="connsiteY317" fmla="*/ 5197573 h 6034088"/>
              <a:gd name="connsiteX318" fmla="*/ 5918807 w 10728325"/>
              <a:gd name="connsiteY318" fmla="*/ 5197573 h 6034088"/>
              <a:gd name="connsiteX319" fmla="*/ 5918807 w 10728325"/>
              <a:gd name="connsiteY319" fmla="*/ 5146523 h 6034088"/>
              <a:gd name="connsiteX320" fmla="*/ 6207005 w 10728325"/>
              <a:gd name="connsiteY320" fmla="*/ 5140814 h 6034088"/>
              <a:gd name="connsiteX321" fmla="*/ 6207005 w 10728325"/>
              <a:gd name="connsiteY321" fmla="*/ 5203099 h 6034088"/>
              <a:gd name="connsiteX322" fmla="*/ 6269304 w 10728325"/>
              <a:gd name="connsiteY322" fmla="*/ 5203099 h 6034088"/>
              <a:gd name="connsiteX323" fmla="*/ 6269304 w 10728325"/>
              <a:gd name="connsiteY323" fmla="*/ 5140814 h 6034088"/>
              <a:gd name="connsiteX324" fmla="*/ 6546216 w 10728325"/>
              <a:gd name="connsiteY324" fmla="*/ 5135299 h 6034088"/>
              <a:gd name="connsiteX325" fmla="*/ 6546216 w 10728325"/>
              <a:gd name="connsiteY325" fmla="*/ 5208624 h 6034088"/>
              <a:gd name="connsiteX326" fmla="*/ 6619523 w 10728325"/>
              <a:gd name="connsiteY326" fmla="*/ 5208624 h 6034088"/>
              <a:gd name="connsiteX327" fmla="*/ 6619523 w 10728325"/>
              <a:gd name="connsiteY327" fmla="*/ 5135299 h 6034088"/>
              <a:gd name="connsiteX328" fmla="*/ 6885650 w 10728325"/>
              <a:gd name="connsiteY328" fmla="*/ 5129980 h 6034088"/>
              <a:gd name="connsiteX329" fmla="*/ 6885650 w 10728325"/>
              <a:gd name="connsiteY329" fmla="*/ 5214340 h 6034088"/>
              <a:gd name="connsiteX330" fmla="*/ 6970020 w 10728325"/>
              <a:gd name="connsiteY330" fmla="*/ 5214340 h 6034088"/>
              <a:gd name="connsiteX331" fmla="*/ 6970020 w 10728325"/>
              <a:gd name="connsiteY331" fmla="*/ 5129980 h 6034088"/>
              <a:gd name="connsiteX332" fmla="*/ 7224861 w 10728325"/>
              <a:gd name="connsiteY332" fmla="*/ 5124443 h 6034088"/>
              <a:gd name="connsiteX333" fmla="*/ 7224861 w 10728325"/>
              <a:gd name="connsiteY333" fmla="*/ 5219843 h 6034088"/>
              <a:gd name="connsiteX334" fmla="*/ 7320294 w 10728325"/>
              <a:gd name="connsiteY334" fmla="*/ 5219843 h 6034088"/>
              <a:gd name="connsiteX335" fmla="*/ 7320294 w 10728325"/>
              <a:gd name="connsiteY335" fmla="*/ 5124443 h 6034088"/>
              <a:gd name="connsiteX336" fmla="*/ 7564295 w 10728325"/>
              <a:gd name="connsiteY336" fmla="*/ 5118934 h 6034088"/>
              <a:gd name="connsiteX337" fmla="*/ 7564295 w 10728325"/>
              <a:gd name="connsiteY337" fmla="*/ 5225369 h 6034088"/>
              <a:gd name="connsiteX338" fmla="*/ 7670735 w 10728325"/>
              <a:gd name="connsiteY338" fmla="*/ 5225369 h 6034088"/>
              <a:gd name="connsiteX339" fmla="*/ 7670735 w 10728325"/>
              <a:gd name="connsiteY339" fmla="*/ 5118934 h 6034088"/>
              <a:gd name="connsiteX340" fmla="*/ 7903338 w 10728325"/>
              <a:gd name="connsiteY340" fmla="*/ 5113219 h 6034088"/>
              <a:gd name="connsiteX341" fmla="*/ 7903338 w 10728325"/>
              <a:gd name="connsiteY341" fmla="*/ 5230890 h 6034088"/>
              <a:gd name="connsiteX342" fmla="*/ 8021008 w 10728325"/>
              <a:gd name="connsiteY342" fmla="*/ 5230890 h 6034088"/>
              <a:gd name="connsiteX343" fmla="*/ 8021008 w 10728325"/>
              <a:gd name="connsiteY343" fmla="*/ 5113219 h 6034088"/>
              <a:gd name="connsiteX344" fmla="*/ 8242772 w 10728325"/>
              <a:gd name="connsiteY344" fmla="*/ 5107710 h 6034088"/>
              <a:gd name="connsiteX345" fmla="*/ 8242772 w 10728325"/>
              <a:gd name="connsiteY345" fmla="*/ 5236415 h 6034088"/>
              <a:gd name="connsiteX346" fmla="*/ 8371450 w 10728325"/>
              <a:gd name="connsiteY346" fmla="*/ 5236415 h 6034088"/>
              <a:gd name="connsiteX347" fmla="*/ 8371450 w 10728325"/>
              <a:gd name="connsiteY347" fmla="*/ 5107710 h 6034088"/>
              <a:gd name="connsiteX348" fmla="*/ 8581983 w 10728325"/>
              <a:gd name="connsiteY348" fmla="*/ 5102178 h 6034088"/>
              <a:gd name="connsiteX349" fmla="*/ 8581983 w 10728325"/>
              <a:gd name="connsiteY349" fmla="*/ 5241923 h 6034088"/>
              <a:gd name="connsiteX350" fmla="*/ 8721724 w 10728325"/>
              <a:gd name="connsiteY350" fmla="*/ 5241923 h 6034088"/>
              <a:gd name="connsiteX351" fmla="*/ 8721724 w 10728325"/>
              <a:gd name="connsiteY351" fmla="*/ 5102178 h 6034088"/>
              <a:gd name="connsiteX352" fmla="*/ 10473651 w 10728325"/>
              <a:gd name="connsiteY352" fmla="*/ 5100022 h 6034088"/>
              <a:gd name="connsiteX353" fmla="*/ 10617583 w 10728325"/>
              <a:gd name="connsiteY353" fmla="*/ 5100022 h 6034088"/>
              <a:gd name="connsiteX354" fmla="*/ 10617583 w 10728325"/>
              <a:gd name="connsiteY354" fmla="*/ 5244091 h 6034088"/>
              <a:gd name="connsiteX355" fmla="*/ 10473651 w 10728325"/>
              <a:gd name="connsiteY355" fmla="*/ 5244091 h 6034088"/>
              <a:gd name="connsiteX356" fmla="*/ 8921417 w 10728325"/>
              <a:gd name="connsiteY356" fmla="*/ 5096658 h 6034088"/>
              <a:gd name="connsiteX357" fmla="*/ 8921417 w 10728325"/>
              <a:gd name="connsiteY357" fmla="*/ 5247443 h 6034088"/>
              <a:gd name="connsiteX358" fmla="*/ 9072221 w 10728325"/>
              <a:gd name="connsiteY358" fmla="*/ 5247443 h 6034088"/>
              <a:gd name="connsiteX359" fmla="*/ 9072221 w 10728325"/>
              <a:gd name="connsiteY359" fmla="*/ 5096658 h 6034088"/>
              <a:gd name="connsiteX360" fmla="*/ 10123209 w 10728325"/>
              <a:gd name="connsiteY360" fmla="*/ 5094496 h 6034088"/>
              <a:gd name="connsiteX361" fmla="*/ 10278539 w 10728325"/>
              <a:gd name="connsiteY361" fmla="*/ 5094496 h 6034088"/>
              <a:gd name="connsiteX362" fmla="*/ 10278539 w 10728325"/>
              <a:gd name="connsiteY362" fmla="*/ 5249623 h 6034088"/>
              <a:gd name="connsiteX363" fmla="*/ 10123209 w 10728325"/>
              <a:gd name="connsiteY363" fmla="*/ 5249623 h 6034088"/>
              <a:gd name="connsiteX364" fmla="*/ 9260460 w 10728325"/>
              <a:gd name="connsiteY364" fmla="*/ 5090954 h 6034088"/>
              <a:gd name="connsiteX365" fmla="*/ 9260460 w 10728325"/>
              <a:gd name="connsiteY365" fmla="*/ 5252969 h 6034088"/>
              <a:gd name="connsiteX366" fmla="*/ 9422494 w 10728325"/>
              <a:gd name="connsiteY366" fmla="*/ 5252969 h 6034088"/>
              <a:gd name="connsiteX367" fmla="*/ 9422494 w 10728325"/>
              <a:gd name="connsiteY367" fmla="*/ 5090954 h 6034088"/>
              <a:gd name="connsiteX368" fmla="*/ 9772936 w 10728325"/>
              <a:gd name="connsiteY368" fmla="*/ 5088976 h 6034088"/>
              <a:gd name="connsiteX369" fmla="*/ 9939105 w 10728325"/>
              <a:gd name="connsiteY369" fmla="*/ 5088976 h 6034088"/>
              <a:gd name="connsiteX370" fmla="*/ 9939105 w 10728325"/>
              <a:gd name="connsiteY370" fmla="*/ 5255137 h 6034088"/>
              <a:gd name="connsiteX371" fmla="*/ 9772936 w 10728325"/>
              <a:gd name="connsiteY371" fmla="*/ 5255137 h 6034088"/>
              <a:gd name="connsiteX372" fmla="*/ 4680356 w 10728325"/>
              <a:gd name="connsiteY372" fmla="*/ 4993582 h 6034088"/>
              <a:gd name="connsiteX373" fmla="*/ 4680356 w 10728325"/>
              <a:gd name="connsiteY373" fmla="*/ 5005801 h 6034088"/>
              <a:gd name="connsiteX374" fmla="*/ 4692576 w 10728325"/>
              <a:gd name="connsiteY374" fmla="*/ 5005801 h 6034088"/>
              <a:gd name="connsiteX375" fmla="*/ 4692576 w 10728325"/>
              <a:gd name="connsiteY375" fmla="*/ 4993582 h 6034088"/>
              <a:gd name="connsiteX376" fmla="*/ 5019589 w 10728325"/>
              <a:gd name="connsiteY376" fmla="*/ 4987872 h 6034088"/>
              <a:gd name="connsiteX377" fmla="*/ 5019589 w 10728325"/>
              <a:gd name="connsiteY377" fmla="*/ 5011327 h 6034088"/>
              <a:gd name="connsiteX378" fmla="*/ 5043045 w 10728325"/>
              <a:gd name="connsiteY378" fmla="*/ 5011327 h 6034088"/>
              <a:gd name="connsiteX379" fmla="*/ 5043045 w 10728325"/>
              <a:gd name="connsiteY379" fmla="*/ 4987872 h 6034088"/>
              <a:gd name="connsiteX380" fmla="*/ 5358822 w 10728325"/>
              <a:gd name="connsiteY380" fmla="*/ 4982340 h 6034088"/>
              <a:gd name="connsiteX381" fmla="*/ 5358822 w 10728325"/>
              <a:gd name="connsiteY381" fmla="*/ 5016835 h 6034088"/>
              <a:gd name="connsiteX382" fmla="*/ 5393313 w 10728325"/>
              <a:gd name="connsiteY382" fmla="*/ 5016835 h 6034088"/>
              <a:gd name="connsiteX383" fmla="*/ 5393313 w 10728325"/>
              <a:gd name="connsiteY383" fmla="*/ 4982340 h 6034088"/>
              <a:gd name="connsiteX384" fmla="*/ 5698217 w 10728325"/>
              <a:gd name="connsiteY384" fmla="*/ 4976826 h 6034088"/>
              <a:gd name="connsiteX385" fmla="*/ 5698217 w 10728325"/>
              <a:gd name="connsiteY385" fmla="*/ 5022355 h 6034088"/>
              <a:gd name="connsiteX386" fmla="*/ 5743754 w 10728325"/>
              <a:gd name="connsiteY386" fmla="*/ 5022355 h 6034088"/>
              <a:gd name="connsiteX387" fmla="*/ 5743754 w 10728325"/>
              <a:gd name="connsiteY387" fmla="*/ 4976826 h 6034088"/>
              <a:gd name="connsiteX388" fmla="*/ 6037483 w 10728325"/>
              <a:gd name="connsiteY388" fmla="*/ 4971507 h 6034088"/>
              <a:gd name="connsiteX389" fmla="*/ 6037483 w 10728325"/>
              <a:gd name="connsiteY389" fmla="*/ 5028071 h 6034088"/>
              <a:gd name="connsiteX390" fmla="*/ 6094027 w 10728325"/>
              <a:gd name="connsiteY390" fmla="*/ 5028071 h 6034088"/>
              <a:gd name="connsiteX391" fmla="*/ 6094027 w 10728325"/>
              <a:gd name="connsiteY391" fmla="*/ 4971507 h 6034088"/>
              <a:gd name="connsiteX392" fmla="*/ 6376694 w 10728325"/>
              <a:gd name="connsiteY392" fmla="*/ 4965797 h 6034088"/>
              <a:gd name="connsiteX393" fmla="*/ 6376694 w 10728325"/>
              <a:gd name="connsiteY393" fmla="*/ 5033602 h 6034088"/>
              <a:gd name="connsiteX394" fmla="*/ 6444525 w 10728325"/>
              <a:gd name="connsiteY394" fmla="*/ 5033602 h 6034088"/>
              <a:gd name="connsiteX395" fmla="*/ 6444525 w 10728325"/>
              <a:gd name="connsiteY395" fmla="*/ 4965797 h 6034088"/>
              <a:gd name="connsiteX396" fmla="*/ 6715905 w 10728325"/>
              <a:gd name="connsiteY396" fmla="*/ 4960260 h 6034088"/>
              <a:gd name="connsiteX397" fmla="*/ 6715905 w 10728325"/>
              <a:gd name="connsiteY397" fmla="*/ 5039100 h 6034088"/>
              <a:gd name="connsiteX398" fmla="*/ 6794743 w 10728325"/>
              <a:gd name="connsiteY398" fmla="*/ 5039100 h 6034088"/>
              <a:gd name="connsiteX399" fmla="*/ 6794743 w 10728325"/>
              <a:gd name="connsiteY399" fmla="*/ 4960260 h 6034088"/>
              <a:gd name="connsiteX400" fmla="*/ 7055339 w 10728325"/>
              <a:gd name="connsiteY400" fmla="*/ 4954751 h 6034088"/>
              <a:gd name="connsiteX401" fmla="*/ 7055339 w 10728325"/>
              <a:gd name="connsiteY401" fmla="*/ 5044625 h 6034088"/>
              <a:gd name="connsiteX402" fmla="*/ 7145240 w 10728325"/>
              <a:gd name="connsiteY402" fmla="*/ 5044625 h 6034088"/>
              <a:gd name="connsiteX403" fmla="*/ 7145240 w 10728325"/>
              <a:gd name="connsiteY403" fmla="*/ 4954751 h 6034088"/>
              <a:gd name="connsiteX404" fmla="*/ 7394606 w 10728325"/>
              <a:gd name="connsiteY404" fmla="*/ 4949231 h 6034088"/>
              <a:gd name="connsiteX405" fmla="*/ 7394606 w 10728325"/>
              <a:gd name="connsiteY405" fmla="*/ 5050151 h 6034088"/>
              <a:gd name="connsiteX406" fmla="*/ 7495515 w 10728325"/>
              <a:gd name="connsiteY406" fmla="*/ 5050151 h 6034088"/>
              <a:gd name="connsiteX407" fmla="*/ 7495515 w 10728325"/>
              <a:gd name="connsiteY407" fmla="*/ 4949231 h 6034088"/>
              <a:gd name="connsiteX408" fmla="*/ 7733817 w 10728325"/>
              <a:gd name="connsiteY408" fmla="*/ 4943527 h 6034088"/>
              <a:gd name="connsiteX409" fmla="*/ 7733817 w 10728325"/>
              <a:gd name="connsiteY409" fmla="*/ 5055677 h 6034088"/>
              <a:gd name="connsiteX410" fmla="*/ 7845956 w 10728325"/>
              <a:gd name="connsiteY410" fmla="*/ 5055677 h 6034088"/>
              <a:gd name="connsiteX411" fmla="*/ 7845956 w 10728325"/>
              <a:gd name="connsiteY411" fmla="*/ 4943527 h 6034088"/>
              <a:gd name="connsiteX412" fmla="*/ 8073027 w 10728325"/>
              <a:gd name="connsiteY412" fmla="*/ 4937995 h 6034088"/>
              <a:gd name="connsiteX413" fmla="*/ 8073027 w 10728325"/>
              <a:gd name="connsiteY413" fmla="*/ 5061180 h 6034088"/>
              <a:gd name="connsiteX414" fmla="*/ 8196229 w 10728325"/>
              <a:gd name="connsiteY414" fmla="*/ 5061180 h 6034088"/>
              <a:gd name="connsiteX415" fmla="*/ 8196229 w 10728325"/>
              <a:gd name="connsiteY415" fmla="*/ 4937995 h 6034088"/>
              <a:gd name="connsiteX416" fmla="*/ 8412461 w 10728325"/>
              <a:gd name="connsiteY416" fmla="*/ 4932475 h 6034088"/>
              <a:gd name="connsiteX417" fmla="*/ 8412461 w 10728325"/>
              <a:gd name="connsiteY417" fmla="*/ 5066700 h 6034088"/>
              <a:gd name="connsiteX418" fmla="*/ 8546726 w 10728325"/>
              <a:gd name="connsiteY418" fmla="*/ 5066700 h 6034088"/>
              <a:gd name="connsiteX419" fmla="*/ 8546726 w 10728325"/>
              <a:gd name="connsiteY419" fmla="*/ 4932475 h 6034088"/>
              <a:gd name="connsiteX420" fmla="*/ 10648927 w 10728325"/>
              <a:gd name="connsiteY420" fmla="*/ 4930308 h 6034088"/>
              <a:gd name="connsiteX421" fmla="*/ 10728325 w 10728325"/>
              <a:gd name="connsiteY421" fmla="*/ 4930308 h 6034088"/>
              <a:gd name="connsiteX422" fmla="*/ 10728325 w 10728325"/>
              <a:gd name="connsiteY422" fmla="*/ 5068874 h 6034088"/>
              <a:gd name="connsiteX423" fmla="*/ 10648927 w 10728325"/>
              <a:gd name="connsiteY423" fmla="*/ 5068874 h 6034088"/>
              <a:gd name="connsiteX424" fmla="*/ 8751728 w 10728325"/>
              <a:gd name="connsiteY424" fmla="*/ 4926966 h 6034088"/>
              <a:gd name="connsiteX425" fmla="*/ 8751728 w 10728325"/>
              <a:gd name="connsiteY425" fmla="*/ 5072231 h 6034088"/>
              <a:gd name="connsiteX426" fmla="*/ 8897000 w 10728325"/>
              <a:gd name="connsiteY426" fmla="*/ 5072231 h 6034088"/>
              <a:gd name="connsiteX427" fmla="*/ 8897000 w 10728325"/>
              <a:gd name="connsiteY427" fmla="*/ 4926966 h 6034088"/>
              <a:gd name="connsiteX428" fmla="*/ 10298431 w 10728325"/>
              <a:gd name="connsiteY428" fmla="*/ 4924787 h 6034088"/>
              <a:gd name="connsiteX429" fmla="*/ 10448228 w 10728325"/>
              <a:gd name="connsiteY429" fmla="*/ 4924787 h 6034088"/>
              <a:gd name="connsiteX430" fmla="*/ 10448228 w 10728325"/>
              <a:gd name="connsiteY430" fmla="*/ 5074584 h 6034088"/>
              <a:gd name="connsiteX431" fmla="*/ 10298431 w 10728325"/>
              <a:gd name="connsiteY431" fmla="*/ 5074584 h 6034088"/>
              <a:gd name="connsiteX432" fmla="*/ 9091106 w 10728325"/>
              <a:gd name="connsiteY432" fmla="*/ 4921648 h 6034088"/>
              <a:gd name="connsiteX433" fmla="*/ 9091106 w 10728325"/>
              <a:gd name="connsiteY433" fmla="*/ 5077948 h 6034088"/>
              <a:gd name="connsiteX434" fmla="*/ 9247441 w 10728325"/>
              <a:gd name="connsiteY434" fmla="*/ 5077948 h 6034088"/>
              <a:gd name="connsiteX435" fmla="*/ 9247441 w 10728325"/>
              <a:gd name="connsiteY435" fmla="*/ 4921648 h 6034088"/>
              <a:gd name="connsiteX436" fmla="*/ 9948157 w 10728325"/>
              <a:gd name="connsiteY436" fmla="*/ 4919262 h 6034088"/>
              <a:gd name="connsiteX437" fmla="*/ 10108794 w 10728325"/>
              <a:gd name="connsiteY437" fmla="*/ 4919262 h 6034088"/>
              <a:gd name="connsiteX438" fmla="*/ 10108794 w 10728325"/>
              <a:gd name="connsiteY438" fmla="*/ 5080104 h 6034088"/>
              <a:gd name="connsiteX439" fmla="*/ 9948157 w 10728325"/>
              <a:gd name="connsiteY439" fmla="*/ 5080104 h 6034088"/>
              <a:gd name="connsiteX440" fmla="*/ 9430150 w 10728325"/>
              <a:gd name="connsiteY440" fmla="*/ 4915915 h 6034088"/>
              <a:gd name="connsiteX441" fmla="*/ 9430150 w 10728325"/>
              <a:gd name="connsiteY441" fmla="*/ 5083456 h 6034088"/>
              <a:gd name="connsiteX442" fmla="*/ 9597716 w 10728325"/>
              <a:gd name="connsiteY442" fmla="*/ 5083456 h 6034088"/>
              <a:gd name="connsiteX443" fmla="*/ 9597716 w 10728325"/>
              <a:gd name="connsiteY443" fmla="*/ 4915915 h 6034088"/>
              <a:gd name="connsiteX444" fmla="*/ 4510650 w 10728325"/>
              <a:gd name="connsiteY444" fmla="*/ 4823862 h 6034088"/>
              <a:gd name="connsiteX445" fmla="*/ 4510650 w 10728325"/>
              <a:gd name="connsiteY445" fmla="*/ 4830567 h 6034088"/>
              <a:gd name="connsiteX446" fmla="*/ 4517355 w 10728325"/>
              <a:gd name="connsiteY446" fmla="*/ 4830567 h 6034088"/>
              <a:gd name="connsiteX447" fmla="*/ 4517355 w 10728325"/>
              <a:gd name="connsiteY447" fmla="*/ 4823862 h 6034088"/>
              <a:gd name="connsiteX448" fmla="*/ 4849872 w 10728325"/>
              <a:gd name="connsiteY448" fmla="*/ 4818157 h 6034088"/>
              <a:gd name="connsiteX449" fmla="*/ 4849872 w 10728325"/>
              <a:gd name="connsiteY449" fmla="*/ 4836091 h 6034088"/>
              <a:gd name="connsiteX450" fmla="*/ 4867813 w 10728325"/>
              <a:gd name="connsiteY450" fmla="*/ 4836091 h 6034088"/>
              <a:gd name="connsiteX451" fmla="*/ 4867813 w 10728325"/>
              <a:gd name="connsiteY451" fmla="*/ 4818157 h 6034088"/>
              <a:gd name="connsiteX452" fmla="*/ 5189105 w 10728325"/>
              <a:gd name="connsiteY452" fmla="*/ 4812838 h 6034088"/>
              <a:gd name="connsiteX453" fmla="*/ 5189105 w 10728325"/>
              <a:gd name="connsiteY453" fmla="*/ 4841813 h 6034088"/>
              <a:gd name="connsiteX454" fmla="*/ 5218081 w 10728325"/>
              <a:gd name="connsiteY454" fmla="*/ 4841813 h 6034088"/>
              <a:gd name="connsiteX455" fmla="*/ 5218081 w 10728325"/>
              <a:gd name="connsiteY455" fmla="*/ 4812838 h 6034088"/>
              <a:gd name="connsiteX456" fmla="*/ 5528528 w 10728325"/>
              <a:gd name="connsiteY456" fmla="*/ 4807318 h 6034088"/>
              <a:gd name="connsiteX457" fmla="*/ 5528528 w 10728325"/>
              <a:gd name="connsiteY457" fmla="*/ 4847333 h 6034088"/>
              <a:gd name="connsiteX458" fmla="*/ 5568539 w 10728325"/>
              <a:gd name="connsiteY458" fmla="*/ 4847333 h 6034088"/>
              <a:gd name="connsiteX459" fmla="*/ 5568539 w 10728325"/>
              <a:gd name="connsiteY459" fmla="*/ 4807318 h 6034088"/>
              <a:gd name="connsiteX460" fmla="*/ 5867738 w 10728325"/>
              <a:gd name="connsiteY460" fmla="*/ 4801809 h 6034088"/>
              <a:gd name="connsiteX461" fmla="*/ 5867738 w 10728325"/>
              <a:gd name="connsiteY461" fmla="*/ 4852859 h 6034088"/>
              <a:gd name="connsiteX462" fmla="*/ 5918807 w 10728325"/>
              <a:gd name="connsiteY462" fmla="*/ 4852859 h 6034088"/>
              <a:gd name="connsiteX463" fmla="*/ 5918807 w 10728325"/>
              <a:gd name="connsiteY463" fmla="*/ 4801809 h 6034088"/>
              <a:gd name="connsiteX464" fmla="*/ 6207005 w 10728325"/>
              <a:gd name="connsiteY464" fmla="*/ 4796083 h 6034088"/>
              <a:gd name="connsiteX465" fmla="*/ 6207005 w 10728325"/>
              <a:gd name="connsiteY465" fmla="*/ 4858362 h 6034088"/>
              <a:gd name="connsiteX466" fmla="*/ 6269304 w 10728325"/>
              <a:gd name="connsiteY466" fmla="*/ 4858362 h 6034088"/>
              <a:gd name="connsiteX467" fmla="*/ 6269304 w 10728325"/>
              <a:gd name="connsiteY467" fmla="*/ 4796083 h 6034088"/>
              <a:gd name="connsiteX468" fmla="*/ 6546216 w 10728325"/>
              <a:gd name="connsiteY468" fmla="*/ 4790562 h 6034088"/>
              <a:gd name="connsiteX469" fmla="*/ 6546216 w 10728325"/>
              <a:gd name="connsiteY469" fmla="*/ 4863887 h 6034088"/>
              <a:gd name="connsiteX470" fmla="*/ 6619523 w 10728325"/>
              <a:gd name="connsiteY470" fmla="*/ 4863887 h 6034088"/>
              <a:gd name="connsiteX471" fmla="*/ 6619523 w 10728325"/>
              <a:gd name="connsiteY471" fmla="*/ 4790562 h 6034088"/>
              <a:gd name="connsiteX472" fmla="*/ 6885650 w 10728325"/>
              <a:gd name="connsiteY472" fmla="*/ 4785053 h 6034088"/>
              <a:gd name="connsiteX473" fmla="*/ 6885650 w 10728325"/>
              <a:gd name="connsiteY473" fmla="*/ 4869413 h 6034088"/>
              <a:gd name="connsiteX474" fmla="*/ 6970020 w 10728325"/>
              <a:gd name="connsiteY474" fmla="*/ 4869413 h 6034088"/>
              <a:gd name="connsiteX475" fmla="*/ 6970020 w 10728325"/>
              <a:gd name="connsiteY475" fmla="*/ 4785053 h 6034088"/>
              <a:gd name="connsiteX476" fmla="*/ 7224861 w 10728325"/>
              <a:gd name="connsiteY476" fmla="*/ 4779517 h 6034088"/>
              <a:gd name="connsiteX477" fmla="*/ 7224861 w 10728325"/>
              <a:gd name="connsiteY477" fmla="*/ 4874911 h 6034088"/>
              <a:gd name="connsiteX478" fmla="*/ 7320294 w 10728325"/>
              <a:gd name="connsiteY478" fmla="*/ 4874911 h 6034088"/>
              <a:gd name="connsiteX479" fmla="*/ 7320294 w 10728325"/>
              <a:gd name="connsiteY479" fmla="*/ 4779517 h 6034088"/>
              <a:gd name="connsiteX480" fmla="*/ 7564295 w 10728325"/>
              <a:gd name="connsiteY480" fmla="*/ 4774008 h 6034088"/>
              <a:gd name="connsiteX481" fmla="*/ 7564295 w 10728325"/>
              <a:gd name="connsiteY481" fmla="*/ 4880443 h 6034088"/>
              <a:gd name="connsiteX482" fmla="*/ 7670735 w 10728325"/>
              <a:gd name="connsiteY482" fmla="*/ 4880443 h 6034088"/>
              <a:gd name="connsiteX483" fmla="*/ 7670735 w 10728325"/>
              <a:gd name="connsiteY483" fmla="*/ 4774008 h 6034088"/>
              <a:gd name="connsiteX484" fmla="*/ 7903338 w 10728325"/>
              <a:gd name="connsiteY484" fmla="*/ 4768292 h 6034088"/>
              <a:gd name="connsiteX485" fmla="*/ 7903338 w 10728325"/>
              <a:gd name="connsiteY485" fmla="*/ 4885963 h 6034088"/>
              <a:gd name="connsiteX486" fmla="*/ 8021008 w 10728325"/>
              <a:gd name="connsiteY486" fmla="*/ 4885963 h 6034088"/>
              <a:gd name="connsiteX487" fmla="*/ 8021008 w 10728325"/>
              <a:gd name="connsiteY487" fmla="*/ 4768292 h 6034088"/>
              <a:gd name="connsiteX488" fmla="*/ 8242772 w 10728325"/>
              <a:gd name="connsiteY488" fmla="*/ 4762973 h 6034088"/>
              <a:gd name="connsiteX489" fmla="*/ 8242772 w 10728325"/>
              <a:gd name="connsiteY489" fmla="*/ 4891678 h 6034088"/>
              <a:gd name="connsiteX490" fmla="*/ 8371450 w 10728325"/>
              <a:gd name="connsiteY490" fmla="*/ 4891678 h 6034088"/>
              <a:gd name="connsiteX491" fmla="*/ 8371450 w 10728325"/>
              <a:gd name="connsiteY491" fmla="*/ 4762973 h 6034088"/>
              <a:gd name="connsiteX492" fmla="*/ 8581983 w 10728325"/>
              <a:gd name="connsiteY492" fmla="*/ 4757464 h 6034088"/>
              <a:gd name="connsiteX493" fmla="*/ 8581983 w 10728325"/>
              <a:gd name="connsiteY493" fmla="*/ 4897209 h 6034088"/>
              <a:gd name="connsiteX494" fmla="*/ 8721724 w 10728325"/>
              <a:gd name="connsiteY494" fmla="*/ 4897209 h 6034088"/>
              <a:gd name="connsiteX495" fmla="*/ 8721724 w 10728325"/>
              <a:gd name="connsiteY495" fmla="*/ 4757464 h 6034088"/>
              <a:gd name="connsiteX496" fmla="*/ 10473651 w 10728325"/>
              <a:gd name="connsiteY496" fmla="*/ 4755285 h 6034088"/>
              <a:gd name="connsiteX497" fmla="*/ 10617583 w 10728325"/>
              <a:gd name="connsiteY497" fmla="*/ 4755285 h 6034088"/>
              <a:gd name="connsiteX498" fmla="*/ 10617583 w 10728325"/>
              <a:gd name="connsiteY498" fmla="*/ 4899372 h 6034088"/>
              <a:gd name="connsiteX499" fmla="*/ 10473651 w 10728325"/>
              <a:gd name="connsiteY499" fmla="*/ 4899372 h 6034088"/>
              <a:gd name="connsiteX500" fmla="*/ 8921417 w 10728325"/>
              <a:gd name="connsiteY500" fmla="*/ 4751928 h 6034088"/>
              <a:gd name="connsiteX501" fmla="*/ 8921417 w 10728325"/>
              <a:gd name="connsiteY501" fmla="*/ 4902713 h 6034088"/>
              <a:gd name="connsiteX502" fmla="*/ 9072221 w 10728325"/>
              <a:gd name="connsiteY502" fmla="*/ 4902713 h 6034088"/>
              <a:gd name="connsiteX503" fmla="*/ 9072221 w 10728325"/>
              <a:gd name="connsiteY503" fmla="*/ 4751928 h 6034088"/>
              <a:gd name="connsiteX504" fmla="*/ 10123209 w 10728325"/>
              <a:gd name="connsiteY504" fmla="*/ 4749765 h 6034088"/>
              <a:gd name="connsiteX505" fmla="*/ 10278539 w 10728325"/>
              <a:gd name="connsiteY505" fmla="*/ 4749765 h 6034088"/>
              <a:gd name="connsiteX506" fmla="*/ 10278539 w 10728325"/>
              <a:gd name="connsiteY506" fmla="*/ 4904886 h 6034088"/>
              <a:gd name="connsiteX507" fmla="*/ 10123209 w 10728325"/>
              <a:gd name="connsiteY507" fmla="*/ 4904886 h 6034088"/>
              <a:gd name="connsiteX508" fmla="*/ 9260460 w 10728325"/>
              <a:gd name="connsiteY508" fmla="*/ 4746217 h 6034088"/>
              <a:gd name="connsiteX509" fmla="*/ 9260460 w 10728325"/>
              <a:gd name="connsiteY509" fmla="*/ 4908233 h 6034088"/>
              <a:gd name="connsiteX510" fmla="*/ 9422494 w 10728325"/>
              <a:gd name="connsiteY510" fmla="*/ 4908233 h 6034088"/>
              <a:gd name="connsiteX511" fmla="*/ 9422494 w 10728325"/>
              <a:gd name="connsiteY511" fmla="*/ 4746217 h 6034088"/>
              <a:gd name="connsiteX512" fmla="*/ 9772936 w 10728325"/>
              <a:gd name="connsiteY512" fmla="*/ 4744044 h 6034088"/>
              <a:gd name="connsiteX513" fmla="*/ 9939105 w 10728325"/>
              <a:gd name="connsiteY513" fmla="*/ 4744044 h 6034088"/>
              <a:gd name="connsiteX514" fmla="*/ 9939105 w 10728325"/>
              <a:gd name="connsiteY514" fmla="*/ 4910401 h 6034088"/>
              <a:gd name="connsiteX515" fmla="*/ 9772936 w 10728325"/>
              <a:gd name="connsiteY515" fmla="*/ 4910401 h 6034088"/>
              <a:gd name="connsiteX516" fmla="*/ 4680356 w 10728325"/>
              <a:gd name="connsiteY516" fmla="*/ 4648851 h 6034088"/>
              <a:gd name="connsiteX517" fmla="*/ 4680356 w 10728325"/>
              <a:gd name="connsiteY517" fmla="*/ 4661070 h 6034088"/>
              <a:gd name="connsiteX518" fmla="*/ 4692576 w 10728325"/>
              <a:gd name="connsiteY518" fmla="*/ 4661070 h 6034088"/>
              <a:gd name="connsiteX519" fmla="*/ 4692576 w 10728325"/>
              <a:gd name="connsiteY519" fmla="*/ 4648851 h 6034088"/>
              <a:gd name="connsiteX520" fmla="*/ 5019589 w 10728325"/>
              <a:gd name="connsiteY520" fmla="*/ 4643135 h 6034088"/>
              <a:gd name="connsiteX521" fmla="*/ 5019589 w 10728325"/>
              <a:gd name="connsiteY521" fmla="*/ 4666590 h 6034088"/>
              <a:gd name="connsiteX522" fmla="*/ 5043045 w 10728325"/>
              <a:gd name="connsiteY522" fmla="*/ 4666590 h 6034088"/>
              <a:gd name="connsiteX523" fmla="*/ 5043045 w 10728325"/>
              <a:gd name="connsiteY523" fmla="*/ 4643135 h 6034088"/>
              <a:gd name="connsiteX524" fmla="*/ 5358822 w 10728325"/>
              <a:gd name="connsiteY524" fmla="*/ 4637626 h 6034088"/>
              <a:gd name="connsiteX525" fmla="*/ 5358822 w 10728325"/>
              <a:gd name="connsiteY525" fmla="*/ 4672115 h 6034088"/>
              <a:gd name="connsiteX526" fmla="*/ 5393313 w 10728325"/>
              <a:gd name="connsiteY526" fmla="*/ 4672115 h 6034088"/>
              <a:gd name="connsiteX527" fmla="*/ 5393313 w 10728325"/>
              <a:gd name="connsiteY527" fmla="*/ 4637626 h 6034088"/>
              <a:gd name="connsiteX528" fmla="*/ 5698217 w 10728325"/>
              <a:gd name="connsiteY528" fmla="*/ 4632095 h 6034088"/>
              <a:gd name="connsiteX529" fmla="*/ 5698217 w 10728325"/>
              <a:gd name="connsiteY529" fmla="*/ 4677624 h 6034088"/>
              <a:gd name="connsiteX530" fmla="*/ 5743754 w 10728325"/>
              <a:gd name="connsiteY530" fmla="*/ 4677624 h 6034088"/>
              <a:gd name="connsiteX531" fmla="*/ 5743754 w 10728325"/>
              <a:gd name="connsiteY531" fmla="*/ 4632095 h 6034088"/>
              <a:gd name="connsiteX532" fmla="*/ 6037483 w 10728325"/>
              <a:gd name="connsiteY532" fmla="*/ 4626575 h 6034088"/>
              <a:gd name="connsiteX533" fmla="*/ 6037483 w 10728325"/>
              <a:gd name="connsiteY533" fmla="*/ 4683145 h 6034088"/>
              <a:gd name="connsiteX534" fmla="*/ 6094027 w 10728325"/>
              <a:gd name="connsiteY534" fmla="*/ 4683145 h 6034088"/>
              <a:gd name="connsiteX535" fmla="*/ 6094027 w 10728325"/>
              <a:gd name="connsiteY535" fmla="*/ 4626575 h 6034088"/>
              <a:gd name="connsiteX536" fmla="*/ 6376694 w 10728325"/>
              <a:gd name="connsiteY536" fmla="*/ 4620870 h 6034088"/>
              <a:gd name="connsiteX537" fmla="*/ 6376694 w 10728325"/>
              <a:gd name="connsiteY537" fmla="*/ 4688670 h 6034088"/>
              <a:gd name="connsiteX538" fmla="*/ 6444525 w 10728325"/>
              <a:gd name="connsiteY538" fmla="*/ 4688670 h 6034088"/>
              <a:gd name="connsiteX539" fmla="*/ 6444525 w 10728325"/>
              <a:gd name="connsiteY539" fmla="*/ 4620870 h 6034088"/>
              <a:gd name="connsiteX540" fmla="*/ 6715905 w 10728325"/>
              <a:gd name="connsiteY540" fmla="*/ 4615334 h 6034088"/>
              <a:gd name="connsiteX541" fmla="*/ 6715905 w 10728325"/>
              <a:gd name="connsiteY541" fmla="*/ 4694174 h 6034088"/>
              <a:gd name="connsiteX542" fmla="*/ 6794743 w 10728325"/>
              <a:gd name="connsiteY542" fmla="*/ 4694174 h 6034088"/>
              <a:gd name="connsiteX543" fmla="*/ 6794743 w 10728325"/>
              <a:gd name="connsiteY543" fmla="*/ 4615334 h 6034088"/>
              <a:gd name="connsiteX544" fmla="*/ 7055339 w 10728325"/>
              <a:gd name="connsiteY544" fmla="*/ 4610009 h 6034088"/>
              <a:gd name="connsiteX545" fmla="*/ 7055339 w 10728325"/>
              <a:gd name="connsiteY545" fmla="*/ 4699889 h 6034088"/>
              <a:gd name="connsiteX546" fmla="*/ 7145240 w 10728325"/>
              <a:gd name="connsiteY546" fmla="*/ 4699889 h 6034088"/>
              <a:gd name="connsiteX547" fmla="*/ 7145240 w 10728325"/>
              <a:gd name="connsiteY547" fmla="*/ 4610009 h 6034088"/>
              <a:gd name="connsiteX548" fmla="*/ 7394606 w 10728325"/>
              <a:gd name="connsiteY548" fmla="*/ 4604500 h 6034088"/>
              <a:gd name="connsiteX549" fmla="*/ 7394606 w 10728325"/>
              <a:gd name="connsiteY549" fmla="*/ 4705415 h 6034088"/>
              <a:gd name="connsiteX550" fmla="*/ 7495515 w 10728325"/>
              <a:gd name="connsiteY550" fmla="*/ 4705415 h 6034088"/>
              <a:gd name="connsiteX551" fmla="*/ 7495515 w 10728325"/>
              <a:gd name="connsiteY551" fmla="*/ 4604500 h 6034088"/>
              <a:gd name="connsiteX552" fmla="*/ 7733817 w 10728325"/>
              <a:gd name="connsiteY552" fmla="*/ 4598790 h 6034088"/>
              <a:gd name="connsiteX553" fmla="*/ 7733817 w 10728325"/>
              <a:gd name="connsiteY553" fmla="*/ 4710940 h 6034088"/>
              <a:gd name="connsiteX554" fmla="*/ 7845956 w 10728325"/>
              <a:gd name="connsiteY554" fmla="*/ 4710940 h 6034088"/>
              <a:gd name="connsiteX555" fmla="*/ 7845956 w 10728325"/>
              <a:gd name="connsiteY555" fmla="*/ 4598790 h 6034088"/>
              <a:gd name="connsiteX556" fmla="*/ 8073027 w 10728325"/>
              <a:gd name="connsiteY556" fmla="*/ 4593276 h 6034088"/>
              <a:gd name="connsiteX557" fmla="*/ 8073027 w 10728325"/>
              <a:gd name="connsiteY557" fmla="*/ 4716466 h 6034088"/>
              <a:gd name="connsiteX558" fmla="*/ 8196229 w 10728325"/>
              <a:gd name="connsiteY558" fmla="*/ 4716466 h 6034088"/>
              <a:gd name="connsiteX559" fmla="*/ 8196229 w 10728325"/>
              <a:gd name="connsiteY559" fmla="*/ 4593276 h 6034088"/>
              <a:gd name="connsiteX560" fmla="*/ 8412461 w 10728325"/>
              <a:gd name="connsiteY560" fmla="*/ 4587745 h 6034088"/>
              <a:gd name="connsiteX561" fmla="*/ 8412461 w 10728325"/>
              <a:gd name="connsiteY561" fmla="*/ 4721970 h 6034088"/>
              <a:gd name="connsiteX562" fmla="*/ 8546726 w 10728325"/>
              <a:gd name="connsiteY562" fmla="*/ 4721970 h 6034088"/>
              <a:gd name="connsiteX563" fmla="*/ 8546726 w 10728325"/>
              <a:gd name="connsiteY563" fmla="*/ 4587745 h 6034088"/>
              <a:gd name="connsiteX564" fmla="*/ 10648927 w 10728325"/>
              <a:gd name="connsiteY564" fmla="*/ 4585577 h 6034088"/>
              <a:gd name="connsiteX565" fmla="*/ 10728325 w 10728325"/>
              <a:gd name="connsiteY565" fmla="*/ 4585577 h 6034088"/>
              <a:gd name="connsiteX566" fmla="*/ 10728325 w 10728325"/>
              <a:gd name="connsiteY566" fmla="*/ 4723942 h 6034088"/>
              <a:gd name="connsiteX567" fmla="*/ 10648927 w 10728325"/>
              <a:gd name="connsiteY567" fmla="*/ 4723942 h 6034088"/>
              <a:gd name="connsiteX568" fmla="*/ 8751728 w 10728325"/>
              <a:gd name="connsiteY568" fmla="*/ 4582230 h 6034088"/>
              <a:gd name="connsiteX569" fmla="*/ 8751728 w 10728325"/>
              <a:gd name="connsiteY569" fmla="*/ 4727495 h 6034088"/>
              <a:gd name="connsiteX570" fmla="*/ 8897000 w 10728325"/>
              <a:gd name="connsiteY570" fmla="*/ 4727495 h 6034088"/>
              <a:gd name="connsiteX571" fmla="*/ 8897000 w 10728325"/>
              <a:gd name="connsiteY571" fmla="*/ 4582230 h 6034088"/>
              <a:gd name="connsiteX572" fmla="*/ 10298431 w 10728325"/>
              <a:gd name="connsiteY572" fmla="*/ 4580051 h 6034088"/>
              <a:gd name="connsiteX573" fmla="*/ 10448228 w 10728325"/>
              <a:gd name="connsiteY573" fmla="*/ 4580051 h 6034088"/>
              <a:gd name="connsiteX574" fmla="*/ 10448228 w 10728325"/>
              <a:gd name="connsiteY574" fmla="*/ 4729657 h 6034088"/>
              <a:gd name="connsiteX575" fmla="*/ 10298431 w 10728325"/>
              <a:gd name="connsiteY575" fmla="*/ 4729657 h 6034088"/>
              <a:gd name="connsiteX576" fmla="*/ 9091106 w 10728325"/>
              <a:gd name="connsiteY576" fmla="*/ 4576716 h 6034088"/>
              <a:gd name="connsiteX577" fmla="*/ 9091106 w 10728325"/>
              <a:gd name="connsiteY577" fmla="*/ 4733021 h 6034088"/>
              <a:gd name="connsiteX578" fmla="*/ 9247441 w 10728325"/>
              <a:gd name="connsiteY578" fmla="*/ 4733021 h 6034088"/>
              <a:gd name="connsiteX579" fmla="*/ 9247441 w 10728325"/>
              <a:gd name="connsiteY579" fmla="*/ 4576716 h 6034088"/>
              <a:gd name="connsiteX580" fmla="*/ 9948157 w 10728325"/>
              <a:gd name="connsiteY580" fmla="*/ 4574548 h 6034088"/>
              <a:gd name="connsiteX581" fmla="*/ 10108794 w 10728325"/>
              <a:gd name="connsiteY581" fmla="*/ 4574548 h 6034088"/>
              <a:gd name="connsiteX582" fmla="*/ 10108794 w 10728325"/>
              <a:gd name="connsiteY582" fmla="*/ 4735166 h 6034088"/>
              <a:gd name="connsiteX583" fmla="*/ 9948157 w 10728325"/>
              <a:gd name="connsiteY583" fmla="*/ 4735166 h 6034088"/>
              <a:gd name="connsiteX584" fmla="*/ 9430150 w 10728325"/>
              <a:gd name="connsiteY584" fmla="*/ 4570989 h 6034088"/>
              <a:gd name="connsiteX585" fmla="*/ 9430150 w 10728325"/>
              <a:gd name="connsiteY585" fmla="*/ 4738524 h 6034088"/>
              <a:gd name="connsiteX586" fmla="*/ 9597716 w 10728325"/>
              <a:gd name="connsiteY586" fmla="*/ 4738524 h 6034088"/>
              <a:gd name="connsiteX587" fmla="*/ 9597716 w 10728325"/>
              <a:gd name="connsiteY587" fmla="*/ 4570989 h 6034088"/>
              <a:gd name="connsiteX588" fmla="*/ 4510650 w 10728325"/>
              <a:gd name="connsiteY588" fmla="*/ 4479148 h 6034088"/>
              <a:gd name="connsiteX589" fmla="*/ 4510650 w 10728325"/>
              <a:gd name="connsiteY589" fmla="*/ 4485853 h 6034088"/>
              <a:gd name="connsiteX590" fmla="*/ 4517355 w 10728325"/>
              <a:gd name="connsiteY590" fmla="*/ 4485853 h 6034088"/>
              <a:gd name="connsiteX591" fmla="*/ 4517355 w 10728325"/>
              <a:gd name="connsiteY591" fmla="*/ 4479148 h 6034088"/>
              <a:gd name="connsiteX592" fmla="*/ 4849872 w 10728325"/>
              <a:gd name="connsiteY592" fmla="*/ 4473421 h 6034088"/>
              <a:gd name="connsiteX593" fmla="*/ 4849872 w 10728325"/>
              <a:gd name="connsiteY593" fmla="*/ 4491356 h 6034088"/>
              <a:gd name="connsiteX594" fmla="*/ 4867813 w 10728325"/>
              <a:gd name="connsiteY594" fmla="*/ 4491356 h 6034088"/>
              <a:gd name="connsiteX595" fmla="*/ 4867813 w 10728325"/>
              <a:gd name="connsiteY595" fmla="*/ 4473421 h 6034088"/>
              <a:gd name="connsiteX596" fmla="*/ 5189105 w 10728325"/>
              <a:gd name="connsiteY596" fmla="*/ 4467906 h 6034088"/>
              <a:gd name="connsiteX597" fmla="*/ 5189105 w 10728325"/>
              <a:gd name="connsiteY597" fmla="*/ 4496881 h 6034088"/>
              <a:gd name="connsiteX598" fmla="*/ 5218081 w 10728325"/>
              <a:gd name="connsiteY598" fmla="*/ 4496881 h 6034088"/>
              <a:gd name="connsiteX599" fmla="*/ 5218081 w 10728325"/>
              <a:gd name="connsiteY599" fmla="*/ 4467906 h 6034088"/>
              <a:gd name="connsiteX600" fmla="*/ 5528528 w 10728325"/>
              <a:gd name="connsiteY600" fmla="*/ 4462392 h 6034088"/>
              <a:gd name="connsiteX601" fmla="*/ 5528528 w 10728325"/>
              <a:gd name="connsiteY601" fmla="*/ 4502401 h 6034088"/>
              <a:gd name="connsiteX602" fmla="*/ 5568539 w 10728325"/>
              <a:gd name="connsiteY602" fmla="*/ 4502401 h 6034088"/>
              <a:gd name="connsiteX603" fmla="*/ 5568539 w 10728325"/>
              <a:gd name="connsiteY603" fmla="*/ 4462392 h 6034088"/>
              <a:gd name="connsiteX604" fmla="*/ 5867738 w 10728325"/>
              <a:gd name="connsiteY604" fmla="*/ 4456883 h 6034088"/>
              <a:gd name="connsiteX605" fmla="*/ 5867738 w 10728325"/>
              <a:gd name="connsiteY605" fmla="*/ 4507933 h 6034088"/>
              <a:gd name="connsiteX606" fmla="*/ 5918807 w 10728325"/>
              <a:gd name="connsiteY606" fmla="*/ 4507933 h 6034088"/>
              <a:gd name="connsiteX607" fmla="*/ 5918807 w 10728325"/>
              <a:gd name="connsiteY607" fmla="*/ 4456883 h 6034088"/>
              <a:gd name="connsiteX608" fmla="*/ 6207005 w 10728325"/>
              <a:gd name="connsiteY608" fmla="*/ 4451357 h 6034088"/>
              <a:gd name="connsiteX609" fmla="*/ 6207005 w 10728325"/>
              <a:gd name="connsiteY609" fmla="*/ 4513642 h 6034088"/>
              <a:gd name="connsiteX610" fmla="*/ 6269248 w 10728325"/>
              <a:gd name="connsiteY610" fmla="*/ 4513642 h 6034088"/>
              <a:gd name="connsiteX611" fmla="*/ 6269248 w 10728325"/>
              <a:gd name="connsiteY611" fmla="*/ 4451357 h 6034088"/>
              <a:gd name="connsiteX612" fmla="*/ 6546216 w 10728325"/>
              <a:gd name="connsiteY612" fmla="*/ 4445826 h 6034088"/>
              <a:gd name="connsiteX613" fmla="*/ 6546216 w 10728325"/>
              <a:gd name="connsiteY613" fmla="*/ 4519151 h 6034088"/>
              <a:gd name="connsiteX614" fmla="*/ 6619523 w 10728325"/>
              <a:gd name="connsiteY614" fmla="*/ 4519151 h 6034088"/>
              <a:gd name="connsiteX615" fmla="*/ 6619523 w 10728325"/>
              <a:gd name="connsiteY615" fmla="*/ 4445826 h 6034088"/>
              <a:gd name="connsiteX616" fmla="*/ 6885650 w 10728325"/>
              <a:gd name="connsiteY616" fmla="*/ 4440317 h 6034088"/>
              <a:gd name="connsiteX617" fmla="*/ 6885650 w 10728325"/>
              <a:gd name="connsiteY617" fmla="*/ 4524677 h 6034088"/>
              <a:gd name="connsiteX618" fmla="*/ 6970020 w 10728325"/>
              <a:gd name="connsiteY618" fmla="*/ 4524677 h 6034088"/>
              <a:gd name="connsiteX619" fmla="*/ 6970020 w 10728325"/>
              <a:gd name="connsiteY619" fmla="*/ 4440317 h 6034088"/>
              <a:gd name="connsiteX620" fmla="*/ 7224861 w 10728325"/>
              <a:gd name="connsiteY620" fmla="*/ 4434803 h 6034088"/>
              <a:gd name="connsiteX621" fmla="*/ 7224861 w 10728325"/>
              <a:gd name="connsiteY621" fmla="*/ 4530197 h 6034088"/>
              <a:gd name="connsiteX622" fmla="*/ 7320294 w 10728325"/>
              <a:gd name="connsiteY622" fmla="*/ 4530197 h 6034088"/>
              <a:gd name="connsiteX623" fmla="*/ 7320294 w 10728325"/>
              <a:gd name="connsiteY623" fmla="*/ 4434803 h 6034088"/>
              <a:gd name="connsiteX624" fmla="*/ 7564295 w 10728325"/>
              <a:gd name="connsiteY624" fmla="*/ 4429266 h 6034088"/>
              <a:gd name="connsiteX625" fmla="*/ 7564295 w 10728325"/>
              <a:gd name="connsiteY625" fmla="*/ 4535701 h 6034088"/>
              <a:gd name="connsiteX626" fmla="*/ 7670735 w 10728325"/>
              <a:gd name="connsiteY626" fmla="*/ 4535701 h 6034088"/>
              <a:gd name="connsiteX627" fmla="*/ 7670735 w 10728325"/>
              <a:gd name="connsiteY627" fmla="*/ 4429266 h 6034088"/>
              <a:gd name="connsiteX628" fmla="*/ 7903338 w 10728325"/>
              <a:gd name="connsiteY628" fmla="*/ 4423561 h 6034088"/>
              <a:gd name="connsiteX629" fmla="*/ 7903338 w 10728325"/>
              <a:gd name="connsiteY629" fmla="*/ 4541232 h 6034088"/>
              <a:gd name="connsiteX630" fmla="*/ 8021008 w 10728325"/>
              <a:gd name="connsiteY630" fmla="*/ 4541232 h 6034088"/>
              <a:gd name="connsiteX631" fmla="*/ 8021008 w 10728325"/>
              <a:gd name="connsiteY631" fmla="*/ 4423561 h 6034088"/>
              <a:gd name="connsiteX632" fmla="*/ 8242772 w 10728325"/>
              <a:gd name="connsiteY632" fmla="*/ 4418047 h 6034088"/>
              <a:gd name="connsiteX633" fmla="*/ 8242772 w 10728325"/>
              <a:gd name="connsiteY633" fmla="*/ 4546752 h 6034088"/>
              <a:gd name="connsiteX634" fmla="*/ 8371450 w 10728325"/>
              <a:gd name="connsiteY634" fmla="*/ 4546752 h 6034088"/>
              <a:gd name="connsiteX635" fmla="*/ 8371450 w 10728325"/>
              <a:gd name="connsiteY635" fmla="*/ 4418047 h 6034088"/>
              <a:gd name="connsiteX636" fmla="*/ 8581983 w 10728325"/>
              <a:gd name="connsiteY636" fmla="*/ 4412532 h 6034088"/>
              <a:gd name="connsiteX637" fmla="*/ 8581983 w 10728325"/>
              <a:gd name="connsiteY637" fmla="*/ 4552277 h 6034088"/>
              <a:gd name="connsiteX638" fmla="*/ 8721724 w 10728325"/>
              <a:gd name="connsiteY638" fmla="*/ 4552277 h 6034088"/>
              <a:gd name="connsiteX639" fmla="*/ 8721724 w 10728325"/>
              <a:gd name="connsiteY639" fmla="*/ 4412532 h 6034088"/>
              <a:gd name="connsiteX640" fmla="*/ 10473651 w 10728325"/>
              <a:gd name="connsiteY640" fmla="*/ 4410359 h 6034088"/>
              <a:gd name="connsiteX641" fmla="*/ 10617583 w 10728325"/>
              <a:gd name="connsiteY641" fmla="*/ 4410359 h 6034088"/>
              <a:gd name="connsiteX642" fmla="*/ 10617583 w 10728325"/>
              <a:gd name="connsiteY642" fmla="*/ 4554635 h 6034088"/>
              <a:gd name="connsiteX643" fmla="*/ 10473651 w 10728325"/>
              <a:gd name="connsiteY643" fmla="*/ 4554635 h 6034088"/>
              <a:gd name="connsiteX644" fmla="*/ 8921417 w 10728325"/>
              <a:gd name="connsiteY644" fmla="*/ 4407001 h 6034088"/>
              <a:gd name="connsiteX645" fmla="*/ 8921417 w 10728325"/>
              <a:gd name="connsiteY645" fmla="*/ 4557786 h 6034088"/>
              <a:gd name="connsiteX646" fmla="*/ 9072221 w 10728325"/>
              <a:gd name="connsiteY646" fmla="*/ 4557786 h 6034088"/>
              <a:gd name="connsiteX647" fmla="*/ 9072221 w 10728325"/>
              <a:gd name="connsiteY647" fmla="*/ 4407001 h 6034088"/>
              <a:gd name="connsiteX648" fmla="*/ 10123209 w 10728325"/>
              <a:gd name="connsiteY648" fmla="*/ 4404839 h 6034088"/>
              <a:gd name="connsiteX649" fmla="*/ 10278539 w 10728325"/>
              <a:gd name="connsiteY649" fmla="*/ 4404839 h 6034088"/>
              <a:gd name="connsiteX650" fmla="*/ 10278539 w 10728325"/>
              <a:gd name="connsiteY650" fmla="*/ 4560155 h 6034088"/>
              <a:gd name="connsiteX651" fmla="*/ 10123209 w 10728325"/>
              <a:gd name="connsiteY651" fmla="*/ 4560155 h 6034088"/>
              <a:gd name="connsiteX652" fmla="*/ 9260460 w 10728325"/>
              <a:gd name="connsiteY652" fmla="*/ 4401481 h 6034088"/>
              <a:gd name="connsiteX653" fmla="*/ 9260460 w 10728325"/>
              <a:gd name="connsiteY653" fmla="*/ 4563496 h 6034088"/>
              <a:gd name="connsiteX654" fmla="*/ 9422494 w 10728325"/>
              <a:gd name="connsiteY654" fmla="*/ 4563496 h 6034088"/>
              <a:gd name="connsiteX655" fmla="*/ 9422494 w 10728325"/>
              <a:gd name="connsiteY655" fmla="*/ 4401481 h 6034088"/>
              <a:gd name="connsiteX656" fmla="*/ 9772936 w 10728325"/>
              <a:gd name="connsiteY656" fmla="*/ 4399308 h 6034088"/>
              <a:gd name="connsiteX657" fmla="*/ 9939105 w 10728325"/>
              <a:gd name="connsiteY657" fmla="*/ 4399308 h 6034088"/>
              <a:gd name="connsiteX658" fmla="*/ 9939105 w 10728325"/>
              <a:gd name="connsiteY658" fmla="*/ 4565474 h 6034088"/>
              <a:gd name="connsiteX659" fmla="*/ 9772936 w 10728325"/>
              <a:gd name="connsiteY659" fmla="*/ 4565474 h 6034088"/>
              <a:gd name="connsiteX660" fmla="*/ 4680356 w 10728325"/>
              <a:gd name="connsiteY660" fmla="*/ 4303919 h 6034088"/>
              <a:gd name="connsiteX661" fmla="*/ 4680356 w 10728325"/>
              <a:gd name="connsiteY661" fmla="*/ 4316144 h 6034088"/>
              <a:gd name="connsiteX662" fmla="*/ 4692576 w 10728325"/>
              <a:gd name="connsiteY662" fmla="*/ 4316144 h 6034088"/>
              <a:gd name="connsiteX663" fmla="*/ 4692576 w 10728325"/>
              <a:gd name="connsiteY663" fmla="*/ 4303919 h 6034088"/>
              <a:gd name="connsiteX664" fmla="*/ 5019589 w 10728325"/>
              <a:gd name="connsiteY664" fmla="*/ 4298209 h 6034088"/>
              <a:gd name="connsiteX665" fmla="*/ 5019589 w 10728325"/>
              <a:gd name="connsiteY665" fmla="*/ 4321664 h 6034088"/>
              <a:gd name="connsiteX666" fmla="*/ 5043045 w 10728325"/>
              <a:gd name="connsiteY666" fmla="*/ 4321664 h 6034088"/>
              <a:gd name="connsiteX667" fmla="*/ 5043045 w 10728325"/>
              <a:gd name="connsiteY667" fmla="*/ 4298209 h 6034088"/>
              <a:gd name="connsiteX668" fmla="*/ 5358822 w 10728325"/>
              <a:gd name="connsiteY668" fmla="*/ 4292890 h 6034088"/>
              <a:gd name="connsiteX669" fmla="*/ 5358822 w 10728325"/>
              <a:gd name="connsiteY669" fmla="*/ 4327379 h 6034088"/>
              <a:gd name="connsiteX670" fmla="*/ 5393313 w 10728325"/>
              <a:gd name="connsiteY670" fmla="*/ 4327379 h 6034088"/>
              <a:gd name="connsiteX671" fmla="*/ 5393313 w 10728325"/>
              <a:gd name="connsiteY671" fmla="*/ 4292890 h 6034088"/>
              <a:gd name="connsiteX672" fmla="*/ 5698217 w 10728325"/>
              <a:gd name="connsiteY672" fmla="*/ 4287353 h 6034088"/>
              <a:gd name="connsiteX673" fmla="*/ 5698217 w 10728325"/>
              <a:gd name="connsiteY673" fmla="*/ 4332888 h 6034088"/>
              <a:gd name="connsiteX674" fmla="*/ 5743754 w 10728325"/>
              <a:gd name="connsiteY674" fmla="*/ 4332888 h 6034088"/>
              <a:gd name="connsiteX675" fmla="*/ 5743754 w 10728325"/>
              <a:gd name="connsiteY675" fmla="*/ 4287353 h 6034088"/>
              <a:gd name="connsiteX676" fmla="*/ 6037483 w 10728325"/>
              <a:gd name="connsiteY676" fmla="*/ 4281839 h 6034088"/>
              <a:gd name="connsiteX677" fmla="*/ 6037483 w 10728325"/>
              <a:gd name="connsiteY677" fmla="*/ 4338409 h 6034088"/>
              <a:gd name="connsiteX678" fmla="*/ 6094027 w 10728325"/>
              <a:gd name="connsiteY678" fmla="*/ 4338409 h 6034088"/>
              <a:gd name="connsiteX679" fmla="*/ 6094027 w 10728325"/>
              <a:gd name="connsiteY679" fmla="*/ 4281839 h 6034088"/>
              <a:gd name="connsiteX680" fmla="*/ 6376694 w 10728325"/>
              <a:gd name="connsiteY680" fmla="*/ 4276134 h 6034088"/>
              <a:gd name="connsiteX681" fmla="*/ 6376694 w 10728325"/>
              <a:gd name="connsiteY681" fmla="*/ 4343934 h 6034088"/>
              <a:gd name="connsiteX682" fmla="*/ 6444525 w 10728325"/>
              <a:gd name="connsiteY682" fmla="*/ 4343934 h 6034088"/>
              <a:gd name="connsiteX683" fmla="*/ 6444525 w 10728325"/>
              <a:gd name="connsiteY683" fmla="*/ 4276134 h 6034088"/>
              <a:gd name="connsiteX684" fmla="*/ 6715905 w 10728325"/>
              <a:gd name="connsiteY684" fmla="*/ 4270614 h 6034088"/>
              <a:gd name="connsiteX685" fmla="*/ 6715905 w 10728325"/>
              <a:gd name="connsiteY685" fmla="*/ 4349454 h 6034088"/>
              <a:gd name="connsiteX686" fmla="*/ 6794743 w 10728325"/>
              <a:gd name="connsiteY686" fmla="*/ 4349454 h 6034088"/>
              <a:gd name="connsiteX687" fmla="*/ 6794743 w 10728325"/>
              <a:gd name="connsiteY687" fmla="*/ 4270614 h 6034088"/>
              <a:gd name="connsiteX688" fmla="*/ 7055339 w 10728325"/>
              <a:gd name="connsiteY688" fmla="*/ 4265083 h 6034088"/>
              <a:gd name="connsiteX689" fmla="*/ 7055339 w 10728325"/>
              <a:gd name="connsiteY689" fmla="*/ 4354963 h 6034088"/>
              <a:gd name="connsiteX690" fmla="*/ 7145240 w 10728325"/>
              <a:gd name="connsiteY690" fmla="*/ 4354963 h 6034088"/>
              <a:gd name="connsiteX691" fmla="*/ 7145240 w 10728325"/>
              <a:gd name="connsiteY691" fmla="*/ 4265083 h 6034088"/>
              <a:gd name="connsiteX692" fmla="*/ 7394606 w 10728325"/>
              <a:gd name="connsiteY692" fmla="*/ 4259574 h 6034088"/>
              <a:gd name="connsiteX693" fmla="*/ 7394606 w 10728325"/>
              <a:gd name="connsiteY693" fmla="*/ 4360488 h 6034088"/>
              <a:gd name="connsiteX694" fmla="*/ 7495515 w 10728325"/>
              <a:gd name="connsiteY694" fmla="*/ 4360488 h 6034088"/>
              <a:gd name="connsiteX695" fmla="*/ 7495515 w 10728325"/>
              <a:gd name="connsiteY695" fmla="*/ 4259574 h 6034088"/>
              <a:gd name="connsiteX696" fmla="*/ 7733817 w 10728325"/>
              <a:gd name="connsiteY696" fmla="*/ 4253858 h 6034088"/>
              <a:gd name="connsiteX697" fmla="*/ 7733817 w 10728325"/>
              <a:gd name="connsiteY697" fmla="*/ 4366008 h 6034088"/>
              <a:gd name="connsiteX698" fmla="*/ 7845956 w 10728325"/>
              <a:gd name="connsiteY698" fmla="*/ 4366008 h 6034088"/>
              <a:gd name="connsiteX699" fmla="*/ 7845956 w 10728325"/>
              <a:gd name="connsiteY699" fmla="*/ 4253858 h 6034088"/>
              <a:gd name="connsiteX700" fmla="*/ 8073027 w 10728325"/>
              <a:gd name="connsiteY700" fmla="*/ 4248349 h 6034088"/>
              <a:gd name="connsiteX701" fmla="*/ 8073027 w 10728325"/>
              <a:gd name="connsiteY701" fmla="*/ 4371539 h 6034088"/>
              <a:gd name="connsiteX702" fmla="*/ 8196229 w 10728325"/>
              <a:gd name="connsiteY702" fmla="*/ 4371539 h 6034088"/>
              <a:gd name="connsiteX703" fmla="*/ 8196229 w 10728325"/>
              <a:gd name="connsiteY703" fmla="*/ 4248349 h 6034088"/>
              <a:gd name="connsiteX704" fmla="*/ 8412461 w 10728325"/>
              <a:gd name="connsiteY704" fmla="*/ 4243008 h 6034088"/>
              <a:gd name="connsiteX705" fmla="*/ 8412461 w 10728325"/>
              <a:gd name="connsiteY705" fmla="*/ 4377233 h 6034088"/>
              <a:gd name="connsiteX706" fmla="*/ 8546726 w 10728325"/>
              <a:gd name="connsiteY706" fmla="*/ 4377233 h 6034088"/>
              <a:gd name="connsiteX707" fmla="*/ 8546726 w 10728325"/>
              <a:gd name="connsiteY707" fmla="*/ 4243008 h 6034088"/>
              <a:gd name="connsiteX708" fmla="*/ 10648927 w 10728325"/>
              <a:gd name="connsiteY708" fmla="*/ 4240841 h 6034088"/>
              <a:gd name="connsiteX709" fmla="*/ 10728325 w 10728325"/>
              <a:gd name="connsiteY709" fmla="*/ 4240841 h 6034088"/>
              <a:gd name="connsiteX710" fmla="*/ 10728325 w 10728325"/>
              <a:gd name="connsiteY710" fmla="*/ 4379211 h 6034088"/>
              <a:gd name="connsiteX711" fmla="*/ 10648927 w 10728325"/>
              <a:gd name="connsiteY711" fmla="*/ 4379211 h 6034088"/>
              <a:gd name="connsiteX712" fmla="*/ 8751728 w 10728325"/>
              <a:gd name="connsiteY712" fmla="*/ 4237494 h 6034088"/>
              <a:gd name="connsiteX713" fmla="*/ 8751728 w 10728325"/>
              <a:gd name="connsiteY713" fmla="*/ 4382754 h 6034088"/>
              <a:gd name="connsiteX714" fmla="*/ 8897000 w 10728325"/>
              <a:gd name="connsiteY714" fmla="*/ 4382754 h 6034088"/>
              <a:gd name="connsiteX715" fmla="*/ 8897000 w 10728325"/>
              <a:gd name="connsiteY715" fmla="*/ 4237494 h 6034088"/>
              <a:gd name="connsiteX716" fmla="*/ 10298431 w 10728325"/>
              <a:gd name="connsiteY716" fmla="*/ 4235337 h 6034088"/>
              <a:gd name="connsiteX717" fmla="*/ 10448228 w 10728325"/>
              <a:gd name="connsiteY717" fmla="*/ 4235337 h 6034088"/>
              <a:gd name="connsiteX718" fmla="*/ 10448228 w 10728325"/>
              <a:gd name="connsiteY718" fmla="*/ 4384921 h 6034088"/>
              <a:gd name="connsiteX719" fmla="*/ 10298431 w 10728325"/>
              <a:gd name="connsiteY719" fmla="*/ 4384921 h 6034088"/>
              <a:gd name="connsiteX720" fmla="*/ 9091106 w 10728325"/>
              <a:gd name="connsiteY720" fmla="*/ 4231979 h 6034088"/>
              <a:gd name="connsiteX721" fmla="*/ 9091106 w 10728325"/>
              <a:gd name="connsiteY721" fmla="*/ 4388284 h 6034088"/>
              <a:gd name="connsiteX722" fmla="*/ 9247441 w 10728325"/>
              <a:gd name="connsiteY722" fmla="*/ 4388284 h 6034088"/>
              <a:gd name="connsiteX723" fmla="*/ 9247441 w 10728325"/>
              <a:gd name="connsiteY723" fmla="*/ 4231979 h 6034088"/>
              <a:gd name="connsiteX724" fmla="*/ 9948157 w 10728325"/>
              <a:gd name="connsiteY724" fmla="*/ 4229616 h 6034088"/>
              <a:gd name="connsiteX725" fmla="*/ 10108794 w 10728325"/>
              <a:gd name="connsiteY725" fmla="*/ 4229616 h 6034088"/>
              <a:gd name="connsiteX726" fmla="*/ 10108794 w 10728325"/>
              <a:gd name="connsiteY726" fmla="*/ 4390452 h 6034088"/>
              <a:gd name="connsiteX727" fmla="*/ 9948157 w 10728325"/>
              <a:gd name="connsiteY727" fmla="*/ 4390452 h 6034088"/>
              <a:gd name="connsiteX728" fmla="*/ 9430150 w 10728325"/>
              <a:gd name="connsiteY728" fmla="*/ 4226269 h 6034088"/>
              <a:gd name="connsiteX729" fmla="*/ 9430150 w 10728325"/>
              <a:gd name="connsiteY729" fmla="*/ 4393804 h 6034088"/>
              <a:gd name="connsiteX730" fmla="*/ 9597716 w 10728325"/>
              <a:gd name="connsiteY730" fmla="*/ 4393804 h 6034088"/>
              <a:gd name="connsiteX731" fmla="*/ 9597716 w 10728325"/>
              <a:gd name="connsiteY731" fmla="*/ 4226269 h 6034088"/>
              <a:gd name="connsiteX732" fmla="*/ 4510650 w 10728325"/>
              <a:gd name="connsiteY732" fmla="*/ 4134411 h 6034088"/>
              <a:gd name="connsiteX733" fmla="*/ 4510650 w 10728325"/>
              <a:gd name="connsiteY733" fmla="*/ 4141110 h 6034088"/>
              <a:gd name="connsiteX734" fmla="*/ 4517355 w 10728325"/>
              <a:gd name="connsiteY734" fmla="*/ 4141110 h 6034088"/>
              <a:gd name="connsiteX735" fmla="*/ 4517355 w 10728325"/>
              <a:gd name="connsiteY735" fmla="*/ 4134411 h 6034088"/>
              <a:gd name="connsiteX736" fmla="*/ 4849872 w 10728325"/>
              <a:gd name="connsiteY736" fmla="*/ 4128701 h 6034088"/>
              <a:gd name="connsiteX737" fmla="*/ 4849872 w 10728325"/>
              <a:gd name="connsiteY737" fmla="*/ 4146641 h 6034088"/>
              <a:gd name="connsiteX738" fmla="*/ 4867813 w 10728325"/>
              <a:gd name="connsiteY738" fmla="*/ 4146641 h 6034088"/>
              <a:gd name="connsiteX739" fmla="*/ 4867813 w 10728325"/>
              <a:gd name="connsiteY739" fmla="*/ 4128701 h 6034088"/>
              <a:gd name="connsiteX740" fmla="*/ 5189105 w 10728325"/>
              <a:gd name="connsiteY740" fmla="*/ 4123170 h 6034088"/>
              <a:gd name="connsiteX741" fmla="*/ 5189105 w 10728325"/>
              <a:gd name="connsiteY741" fmla="*/ 4152145 h 6034088"/>
              <a:gd name="connsiteX742" fmla="*/ 5218081 w 10728325"/>
              <a:gd name="connsiteY742" fmla="*/ 4152145 h 6034088"/>
              <a:gd name="connsiteX743" fmla="*/ 5218081 w 10728325"/>
              <a:gd name="connsiteY743" fmla="*/ 4123170 h 6034088"/>
              <a:gd name="connsiteX744" fmla="*/ 5528528 w 10728325"/>
              <a:gd name="connsiteY744" fmla="*/ 4117656 h 6034088"/>
              <a:gd name="connsiteX745" fmla="*/ 5528528 w 10728325"/>
              <a:gd name="connsiteY745" fmla="*/ 4157665 h 6034088"/>
              <a:gd name="connsiteX746" fmla="*/ 5568539 w 10728325"/>
              <a:gd name="connsiteY746" fmla="*/ 4157665 h 6034088"/>
              <a:gd name="connsiteX747" fmla="*/ 5568539 w 10728325"/>
              <a:gd name="connsiteY747" fmla="*/ 4117656 h 6034088"/>
              <a:gd name="connsiteX748" fmla="*/ 5867738 w 10728325"/>
              <a:gd name="connsiteY748" fmla="*/ 4112147 h 6034088"/>
              <a:gd name="connsiteX749" fmla="*/ 5867738 w 10728325"/>
              <a:gd name="connsiteY749" fmla="*/ 4163197 h 6034088"/>
              <a:gd name="connsiteX750" fmla="*/ 5918807 w 10728325"/>
              <a:gd name="connsiteY750" fmla="*/ 4163197 h 6034088"/>
              <a:gd name="connsiteX751" fmla="*/ 5918807 w 10728325"/>
              <a:gd name="connsiteY751" fmla="*/ 4112147 h 6034088"/>
              <a:gd name="connsiteX752" fmla="*/ 6207005 w 10728325"/>
              <a:gd name="connsiteY752" fmla="*/ 4106431 h 6034088"/>
              <a:gd name="connsiteX753" fmla="*/ 6207005 w 10728325"/>
              <a:gd name="connsiteY753" fmla="*/ 4168716 h 6034088"/>
              <a:gd name="connsiteX754" fmla="*/ 6269248 w 10728325"/>
              <a:gd name="connsiteY754" fmla="*/ 4168716 h 6034088"/>
              <a:gd name="connsiteX755" fmla="*/ 6269248 w 10728325"/>
              <a:gd name="connsiteY755" fmla="*/ 4106431 h 6034088"/>
              <a:gd name="connsiteX756" fmla="*/ 6546216 w 10728325"/>
              <a:gd name="connsiteY756" fmla="*/ 4100900 h 6034088"/>
              <a:gd name="connsiteX757" fmla="*/ 6546216 w 10728325"/>
              <a:gd name="connsiteY757" fmla="*/ 4174220 h 6034088"/>
              <a:gd name="connsiteX758" fmla="*/ 6619523 w 10728325"/>
              <a:gd name="connsiteY758" fmla="*/ 4174220 h 6034088"/>
              <a:gd name="connsiteX759" fmla="*/ 6619523 w 10728325"/>
              <a:gd name="connsiteY759" fmla="*/ 4100900 h 6034088"/>
              <a:gd name="connsiteX760" fmla="*/ 6885650 w 10728325"/>
              <a:gd name="connsiteY760" fmla="*/ 4095391 h 6034088"/>
              <a:gd name="connsiteX761" fmla="*/ 6885650 w 10728325"/>
              <a:gd name="connsiteY761" fmla="*/ 4179745 h 6034088"/>
              <a:gd name="connsiteX762" fmla="*/ 6970020 w 10728325"/>
              <a:gd name="connsiteY762" fmla="*/ 4179745 h 6034088"/>
              <a:gd name="connsiteX763" fmla="*/ 6970020 w 10728325"/>
              <a:gd name="connsiteY763" fmla="*/ 4095391 h 6034088"/>
              <a:gd name="connsiteX764" fmla="*/ 7224861 w 10728325"/>
              <a:gd name="connsiteY764" fmla="*/ 4090061 h 6034088"/>
              <a:gd name="connsiteX765" fmla="*/ 7224861 w 10728325"/>
              <a:gd name="connsiteY765" fmla="*/ 4185461 h 6034088"/>
              <a:gd name="connsiteX766" fmla="*/ 7320294 w 10728325"/>
              <a:gd name="connsiteY766" fmla="*/ 4185461 h 6034088"/>
              <a:gd name="connsiteX767" fmla="*/ 7320294 w 10728325"/>
              <a:gd name="connsiteY767" fmla="*/ 4090061 h 6034088"/>
              <a:gd name="connsiteX768" fmla="*/ 7564295 w 10728325"/>
              <a:gd name="connsiteY768" fmla="*/ 4084552 h 6034088"/>
              <a:gd name="connsiteX769" fmla="*/ 7564295 w 10728325"/>
              <a:gd name="connsiteY769" fmla="*/ 4190987 h 6034088"/>
              <a:gd name="connsiteX770" fmla="*/ 7670735 w 10728325"/>
              <a:gd name="connsiteY770" fmla="*/ 4190987 h 6034088"/>
              <a:gd name="connsiteX771" fmla="*/ 7670735 w 10728325"/>
              <a:gd name="connsiteY771" fmla="*/ 4084552 h 6034088"/>
              <a:gd name="connsiteX772" fmla="*/ 7903338 w 10728325"/>
              <a:gd name="connsiteY772" fmla="*/ 4078825 h 6034088"/>
              <a:gd name="connsiteX773" fmla="*/ 7903338 w 10728325"/>
              <a:gd name="connsiteY773" fmla="*/ 4196495 h 6034088"/>
              <a:gd name="connsiteX774" fmla="*/ 8021008 w 10728325"/>
              <a:gd name="connsiteY774" fmla="*/ 4196495 h 6034088"/>
              <a:gd name="connsiteX775" fmla="*/ 8021008 w 10728325"/>
              <a:gd name="connsiteY775" fmla="*/ 4078825 h 6034088"/>
              <a:gd name="connsiteX776" fmla="*/ 8242772 w 10728325"/>
              <a:gd name="connsiteY776" fmla="*/ 4073305 h 6034088"/>
              <a:gd name="connsiteX777" fmla="*/ 8242772 w 10728325"/>
              <a:gd name="connsiteY777" fmla="*/ 4202016 h 6034088"/>
              <a:gd name="connsiteX778" fmla="*/ 8371450 w 10728325"/>
              <a:gd name="connsiteY778" fmla="*/ 4202016 h 6034088"/>
              <a:gd name="connsiteX779" fmla="*/ 8371450 w 10728325"/>
              <a:gd name="connsiteY779" fmla="*/ 4073305 h 6034088"/>
              <a:gd name="connsiteX780" fmla="*/ 8581983 w 10728325"/>
              <a:gd name="connsiteY780" fmla="*/ 4067796 h 6034088"/>
              <a:gd name="connsiteX781" fmla="*/ 8581983 w 10728325"/>
              <a:gd name="connsiteY781" fmla="*/ 4207541 h 6034088"/>
              <a:gd name="connsiteX782" fmla="*/ 8721724 w 10728325"/>
              <a:gd name="connsiteY782" fmla="*/ 4207541 h 6034088"/>
              <a:gd name="connsiteX783" fmla="*/ 8721724 w 10728325"/>
              <a:gd name="connsiteY783" fmla="*/ 4067796 h 6034088"/>
              <a:gd name="connsiteX784" fmla="*/ 10473651 w 10728325"/>
              <a:gd name="connsiteY784" fmla="*/ 4065623 h 6034088"/>
              <a:gd name="connsiteX785" fmla="*/ 10617583 w 10728325"/>
              <a:gd name="connsiteY785" fmla="*/ 4065623 h 6034088"/>
              <a:gd name="connsiteX786" fmla="*/ 10617583 w 10728325"/>
              <a:gd name="connsiteY786" fmla="*/ 4209709 h 6034088"/>
              <a:gd name="connsiteX787" fmla="*/ 10473651 w 10728325"/>
              <a:gd name="connsiteY787" fmla="*/ 4209709 h 6034088"/>
              <a:gd name="connsiteX788" fmla="*/ 8921417 w 10728325"/>
              <a:gd name="connsiteY788" fmla="*/ 4062282 h 6034088"/>
              <a:gd name="connsiteX789" fmla="*/ 8921417 w 10728325"/>
              <a:gd name="connsiteY789" fmla="*/ 4213062 h 6034088"/>
              <a:gd name="connsiteX790" fmla="*/ 9072221 w 10728325"/>
              <a:gd name="connsiteY790" fmla="*/ 4213062 h 6034088"/>
              <a:gd name="connsiteX791" fmla="*/ 9072221 w 10728325"/>
              <a:gd name="connsiteY791" fmla="*/ 4062282 h 6034088"/>
              <a:gd name="connsiteX792" fmla="*/ 10123209 w 10728325"/>
              <a:gd name="connsiteY792" fmla="*/ 4060097 h 6034088"/>
              <a:gd name="connsiteX793" fmla="*/ 10278539 w 10728325"/>
              <a:gd name="connsiteY793" fmla="*/ 4060097 h 6034088"/>
              <a:gd name="connsiteX794" fmla="*/ 10278539 w 10728325"/>
              <a:gd name="connsiteY794" fmla="*/ 4215223 h 6034088"/>
              <a:gd name="connsiteX795" fmla="*/ 10123209 w 10728325"/>
              <a:gd name="connsiteY795" fmla="*/ 4215223 h 6034088"/>
              <a:gd name="connsiteX796" fmla="*/ 9260460 w 10728325"/>
              <a:gd name="connsiteY796" fmla="*/ 4056549 h 6034088"/>
              <a:gd name="connsiteX797" fmla="*/ 9260460 w 10728325"/>
              <a:gd name="connsiteY797" fmla="*/ 4218570 h 6034088"/>
              <a:gd name="connsiteX798" fmla="*/ 9422494 w 10728325"/>
              <a:gd name="connsiteY798" fmla="*/ 4218570 h 6034088"/>
              <a:gd name="connsiteX799" fmla="*/ 9422494 w 10728325"/>
              <a:gd name="connsiteY799" fmla="*/ 4056549 h 6034088"/>
              <a:gd name="connsiteX800" fmla="*/ 9772936 w 10728325"/>
              <a:gd name="connsiteY800" fmla="*/ 4054593 h 6034088"/>
              <a:gd name="connsiteX801" fmla="*/ 9939105 w 10728325"/>
              <a:gd name="connsiteY801" fmla="*/ 4054593 h 6034088"/>
              <a:gd name="connsiteX802" fmla="*/ 9939105 w 10728325"/>
              <a:gd name="connsiteY802" fmla="*/ 4220738 h 6034088"/>
              <a:gd name="connsiteX803" fmla="*/ 9772936 w 10728325"/>
              <a:gd name="connsiteY803" fmla="*/ 4220738 h 6034088"/>
              <a:gd name="connsiteX804" fmla="*/ 4680356 w 10728325"/>
              <a:gd name="connsiteY804" fmla="*/ 3959183 h 6034088"/>
              <a:gd name="connsiteX805" fmla="*/ 4680356 w 10728325"/>
              <a:gd name="connsiteY805" fmla="*/ 3971402 h 6034088"/>
              <a:gd name="connsiteX806" fmla="*/ 4692576 w 10728325"/>
              <a:gd name="connsiteY806" fmla="*/ 3971402 h 6034088"/>
              <a:gd name="connsiteX807" fmla="*/ 4692576 w 10728325"/>
              <a:gd name="connsiteY807" fmla="*/ 3959183 h 6034088"/>
              <a:gd name="connsiteX808" fmla="*/ 5019589 w 10728325"/>
              <a:gd name="connsiteY808" fmla="*/ 3953472 h 6034088"/>
              <a:gd name="connsiteX809" fmla="*/ 5019589 w 10728325"/>
              <a:gd name="connsiteY809" fmla="*/ 3976927 h 6034088"/>
              <a:gd name="connsiteX810" fmla="*/ 5043045 w 10728325"/>
              <a:gd name="connsiteY810" fmla="*/ 3976927 h 6034088"/>
              <a:gd name="connsiteX811" fmla="*/ 5043045 w 10728325"/>
              <a:gd name="connsiteY811" fmla="*/ 3953472 h 6034088"/>
              <a:gd name="connsiteX812" fmla="*/ 5358822 w 10728325"/>
              <a:gd name="connsiteY812" fmla="*/ 3947958 h 6034088"/>
              <a:gd name="connsiteX813" fmla="*/ 5358822 w 10728325"/>
              <a:gd name="connsiteY813" fmla="*/ 3982453 h 6034088"/>
              <a:gd name="connsiteX814" fmla="*/ 5393313 w 10728325"/>
              <a:gd name="connsiteY814" fmla="*/ 3982453 h 6034088"/>
              <a:gd name="connsiteX815" fmla="*/ 5393313 w 10728325"/>
              <a:gd name="connsiteY815" fmla="*/ 3947958 h 6034088"/>
              <a:gd name="connsiteX816" fmla="*/ 5698217 w 10728325"/>
              <a:gd name="connsiteY816" fmla="*/ 3942427 h 6034088"/>
              <a:gd name="connsiteX817" fmla="*/ 5698217 w 10728325"/>
              <a:gd name="connsiteY817" fmla="*/ 3987956 h 6034088"/>
              <a:gd name="connsiteX818" fmla="*/ 5743754 w 10728325"/>
              <a:gd name="connsiteY818" fmla="*/ 3987956 h 6034088"/>
              <a:gd name="connsiteX819" fmla="*/ 5743754 w 10728325"/>
              <a:gd name="connsiteY819" fmla="*/ 3942427 h 6034088"/>
              <a:gd name="connsiteX820" fmla="*/ 6037483 w 10728325"/>
              <a:gd name="connsiteY820" fmla="*/ 3936912 h 6034088"/>
              <a:gd name="connsiteX821" fmla="*/ 6037483 w 10728325"/>
              <a:gd name="connsiteY821" fmla="*/ 3993482 h 6034088"/>
              <a:gd name="connsiteX822" fmla="*/ 6094027 w 10728325"/>
              <a:gd name="connsiteY822" fmla="*/ 3993482 h 6034088"/>
              <a:gd name="connsiteX823" fmla="*/ 6094027 w 10728325"/>
              <a:gd name="connsiteY823" fmla="*/ 3936912 h 6034088"/>
              <a:gd name="connsiteX824" fmla="*/ 6376694 w 10728325"/>
              <a:gd name="connsiteY824" fmla="*/ 3931392 h 6034088"/>
              <a:gd name="connsiteX825" fmla="*/ 6376694 w 10728325"/>
              <a:gd name="connsiteY825" fmla="*/ 3999197 h 6034088"/>
              <a:gd name="connsiteX826" fmla="*/ 6444525 w 10728325"/>
              <a:gd name="connsiteY826" fmla="*/ 3999197 h 6034088"/>
              <a:gd name="connsiteX827" fmla="*/ 6444525 w 10728325"/>
              <a:gd name="connsiteY827" fmla="*/ 3931392 h 6034088"/>
              <a:gd name="connsiteX828" fmla="*/ 6715905 w 10728325"/>
              <a:gd name="connsiteY828" fmla="*/ 3925878 h 6034088"/>
              <a:gd name="connsiteX829" fmla="*/ 6715905 w 10728325"/>
              <a:gd name="connsiteY829" fmla="*/ 4004718 h 6034088"/>
              <a:gd name="connsiteX830" fmla="*/ 6794743 w 10728325"/>
              <a:gd name="connsiteY830" fmla="*/ 4004718 h 6034088"/>
              <a:gd name="connsiteX831" fmla="*/ 6794743 w 10728325"/>
              <a:gd name="connsiteY831" fmla="*/ 3925878 h 6034088"/>
              <a:gd name="connsiteX832" fmla="*/ 7055339 w 10728325"/>
              <a:gd name="connsiteY832" fmla="*/ 3920369 h 6034088"/>
              <a:gd name="connsiteX833" fmla="*/ 7055339 w 10728325"/>
              <a:gd name="connsiteY833" fmla="*/ 4010249 h 6034088"/>
              <a:gd name="connsiteX834" fmla="*/ 7145240 w 10728325"/>
              <a:gd name="connsiteY834" fmla="*/ 4010249 h 6034088"/>
              <a:gd name="connsiteX835" fmla="*/ 7145240 w 10728325"/>
              <a:gd name="connsiteY835" fmla="*/ 3920369 h 6034088"/>
              <a:gd name="connsiteX836" fmla="*/ 7394606 w 10728325"/>
              <a:gd name="connsiteY836" fmla="*/ 3914838 h 6034088"/>
              <a:gd name="connsiteX837" fmla="*/ 7394606 w 10728325"/>
              <a:gd name="connsiteY837" fmla="*/ 4015753 h 6034088"/>
              <a:gd name="connsiteX838" fmla="*/ 7495515 w 10728325"/>
              <a:gd name="connsiteY838" fmla="*/ 4015753 h 6034088"/>
              <a:gd name="connsiteX839" fmla="*/ 7495515 w 10728325"/>
              <a:gd name="connsiteY839" fmla="*/ 3914838 h 6034088"/>
              <a:gd name="connsiteX840" fmla="*/ 7733817 w 10728325"/>
              <a:gd name="connsiteY840" fmla="*/ 3909122 h 6034088"/>
              <a:gd name="connsiteX841" fmla="*/ 7733817 w 10728325"/>
              <a:gd name="connsiteY841" fmla="*/ 4021272 h 6034088"/>
              <a:gd name="connsiteX842" fmla="*/ 7845956 w 10728325"/>
              <a:gd name="connsiteY842" fmla="*/ 4021272 h 6034088"/>
              <a:gd name="connsiteX843" fmla="*/ 7845956 w 10728325"/>
              <a:gd name="connsiteY843" fmla="*/ 3909122 h 6034088"/>
              <a:gd name="connsiteX844" fmla="*/ 8073027 w 10728325"/>
              <a:gd name="connsiteY844" fmla="*/ 3903613 h 6034088"/>
              <a:gd name="connsiteX845" fmla="*/ 8073027 w 10728325"/>
              <a:gd name="connsiteY845" fmla="*/ 4026798 h 6034088"/>
              <a:gd name="connsiteX846" fmla="*/ 8196229 w 10728325"/>
              <a:gd name="connsiteY846" fmla="*/ 4026798 h 6034088"/>
              <a:gd name="connsiteX847" fmla="*/ 8196229 w 10728325"/>
              <a:gd name="connsiteY847" fmla="*/ 3903613 h 6034088"/>
              <a:gd name="connsiteX848" fmla="*/ 8412461 w 10728325"/>
              <a:gd name="connsiteY848" fmla="*/ 3898082 h 6034088"/>
              <a:gd name="connsiteX849" fmla="*/ 8412461 w 10728325"/>
              <a:gd name="connsiteY849" fmla="*/ 4032307 h 6034088"/>
              <a:gd name="connsiteX850" fmla="*/ 8546726 w 10728325"/>
              <a:gd name="connsiteY850" fmla="*/ 4032307 h 6034088"/>
              <a:gd name="connsiteX851" fmla="*/ 8546726 w 10728325"/>
              <a:gd name="connsiteY851" fmla="*/ 3898082 h 6034088"/>
              <a:gd name="connsiteX852" fmla="*/ 10648927 w 10728325"/>
              <a:gd name="connsiteY852" fmla="*/ 3895914 h 6034088"/>
              <a:gd name="connsiteX853" fmla="*/ 10728325 w 10728325"/>
              <a:gd name="connsiteY853" fmla="*/ 3895914 h 6034088"/>
              <a:gd name="connsiteX854" fmla="*/ 10728325 w 10728325"/>
              <a:gd name="connsiteY854" fmla="*/ 4034475 h 6034088"/>
              <a:gd name="connsiteX855" fmla="*/ 10648927 w 10728325"/>
              <a:gd name="connsiteY855" fmla="*/ 4034475 h 6034088"/>
              <a:gd name="connsiteX856" fmla="*/ 8751728 w 10728325"/>
              <a:gd name="connsiteY856" fmla="*/ 3892562 h 6034088"/>
              <a:gd name="connsiteX857" fmla="*/ 8751728 w 10728325"/>
              <a:gd name="connsiteY857" fmla="*/ 4037827 h 6034088"/>
              <a:gd name="connsiteX858" fmla="*/ 8897000 w 10728325"/>
              <a:gd name="connsiteY858" fmla="*/ 4037827 h 6034088"/>
              <a:gd name="connsiteX859" fmla="*/ 8897000 w 10728325"/>
              <a:gd name="connsiteY859" fmla="*/ 3892562 h 6034088"/>
              <a:gd name="connsiteX860" fmla="*/ 10298431 w 10728325"/>
              <a:gd name="connsiteY860" fmla="*/ 3890405 h 6034088"/>
              <a:gd name="connsiteX861" fmla="*/ 10448228 w 10728325"/>
              <a:gd name="connsiteY861" fmla="*/ 3890405 h 6034088"/>
              <a:gd name="connsiteX862" fmla="*/ 10448228 w 10728325"/>
              <a:gd name="connsiteY862" fmla="*/ 4040207 h 6034088"/>
              <a:gd name="connsiteX863" fmla="*/ 10298431 w 10728325"/>
              <a:gd name="connsiteY863" fmla="*/ 4040207 h 6034088"/>
              <a:gd name="connsiteX864" fmla="*/ 9091106 w 10728325"/>
              <a:gd name="connsiteY864" fmla="*/ 3887053 h 6034088"/>
              <a:gd name="connsiteX865" fmla="*/ 9091106 w 10728325"/>
              <a:gd name="connsiteY865" fmla="*/ 4043353 h 6034088"/>
              <a:gd name="connsiteX866" fmla="*/ 9247441 w 10728325"/>
              <a:gd name="connsiteY866" fmla="*/ 4043353 h 6034088"/>
              <a:gd name="connsiteX867" fmla="*/ 9247441 w 10728325"/>
              <a:gd name="connsiteY867" fmla="*/ 3887053 h 6034088"/>
              <a:gd name="connsiteX868" fmla="*/ 9948157 w 10728325"/>
              <a:gd name="connsiteY868" fmla="*/ 3884880 h 6034088"/>
              <a:gd name="connsiteX869" fmla="*/ 10108794 w 10728325"/>
              <a:gd name="connsiteY869" fmla="*/ 3884880 h 6034088"/>
              <a:gd name="connsiteX870" fmla="*/ 10108794 w 10728325"/>
              <a:gd name="connsiteY870" fmla="*/ 4045526 h 6034088"/>
              <a:gd name="connsiteX871" fmla="*/ 9948157 w 10728325"/>
              <a:gd name="connsiteY871" fmla="*/ 4045526 h 6034088"/>
              <a:gd name="connsiteX872" fmla="*/ 9430150 w 10728325"/>
              <a:gd name="connsiteY872" fmla="*/ 3881538 h 6034088"/>
              <a:gd name="connsiteX873" fmla="*/ 9430150 w 10728325"/>
              <a:gd name="connsiteY873" fmla="*/ 4049073 h 6034088"/>
              <a:gd name="connsiteX874" fmla="*/ 9597716 w 10728325"/>
              <a:gd name="connsiteY874" fmla="*/ 4049073 h 6034088"/>
              <a:gd name="connsiteX875" fmla="*/ 9597716 w 10728325"/>
              <a:gd name="connsiteY875" fmla="*/ 3881538 h 6034088"/>
              <a:gd name="connsiteX876" fmla="*/ 4510650 w 10728325"/>
              <a:gd name="connsiteY876" fmla="*/ 3789485 h 6034088"/>
              <a:gd name="connsiteX877" fmla="*/ 4510650 w 10728325"/>
              <a:gd name="connsiteY877" fmla="*/ 3796184 h 6034088"/>
              <a:gd name="connsiteX878" fmla="*/ 4517355 w 10728325"/>
              <a:gd name="connsiteY878" fmla="*/ 3796184 h 6034088"/>
              <a:gd name="connsiteX879" fmla="*/ 4517355 w 10728325"/>
              <a:gd name="connsiteY879" fmla="*/ 3789485 h 6034088"/>
              <a:gd name="connsiteX880" fmla="*/ 4849872 w 10728325"/>
              <a:gd name="connsiteY880" fmla="*/ 3783775 h 6034088"/>
              <a:gd name="connsiteX881" fmla="*/ 4849872 w 10728325"/>
              <a:gd name="connsiteY881" fmla="*/ 3801710 h 6034088"/>
              <a:gd name="connsiteX882" fmla="*/ 4867813 w 10728325"/>
              <a:gd name="connsiteY882" fmla="*/ 3801710 h 6034088"/>
              <a:gd name="connsiteX883" fmla="*/ 4867813 w 10728325"/>
              <a:gd name="connsiteY883" fmla="*/ 3783775 h 6034088"/>
              <a:gd name="connsiteX884" fmla="*/ 5189105 w 10728325"/>
              <a:gd name="connsiteY884" fmla="*/ 3778244 h 6034088"/>
              <a:gd name="connsiteX885" fmla="*/ 5189105 w 10728325"/>
              <a:gd name="connsiteY885" fmla="*/ 3807219 h 6034088"/>
              <a:gd name="connsiteX886" fmla="*/ 5218081 w 10728325"/>
              <a:gd name="connsiteY886" fmla="*/ 3807219 h 6034088"/>
              <a:gd name="connsiteX887" fmla="*/ 5218081 w 10728325"/>
              <a:gd name="connsiteY887" fmla="*/ 3778244 h 6034088"/>
              <a:gd name="connsiteX888" fmla="*/ 5528528 w 10728325"/>
              <a:gd name="connsiteY888" fmla="*/ 3772925 h 6034088"/>
              <a:gd name="connsiteX889" fmla="*/ 5528528 w 10728325"/>
              <a:gd name="connsiteY889" fmla="*/ 3812934 h 6034088"/>
              <a:gd name="connsiteX890" fmla="*/ 5568539 w 10728325"/>
              <a:gd name="connsiteY890" fmla="*/ 3812934 h 6034088"/>
              <a:gd name="connsiteX891" fmla="*/ 5568539 w 10728325"/>
              <a:gd name="connsiteY891" fmla="*/ 3772925 h 6034088"/>
              <a:gd name="connsiteX892" fmla="*/ 5867738 w 10728325"/>
              <a:gd name="connsiteY892" fmla="*/ 3767405 h 6034088"/>
              <a:gd name="connsiteX893" fmla="*/ 5867738 w 10728325"/>
              <a:gd name="connsiteY893" fmla="*/ 3818455 h 6034088"/>
              <a:gd name="connsiteX894" fmla="*/ 5918807 w 10728325"/>
              <a:gd name="connsiteY894" fmla="*/ 3818455 h 6034088"/>
              <a:gd name="connsiteX895" fmla="*/ 5918807 w 10728325"/>
              <a:gd name="connsiteY895" fmla="*/ 3767405 h 6034088"/>
              <a:gd name="connsiteX896" fmla="*/ 6207005 w 10728325"/>
              <a:gd name="connsiteY896" fmla="*/ 3761700 h 6034088"/>
              <a:gd name="connsiteX897" fmla="*/ 6207005 w 10728325"/>
              <a:gd name="connsiteY897" fmla="*/ 3823985 h 6034088"/>
              <a:gd name="connsiteX898" fmla="*/ 6269248 w 10728325"/>
              <a:gd name="connsiteY898" fmla="*/ 3823985 h 6034088"/>
              <a:gd name="connsiteX899" fmla="*/ 6269248 w 10728325"/>
              <a:gd name="connsiteY899" fmla="*/ 3761700 h 6034088"/>
              <a:gd name="connsiteX900" fmla="*/ 6546216 w 10728325"/>
              <a:gd name="connsiteY900" fmla="*/ 3756186 h 6034088"/>
              <a:gd name="connsiteX901" fmla="*/ 6546216 w 10728325"/>
              <a:gd name="connsiteY901" fmla="*/ 3829506 h 6034088"/>
              <a:gd name="connsiteX902" fmla="*/ 6619523 w 10728325"/>
              <a:gd name="connsiteY902" fmla="*/ 3829506 h 6034088"/>
              <a:gd name="connsiteX903" fmla="*/ 6619523 w 10728325"/>
              <a:gd name="connsiteY903" fmla="*/ 3756186 h 6034088"/>
              <a:gd name="connsiteX904" fmla="*/ 6885650 w 10728325"/>
              <a:gd name="connsiteY904" fmla="*/ 3750649 h 6034088"/>
              <a:gd name="connsiteX905" fmla="*/ 6885650 w 10728325"/>
              <a:gd name="connsiteY905" fmla="*/ 3835009 h 6034088"/>
              <a:gd name="connsiteX906" fmla="*/ 6970020 w 10728325"/>
              <a:gd name="connsiteY906" fmla="*/ 3835009 h 6034088"/>
              <a:gd name="connsiteX907" fmla="*/ 6970020 w 10728325"/>
              <a:gd name="connsiteY907" fmla="*/ 3750649 h 6034088"/>
              <a:gd name="connsiteX908" fmla="*/ 7224861 w 10728325"/>
              <a:gd name="connsiteY908" fmla="*/ 3745134 h 6034088"/>
              <a:gd name="connsiteX909" fmla="*/ 7224861 w 10728325"/>
              <a:gd name="connsiteY909" fmla="*/ 3840534 h 6034088"/>
              <a:gd name="connsiteX910" fmla="*/ 7320294 w 10728325"/>
              <a:gd name="connsiteY910" fmla="*/ 3840534 h 6034088"/>
              <a:gd name="connsiteX911" fmla="*/ 7320294 w 10728325"/>
              <a:gd name="connsiteY911" fmla="*/ 3745134 h 6034088"/>
              <a:gd name="connsiteX912" fmla="*/ 7564295 w 10728325"/>
              <a:gd name="connsiteY912" fmla="*/ 3739626 h 6034088"/>
              <a:gd name="connsiteX913" fmla="*/ 7564295 w 10728325"/>
              <a:gd name="connsiteY913" fmla="*/ 3846061 h 6034088"/>
              <a:gd name="connsiteX914" fmla="*/ 7670735 w 10728325"/>
              <a:gd name="connsiteY914" fmla="*/ 3846061 h 6034088"/>
              <a:gd name="connsiteX915" fmla="*/ 7670735 w 10728325"/>
              <a:gd name="connsiteY915" fmla="*/ 3739626 h 6034088"/>
              <a:gd name="connsiteX916" fmla="*/ 7903338 w 10728325"/>
              <a:gd name="connsiteY916" fmla="*/ 3733893 h 6034088"/>
              <a:gd name="connsiteX917" fmla="*/ 7903338 w 10728325"/>
              <a:gd name="connsiteY917" fmla="*/ 3851563 h 6034088"/>
              <a:gd name="connsiteX918" fmla="*/ 8021008 w 10728325"/>
              <a:gd name="connsiteY918" fmla="*/ 3851563 h 6034088"/>
              <a:gd name="connsiteX919" fmla="*/ 8021008 w 10728325"/>
              <a:gd name="connsiteY919" fmla="*/ 3733893 h 6034088"/>
              <a:gd name="connsiteX920" fmla="*/ 8242772 w 10728325"/>
              <a:gd name="connsiteY920" fmla="*/ 3728379 h 6034088"/>
              <a:gd name="connsiteX921" fmla="*/ 8242772 w 10728325"/>
              <a:gd name="connsiteY921" fmla="*/ 3857089 h 6034088"/>
              <a:gd name="connsiteX922" fmla="*/ 8371450 w 10728325"/>
              <a:gd name="connsiteY922" fmla="*/ 3857089 h 6034088"/>
              <a:gd name="connsiteX923" fmla="*/ 8371450 w 10728325"/>
              <a:gd name="connsiteY923" fmla="*/ 3728379 h 6034088"/>
              <a:gd name="connsiteX924" fmla="*/ 8581983 w 10728325"/>
              <a:gd name="connsiteY924" fmla="*/ 3723060 h 6034088"/>
              <a:gd name="connsiteX925" fmla="*/ 8581983 w 10728325"/>
              <a:gd name="connsiteY925" fmla="*/ 3862805 h 6034088"/>
              <a:gd name="connsiteX926" fmla="*/ 8721724 w 10728325"/>
              <a:gd name="connsiteY926" fmla="*/ 3862805 h 6034088"/>
              <a:gd name="connsiteX927" fmla="*/ 8721724 w 10728325"/>
              <a:gd name="connsiteY927" fmla="*/ 3723060 h 6034088"/>
              <a:gd name="connsiteX928" fmla="*/ 10473651 w 10728325"/>
              <a:gd name="connsiteY928" fmla="*/ 3720892 h 6034088"/>
              <a:gd name="connsiteX929" fmla="*/ 10617583 w 10728325"/>
              <a:gd name="connsiteY929" fmla="*/ 3720892 h 6034088"/>
              <a:gd name="connsiteX930" fmla="*/ 10617583 w 10728325"/>
              <a:gd name="connsiteY930" fmla="*/ 3864973 h 6034088"/>
              <a:gd name="connsiteX931" fmla="*/ 10473651 w 10728325"/>
              <a:gd name="connsiteY931" fmla="*/ 3864973 h 6034088"/>
              <a:gd name="connsiteX932" fmla="*/ 8921417 w 10728325"/>
              <a:gd name="connsiteY932" fmla="*/ 3717551 h 6034088"/>
              <a:gd name="connsiteX933" fmla="*/ 8921417 w 10728325"/>
              <a:gd name="connsiteY933" fmla="*/ 3868331 h 6034088"/>
              <a:gd name="connsiteX934" fmla="*/ 9072221 w 10728325"/>
              <a:gd name="connsiteY934" fmla="*/ 3868331 h 6034088"/>
              <a:gd name="connsiteX935" fmla="*/ 9072221 w 10728325"/>
              <a:gd name="connsiteY935" fmla="*/ 3717551 h 6034088"/>
              <a:gd name="connsiteX936" fmla="*/ 10123209 w 10728325"/>
              <a:gd name="connsiteY936" fmla="*/ 3715171 h 6034088"/>
              <a:gd name="connsiteX937" fmla="*/ 10278539 w 10728325"/>
              <a:gd name="connsiteY937" fmla="*/ 3715171 h 6034088"/>
              <a:gd name="connsiteX938" fmla="*/ 10278539 w 10728325"/>
              <a:gd name="connsiteY938" fmla="*/ 3870487 h 6034088"/>
              <a:gd name="connsiteX939" fmla="*/ 10123209 w 10728325"/>
              <a:gd name="connsiteY939" fmla="*/ 3870487 h 6034088"/>
              <a:gd name="connsiteX940" fmla="*/ 9260460 w 10728325"/>
              <a:gd name="connsiteY940" fmla="*/ 3711835 h 6034088"/>
              <a:gd name="connsiteX941" fmla="*/ 9260460 w 10728325"/>
              <a:gd name="connsiteY941" fmla="*/ 3873850 h 6034088"/>
              <a:gd name="connsiteX942" fmla="*/ 9422494 w 10728325"/>
              <a:gd name="connsiteY942" fmla="*/ 3873850 h 6034088"/>
              <a:gd name="connsiteX943" fmla="*/ 9422494 w 10728325"/>
              <a:gd name="connsiteY943" fmla="*/ 3711835 h 6034088"/>
              <a:gd name="connsiteX944" fmla="*/ 9772936 w 10728325"/>
              <a:gd name="connsiteY944" fmla="*/ 3709668 h 6034088"/>
              <a:gd name="connsiteX945" fmla="*/ 9939105 w 10728325"/>
              <a:gd name="connsiteY945" fmla="*/ 3709668 h 6034088"/>
              <a:gd name="connsiteX946" fmla="*/ 9939105 w 10728325"/>
              <a:gd name="connsiteY946" fmla="*/ 3876018 h 6034088"/>
              <a:gd name="connsiteX947" fmla="*/ 9772936 w 10728325"/>
              <a:gd name="connsiteY947" fmla="*/ 3876018 h 6034088"/>
              <a:gd name="connsiteX948" fmla="*/ 4680356 w 10728325"/>
              <a:gd name="connsiteY948" fmla="*/ 3614469 h 6034088"/>
              <a:gd name="connsiteX949" fmla="*/ 4680356 w 10728325"/>
              <a:gd name="connsiteY949" fmla="*/ 3626688 h 6034088"/>
              <a:gd name="connsiteX950" fmla="*/ 4692576 w 10728325"/>
              <a:gd name="connsiteY950" fmla="*/ 3626688 h 6034088"/>
              <a:gd name="connsiteX951" fmla="*/ 4692576 w 10728325"/>
              <a:gd name="connsiteY951" fmla="*/ 3614469 h 6034088"/>
              <a:gd name="connsiteX952" fmla="*/ 5019589 w 10728325"/>
              <a:gd name="connsiteY952" fmla="*/ 3608736 h 6034088"/>
              <a:gd name="connsiteX953" fmla="*/ 5019589 w 10728325"/>
              <a:gd name="connsiteY953" fmla="*/ 3632196 h 6034088"/>
              <a:gd name="connsiteX954" fmla="*/ 5043045 w 10728325"/>
              <a:gd name="connsiteY954" fmla="*/ 3632196 h 6034088"/>
              <a:gd name="connsiteX955" fmla="*/ 5043045 w 10728325"/>
              <a:gd name="connsiteY955" fmla="*/ 3608736 h 6034088"/>
              <a:gd name="connsiteX956" fmla="*/ 5358822 w 10728325"/>
              <a:gd name="connsiteY956" fmla="*/ 3603222 h 6034088"/>
              <a:gd name="connsiteX957" fmla="*/ 5358822 w 10728325"/>
              <a:gd name="connsiteY957" fmla="*/ 3637717 h 6034088"/>
              <a:gd name="connsiteX958" fmla="*/ 5393313 w 10728325"/>
              <a:gd name="connsiteY958" fmla="*/ 3637717 h 6034088"/>
              <a:gd name="connsiteX959" fmla="*/ 5393313 w 10728325"/>
              <a:gd name="connsiteY959" fmla="*/ 3603222 h 6034088"/>
              <a:gd name="connsiteX960" fmla="*/ 5698217 w 10728325"/>
              <a:gd name="connsiteY960" fmla="*/ 3597713 h 6034088"/>
              <a:gd name="connsiteX961" fmla="*/ 5698217 w 10728325"/>
              <a:gd name="connsiteY961" fmla="*/ 3643242 h 6034088"/>
              <a:gd name="connsiteX962" fmla="*/ 5743754 w 10728325"/>
              <a:gd name="connsiteY962" fmla="*/ 3643242 h 6034088"/>
              <a:gd name="connsiteX963" fmla="*/ 5743754 w 10728325"/>
              <a:gd name="connsiteY963" fmla="*/ 3597713 h 6034088"/>
              <a:gd name="connsiteX964" fmla="*/ 6037483 w 10728325"/>
              <a:gd name="connsiteY964" fmla="*/ 3592176 h 6034088"/>
              <a:gd name="connsiteX965" fmla="*/ 6037483 w 10728325"/>
              <a:gd name="connsiteY965" fmla="*/ 3648740 h 6034088"/>
              <a:gd name="connsiteX966" fmla="*/ 6094027 w 10728325"/>
              <a:gd name="connsiteY966" fmla="*/ 3648740 h 6034088"/>
              <a:gd name="connsiteX967" fmla="*/ 6094027 w 10728325"/>
              <a:gd name="connsiteY967" fmla="*/ 3592176 h 6034088"/>
              <a:gd name="connsiteX968" fmla="*/ 6376694 w 10728325"/>
              <a:gd name="connsiteY968" fmla="*/ 3586466 h 6034088"/>
              <a:gd name="connsiteX969" fmla="*/ 6376694 w 10728325"/>
              <a:gd name="connsiteY969" fmla="*/ 3654271 h 6034088"/>
              <a:gd name="connsiteX970" fmla="*/ 6444525 w 10728325"/>
              <a:gd name="connsiteY970" fmla="*/ 3654271 h 6034088"/>
              <a:gd name="connsiteX971" fmla="*/ 6444525 w 10728325"/>
              <a:gd name="connsiteY971" fmla="*/ 3586466 h 6034088"/>
              <a:gd name="connsiteX972" fmla="*/ 6715905 w 10728325"/>
              <a:gd name="connsiteY972" fmla="*/ 3580951 h 6034088"/>
              <a:gd name="connsiteX973" fmla="*/ 6715905 w 10728325"/>
              <a:gd name="connsiteY973" fmla="*/ 3659791 h 6034088"/>
              <a:gd name="connsiteX974" fmla="*/ 6794743 w 10728325"/>
              <a:gd name="connsiteY974" fmla="*/ 3659791 h 6034088"/>
              <a:gd name="connsiteX975" fmla="*/ 6794743 w 10728325"/>
              <a:gd name="connsiteY975" fmla="*/ 3580951 h 6034088"/>
              <a:gd name="connsiteX976" fmla="*/ 7055339 w 10728325"/>
              <a:gd name="connsiteY976" fmla="*/ 3575437 h 6034088"/>
              <a:gd name="connsiteX977" fmla="*/ 7055339 w 10728325"/>
              <a:gd name="connsiteY977" fmla="*/ 3665317 h 6034088"/>
              <a:gd name="connsiteX978" fmla="*/ 7145240 w 10728325"/>
              <a:gd name="connsiteY978" fmla="*/ 3665317 h 6034088"/>
              <a:gd name="connsiteX979" fmla="*/ 7145240 w 10728325"/>
              <a:gd name="connsiteY979" fmla="*/ 3575437 h 6034088"/>
              <a:gd name="connsiteX980" fmla="*/ 7394606 w 10728325"/>
              <a:gd name="connsiteY980" fmla="*/ 3569906 h 6034088"/>
              <a:gd name="connsiteX981" fmla="*/ 7394606 w 10728325"/>
              <a:gd name="connsiteY981" fmla="*/ 3670826 h 6034088"/>
              <a:gd name="connsiteX982" fmla="*/ 7495515 w 10728325"/>
              <a:gd name="connsiteY982" fmla="*/ 3670826 h 6034088"/>
              <a:gd name="connsiteX983" fmla="*/ 7495515 w 10728325"/>
              <a:gd name="connsiteY983" fmla="*/ 3569906 h 6034088"/>
              <a:gd name="connsiteX984" fmla="*/ 7733817 w 10728325"/>
              <a:gd name="connsiteY984" fmla="*/ 3564391 h 6034088"/>
              <a:gd name="connsiteX985" fmla="*/ 7733817 w 10728325"/>
              <a:gd name="connsiteY985" fmla="*/ 3676541 h 6034088"/>
              <a:gd name="connsiteX986" fmla="*/ 7845956 w 10728325"/>
              <a:gd name="connsiteY986" fmla="*/ 3676541 h 6034088"/>
              <a:gd name="connsiteX987" fmla="*/ 7845956 w 10728325"/>
              <a:gd name="connsiteY987" fmla="*/ 3564391 h 6034088"/>
              <a:gd name="connsiteX988" fmla="*/ 8073027 w 10728325"/>
              <a:gd name="connsiteY988" fmla="*/ 3558877 h 6034088"/>
              <a:gd name="connsiteX989" fmla="*/ 8073027 w 10728325"/>
              <a:gd name="connsiteY989" fmla="*/ 3682062 h 6034088"/>
              <a:gd name="connsiteX990" fmla="*/ 8196229 w 10728325"/>
              <a:gd name="connsiteY990" fmla="*/ 3682062 h 6034088"/>
              <a:gd name="connsiteX991" fmla="*/ 8196229 w 10728325"/>
              <a:gd name="connsiteY991" fmla="*/ 3558877 h 6034088"/>
              <a:gd name="connsiteX992" fmla="*/ 8412461 w 10728325"/>
              <a:gd name="connsiteY992" fmla="*/ 3553362 h 6034088"/>
              <a:gd name="connsiteX993" fmla="*/ 8412461 w 10728325"/>
              <a:gd name="connsiteY993" fmla="*/ 3687593 h 6034088"/>
              <a:gd name="connsiteX994" fmla="*/ 8546726 w 10728325"/>
              <a:gd name="connsiteY994" fmla="*/ 3687593 h 6034088"/>
              <a:gd name="connsiteX995" fmla="*/ 8546726 w 10728325"/>
              <a:gd name="connsiteY995" fmla="*/ 3553362 h 6034088"/>
              <a:gd name="connsiteX996" fmla="*/ 10648927 w 10728325"/>
              <a:gd name="connsiteY996" fmla="*/ 3551195 h 6034088"/>
              <a:gd name="connsiteX997" fmla="*/ 10728325 w 10728325"/>
              <a:gd name="connsiteY997" fmla="*/ 3551195 h 6034088"/>
              <a:gd name="connsiteX998" fmla="*/ 10728325 w 10728325"/>
              <a:gd name="connsiteY998" fmla="*/ 3689548 h 6034088"/>
              <a:gd name="connsiteX999" fmla="*/ 10648927 w 10728325"/>
              <a:gd name="connsiteY999" fmla="*/ 3689548 h 6034088"/>
              <a:gd name="connsiteX1000" fmla="*/ 8751728 w 10728325"/>
              <a:gd name="connsiteY1000" fmla="*/ 3547831 h 6034088"/>
              <a:gd name="connsiteX1001" fmla="*/ 8751728 w 10728325"/>
              <a:gd name="connsiteY1001" fmla="*/ 3693096 h 6034088"/>
              <a:gd name="connsiteX1002" fmla="*/ 8897000 w 10728325"/>
              <a:gd name="connsiteY1002" fmla="*/ 3693096 h 6034088"/>
              <a:gd name="connsiteX1003" fmla="*/ 8897000 w 10728325"/>
              <a:gd name="connsiteY1003" fmla="*/ 3547831 h 6034088"/>
              <a:gd name="connsiteX1004" fmla="*/ 10298431 w 10728325"/>
              <a:gd name="connsiteY1004" fmla="*/ 3545669 h 6034088"/>
              <a:gd name="connsiteX1005" fmla="*/ 10448228 w 10728325"/>
              <a:gd name="connsiteY1005" fmla="*/ 3545669 h 6034088"/>
              <a:gd name="connsiteX1006" fmla="*/ 10448228 w 10728325"/>
              <a:gd name="connsiteY1006" fmla="*/ 3695275 h 6034088"/>
              <a:gd name="connsiteX1007" fmla="*/ 10298431 w 10728325"/>
              <a:gd name="connsiteY1007" fmla="*/ 3695275 h 6034088"/>
              <a:gd name="connsiteX1008" fmla="*/ 9091106 w 10728325"/>
              <a:gd name="connsiteY1008" fmla="*/ 3542317 h 6034088"/>
              <a:gd name="connsiteX1009" fmla="*/ 9091106 w 10728325"/>
              <a:gd name="connsiteY1009" fmla="*/ 3698617 h 6034088"/>
              <a:gd name="connsiteX1010" fmla="*/ 9247441 w 10728325"/>
              <a:gd name="connsiteY1010" fmla="*/ 3698617 h 6034088"/>
              <a:gd name="connsiteX1011" fmla="*/ 9247441 w 10728325"/>
              <a:gd name="connsiteY1011" fmla="*/ 3542317 h 6034088"/>
              <a:gd name="connsiteX1012" fmla="*/ 9948157 w 10728325"/>
              <a:gd name="connsiteY1012" fmla="*/ 3540149 h 6034088"/>
              <a:gd name="connsiteX1013" fmla="*/ 10108794 w 10728325"/>
              <a:gd name="connsiteY1013" fmla="*/ 3540149 h 6034088"/>
              <a:gd name="connsiteX1014" fmla="*/ 10108794 w 10728325"/>
              <a:gd name="connsiteY1014" fmla="*/ 3700790 h 6034088"/>
              <a:gd name="connsiteX1015" fmla="*/ 9948157 w 10728325"/>
              <a:gd name="connsiteY1015" fmla="*/ 3700790 h 6034088"/>
              <a:gd name="connsiteX1016" fmla="*/ 9430150 w 10728325"/>
              <a:gd name="connsiteY1016" fmla="*/ 3536601 h 6034088"/>
              <a:gd name="connsiteX1017" fmla="*/ 9430150 w 10728325"/>
              <a:gd name="connsiteY1017" fmla="*/ 3704142 h 6034088"/>
              <a:gd name="connsiteX1018" fmla="*/ 9597716 w 10728325"/>
              <a:gd name="connsiteY1018" fmla="*/ 3704142 h 6034088"/>
              <a:gd name="connsiteX1019" fmla="*/ 9597716 w 10728325"/>
              <a:gd name="connsiteY1019" fmla="*/ 3536601 h 6034088"/>
              <a:gd name="connsiteX1020" fmla="*/ 4510650 w 10728325"/>
              <a:gd name="connsiteY1020" fmla="*/ 3444754 h 6034088"/>
              <a:gd name="connsiteX1021" fmla="*/ 4510650 w 10728325"/>
              <a:gd name="connsiteY1021" fmla="*/ 3451453 h 6034088"/>
              <a:gd name="connsiteX1022" fmla="*/ 4517355 w 10728325"/>
              <a:gd name="connsiteY1022" fmla="*/ 3451453 h 6034088"/>
              <a:gd name="connsiteX1023" fmla="*/ 4517355 w 10728325"/>
              <a:gd name="connsiteY1023" fmla="*/ 3444754 h 6034088"/>
              <a:gd name="connsiteX1024" fmla="*/ 4849872 w 10728325"/>
              <a:gd name="connsiteY1024" fmla="*/ 3439039 h 6034088"/>
              <a:gd name="connsiteX1025" fmla="*/ 4849872 w 10728325"/>
              <a:gd name="connsiteY1025" fmla="*/ 3456973 h 6034088"/>
              <a:gd name="connsiteX1026" fmla="*/ 4867813 w 10728325"/>
              <a:gd name="connsiteY1026" fmla="*/ 3456973 h 6034088"/>
              <a:gd name="connsiteX1027" fmla="*/ 4867813 w 10728325"/>
              <a:gd name="connsiteY1027" fmla="*/ 3439039 h 6034088"/>
              <a:gd name="connsiteX1028" fmla="*/ 5189105 w 10728325"/>
              <a:gd name="connsiteY1028" fmla="*/ 3433530 h 6034088"/>
              <a:gd name="connsiteX1029" fmla="*/ 5189105 w 10728325"/>
              <a:gd name="connsiteY1029" fmla="*/ 3462499 h 6034088"/>
              <a:gd name="connsiteX1030" fmla="*/ 5218081 w 10728325"/>
              <a:gd name="connsiteY1030" fmla="*/ 3462499 h 6034088"/>
              <a:gd name="connsiteX1031" fmla="*/ 5218081 w 10728325"/>
              <a:gd name="connsiteY1031" fmla="*/ 3433530 h 6034088"/>
              <a:gd name="connsiteX1032" fmla="*/ 5528522 w 10728325"/>
              <a:gd name="connsiteY1032" fmla="*/ 3427993 h 6034088"/>
              <a:gd name="connsiteX1033" fmla="*/ 5528522 w 10728325"/>
              <a:gd name="connsiteY1033" fmla="*/ 3468008 h 6034088"/>
              <a:gd name="connsiteX1034" fmla="*/ 5568539 w 10728325"/>
              <a:gd name="connsiteY1034" fmla="*/ 3468008 h 6034088"/>
              <a:gd name="connsiteX1035" fmla="*/ 5568539 w 10728325"/>
              <a:gd name="connsiteY1035" fmla="*/ 3427993 h 6034088"/>
              <a:gd name="connsiteX1036" fmla="*/ 5867738 w 10728325"/>
              <a:gd name="connsiteY1036" fmla="*/ 3422478 h 6034088"/>
              <a:gd name="connsiteX1037" fmla="*/ 5867738 w 10728325"/>
              <a:gd name="connsiteY1037" fmla="*/ 3473528 h 6034088"/>
              <a:gd name="connsiteX1038" fmla="*/ 5918807 w 10728325"/>
              <a:gd name="connsiteY1038" fmla="*/ 3473528 h 6034088"/>
              <a:gd name="connsiteX1039" fmla="*/ 5918807 w 10728325"/>
              <a:gd name="connsiteY1039" fmla="*/ 3422478 h 6034088"/>
              <a:gd name="connsiteX1040" fmla="*/ 6207005 w 10728325"/>
              <a:gd name="connsiteY1040" fmla="*/ 3416768 h 6034088"/>
              <a:gd name="connsiteX1041" fmla="*/ 6207005 w 10728325"/>
              <a:gd name="connsiteY1041" fmla="*/ 3479047 h 6034088"/>
              <a:gd name="connsiteX1042" fmla="*/ 6269248 w 10728325"/>
              <a:gd name="connsiteY1042" fmla="*/ 3479047 h 6034088"/>
              <a:gd name="connsiteX1043" fmla="*/ 6269248 w 10728325"/>
              <a:gd name="connsiteY1043" fmla="*/ 3416768 h 6034088"/>
              <a:gd name="connsiteX1044" fmla="*/ 6546216 w 10728325"/>
              <a:gd name="connsiteY1044" fmla="*/ 3411444 h 6034088"/>
              <a:gd name="connsiteX1045" fmla="*/ 6546216 w 10728325"/>
              <a:gd name="connsiteY1045" fmla="*/ 3484769 h 6034088"/>
              <a:gd name="connsiteX1046" fmla="*/ 6619523 w 10728325"/>
              <a:gd name="connsiteY1046" fmla="*/ 3484769 h 6034088"/>
              <a:gd name="connsiteX1047" fmla="*/ 6619523 w 10728325"/>
              <a:gd name="connsiteY1047" fmla="*/ 3411444 h 6034088"/>
              <a:gd name="connsiteX1048" fmla="*/ 6885650 w 10728325"/>
              <a:gd name="connsiteY1048" fmla="*/ 3405913 h 6034088"/>
              <a:gd name="connsiteX1049" fmla="*/ 6885650 w 10728325"/>
              <a:gd name="connsiteY1049" fmla="*/ 3490273 h 6034088"/>
              <a:gd name="connsiteX1050" fmla="*/ 6970020 w 10728325"/>
              <a:gd name="connsiteY1050" fmla="*/ 3490273 h 6034088"/>
              <a:gd name="connsiteX1051" fmla="*/ 6970020 w 10728325"/>
              <a:gd name="connsiteY1051" fmla="*/ 3405913 h 6034088"/>
              <a:gd name="connsiteX1052" fmla="*/ 7224861 w 10728325"/>
              <a:gd name="connsiteY1052" fmla="*/ 3400404 h 6034088"/>
              <a:gd name="connsiteX1053" fmla="*/ 7224861 w 10728325"/>
              <a:gd name="connsiteY1053" fmla="*/ 3495799 h 6034088"/>
              <a:gd name="connsiteX1054" fmla="*/ 7320294 w 10728325"/>
              <a:gd name="connsiteY1054" fmla="*/ 3495799 h 6034088"/>
              <a:gd name="connsiteX1055" fmla="*/ 7320294 w 10728325"/>
              <a:gd name="connsiteY1055" fmla="*/ 3400404 h 6034088"/>
              <a:gd name="connsiteX1056" fmla="*/ 7564295 w 10728325"/>
              <a:gd name="connsiteY1056" fmla="*/ 3394889 h 6034088"/>
              <a:gd name="connsiteX1057" fmla="*/ 7564295 w 10728325"/>
              <a:gd name="connsiteY1057" fmla="*/ 3501324 h 6034088"/>
              <a:gd name="connsiteX1058" fmla="*/ 7670735 w 10728325"/>
              <a:gd name="connsiteY1058" fmla="*/ 3501324 h 6034088"/>
              <a:gd name="connsiteX1059" fmla="*/ 7670735 w 10728325"/>
              <a:gd name="connsiteY1059" fmla="*/ 3394889 h 6034088"/>
              <a:gd name="connsiteX1060" fmla="*/ 7903338 w 10728325"/>
              <a:gd name="connsiteY1060" fmla="*/ 3389179 h 6034088"/>
              <a:gd name="connsiteX1061" fmla="*/ 7903338 w 10728325"/>
              <a:gd name="connsiteY1061" fmla="*/ 3506849 h 6034088"/>
              <a:gd name="connsiteX1062" fmla="*/ 8021008 w 10728325"/>
              <a:gd name="connsiteY1062" fmla="*/ 3506849 h 6034088"/>
              <a:gd name="connsiteX1063" fmla="*/ 8021008 w 10728325"/>
              <a:gd name="connsiteY1063" fmla="*/ 3389179 h 6034088"/>
              <a:gd name="connsiteX1064" fmla="*/ 8242772 w 10728325"/>
              <a:gd name="connsiteY1064" fmla="*/ 3383648 h 6034088"/>
              <a:gd name="connsiteX1065" fmla="*/ 8242772 w 10728325"/>
              <a:gd name="connsiteY1065" fmla="*/ 3512353 h 6034088"/>
              <a:gd name="connsiteX1066" fmla="*/ 8371450 w 10728325"/>
              <a:gd name="connsiteY1066" fmla="*/ 3512353 h 6034088"/>
              <a:gd name="connsiteX1067" fmla="*/ 8371450 w 10728325"/>
              <a:gd name="connsiteY1067" fmla="*/ 3383648 h 6034088"/>
              <a:gd name="connsiteX1068" fmla="*/ 8581983 w 10728325"/>
              <a:gd name="connsiteY1068" fmla="*/ 3378134 h 6034088"/>
              <a:gd name="connsiteX1069" fmla="*/ 8581983 w 10728325"/>
              <a:gd name="connsiteY1069" fmla="*/ 3517879 h 6034088"/>
              <a:gd name="connsiteX1070" fmla="*/ 8721724 w 10728325"/>
              <a:gd name="connsiteY1070" fmla="*/ 3517879 h 6034088"/>
              <a:gd name="connsiteX1071" fmla="*/ 8721724 w 10728325"/>
              <a:gd name="connsiteY1071" fmla="*/ 3378134 h 6034088"/>
              <a:gd name="connsiteX1072" fmla="*/ 10473651 w 10728325"/>
              <a:gd name="connsiteY1072" fmla="*/ 3375960 h 6034088"/>
              <a:gd name="connsiteX1073" fmla="*/ 10617583 w 10728325"/>
              <a:gd name="connsiteY1073" fmla="*/ 3375960 h 6034088"/>
              <a:gd name="connsiteX1074" fmla="*/ 10617583 w 10728325"/>
              <a:gd name="connsiteY1074" fmla="*/ 3520242 h 6034088"/>
              <a:gd name="connsiteX1075" fmla="*/ 10473651 w 10728325"/>
              <a:gd name="connsiteY1075" fmla="*/ 3520242 h 6034088"/>
              <a:gd name="connsiteX1076" fmla="*/ 8921417 w 10728325"/>
              <a:gd name="connsiteY1076" fmla="*/ 3372619 h 6034088"/>
              <a:gd name="connsiteX1077" fmla="*/ 8921417 w 10728325"/>
              <a:gd name="connsiteY1077" fmla="*/ 3523404 h 6034088"/>
              <a:gd name="connsiteX1078" fmla="*/ 9072221 w 10728325"/>
              <a:gd name="connsiteY1078" fmla="*/ 3523404 h 6034088"/>
              <a:gd name="connsiteX1079" fmla="*/ 9072221 w 10728325"/>
              <a:gd name="connsiteY1079" fmla="*/ 3372619 h 6034088"/>
              <a:gd name="connsiteX1080" fmla="*/ 10123209 w 10728325"/>
              <a:gd name="connsiteY1080" fmla="*/ 3370457 h 6034088"/>
              <a:gd name="connsiteX1081" fmla="*/ 10278539 w 10728325"/>
              <a:gd name="connsiteY1081" fmla="*/ 3370457 h 6034088"/>
              <a:gd name="connsiteX1082" fmla="*/ 10278539 w 10728325"/>
              <a:gd name="connsiteY1082" fmla="*/ 3525561 h 6034088"/>
              <a:gd name="connsiteX1083" fmla="*/ 10123209 w 10728325"/>
              <a:gd name="connsiteY1083" fmla="*/ 3525561 h 6034088"/>
              <a:gd name="connsiteX1084" fmla="*/ 9260460 w 10728325"/>
              <a:gd name="connsiteY1084" fmla="*/ 3366909 h 6034088"/>
              <a:gd name="connsiteX1085" fmla="*/ 9260460 w 10728325"/>
              <a:gd name="connsiteY1085" fmla="*/ 3528924 h 6034088"/>
              <a:gd name="connsiteX1086" fmla="*/ 9422494 w 10728325"/>
              <a:gd name="connsiteY1086" fmla="*/ 3528924 h 6034088"/>
              <a:gd name="connsiteX1087" fmla="*/ 9422494 w 10728325"/>
              <a:gd name="connsiteY1087" fmla="*/ 3366909 h 6034088"/>
              <a:gd name="connsiteX1088" fmla="*/ 9772936 w 10728325"/>
              <a:gd name="connsiteY1088" fmla="*/ 3364931 h 6034088"/>
              <a:gd name="connsiteX1089" fmla="*/ 9939105 w 10728325"/>
              <a:gd name="connsiteY1089" fmla="*/ 3364931 h 6034088"/>
              <a:gd name="connsiteX1090" fmla="*/ 9939105 w 10728325"/>
              <a:gd name="connsiteY1090" fmla="*/ 3531092 h 6034088"/>
              <a:gd name="connsiteX1091" fmla="*/ 9772936 w 10728325"/>
              <a:gd name="connsiteY1091" fmla="*/ 3531092 h 6034088"/>
              <a:gd name="connsiteX1092" fmla="*/ 4680356 w 10728325"/>
              <a:gd name="connsiteY1092" fmla="*/ 3269542 h 6034088"/>
              <a:gd name="connsiteX1093" fmla="*/ 4680356 w 10728325"/>
              <a:gd name="connsiteY1093" fmla="*/ 3281761 h 6034088"/>
              <a:gd name="connsiteX1094" fmla="*/ 4692576 w 10728325"/>
              <a:gd name="connsiteY1094" fmla="*/ 3281761 h 6034088"/>
              <a:gd name="connsiteX1095" fmla="*/ 4692576 w 10728325"/>
              <a:gd name="connsiteY1095" fmla="*/ 3269542 h 6034088"/>
              <a:gd name="connsiteX1096" fmla="*/ 5019589 w 10728325"/>
              <a:gd name="connsiteY1096" fmla="*/ 3263810 h 6034088"/>
              <a:gd name="connsiteX1097" fmla="*/ 5019589 w 10728325"/>
              <a:gd name="connsiteY1097" fmla="*/ 3287265 h 6034088"/>
              <a:gd name="connsiteX1098" fmla="*/ 5043045 w 10728325"/>
              <a:gd name="connsiteY1098" fmla="*/ 3287265 h 6034088"/>
              <a:gd name="connsiteX1099" fmla="*/ 5043045 w 10728325"/>
              <a:gd name="connsiteY1099" fmla="*/ 3263810 h 6034088"/>
              <a:gd name="connsiteX1100" fmla="*/ 5358822 w 10728325"/>
              <a:gd name="connsiteY1100" fmla="*/ 3258295 h 6034088"/>
              <a:gd name="connsiteX1101" fmla="*/ 5358822 w 10728325"/>
              <a:gd name="connsiteY1101" fmla="*/ 3292790 h 6034088"/>
              <a:gd name="connsiteX1102" fmla="*/ 5393313 w 10728325"/>
              <a:gd name="connsiteY1102" fmla="*/ 3292790 h 6034088"/>
              <a:gd name="connsiteX1103" fmla="*/ 5393313 w 10728325"/>
              <a:gd name="connsiteY1103" fmla="*/ 3258295 h 6034088"/>
              <a:gd name="connsiteX1104" fmla="*/ 5698217 w 10728325"/>
              <a:gd name="connsiteY1104" fmla="*/ 3252976 h 6034088"/>
              <a:gd name="connsiteX1105" fmla="*/ 5698217 w 10728325"/>
              <a:gd name="connsiteY1105" fmla="*/ 3298505 h 6034088"/>
              <a:gd name="connsiteX1106" fmla="*/ 5743754 w 10728325"/>
              <a:gd name="connsiteY1106" fmla="*/ 3298505 h 6034088"/>
              <a:gd name="connsiteX1107" fmla="*/ 5743754 w 10728325"/>
              <a:gd name="connsiteY1107" fmla="*/ 3252976 h 6034088"/>
              <a:gd name="connsiteX1108" fmla="*/ 6037483 w 10728325"/>
              <a:gd name="connsiteY1108" fmla="*/ 3247456 h 6034088"/>
              <a:gd name="connsiteX1109" fmla="*/ 6037483 w 10728325"/>
              <a:gd name="connsiteY1109" fmla="*/ 3304026 h 6034088"/>
              <a:gd name="connsiteX1110" fmla="*/ 6094027 w 10728325"/>
              <a:gd name="connsiteY1110" fmla="*/ 3304026 h 6034088"/>
              <a:gd name="connsiteX1111" fmla="*/ 6094027 w 10728325"/>
              <a:gd name="connsiteY1111" fmla="*/ 3247456 h 6034088"/>
              <a:gd name="connsiteX1112" fmla="*/ 6376694 w 10728325"/>
              <a:gd name="connsiteY1112" fmla="*/ 3241730 h 6034088"/>
              <a:gd name="connsiteX1113" fmla="*/ 6376694 w 10728325"/>
              <a:gd name="connsiteY1113" fmla="*/ 3309535 h 6034088"/>
              <a:gd name="connsiteX1114" fmla="*/ 6444525 w 10728325"/>
              <a:gd name="connsiteY1114" fmla="*/ 3309535 h 6034088"/>
              <a:gd name="connsiteX1115" fmla="*/ 6444525 w 10728325"/>
              <a:gd name="connsiteY1115" fmla="*/ 3241730 h 6034088"/>
              <a:gd name="connsiteX1116" fmla="*/ 6715905 w 10728325"/>
              <a:gd name="connsiteY1116" fmla="*/ 3236221 h 6034088"/>
              <a:gd name="connsiteX1117" fmla="*/ 6715905 w 10728325"/>
              <a:gd name="connsiteY1117" fmla="*/ 3315061 h 6034088"/>
              <a:gd name="connsiteX1118" fmla="*/ 6794743 w 10728325"/>
              <a:gd name="connsiteY1118" fmla="*/ 3315061 h 6034088"/>
              <a:gd name="connsiteX1119" fmla="*/ 6794743 w 10728325"/>
              <a:gd name="connsiteY1119" fmla="*/ 3236221 h 6034088"/>
              <a:gd name="connsiteX1120" fmla="*/ 7055339 w 10728325"/>
              <a:gd name="connsiteY1120" fmla="*/ 3230701 h 6034088"/>
              <a:gd name="connsiteX1121" fmla="*/ 7055339 w 10728325"/>
              <a:gd name="connsiteY1121" fmla="*/ 3320581 h 6034088"/>
              <a:gd name="connsiteX1122" fmla="*/ 7145240 w 10728325"/>
              <a:gd name="connsiteY1122" fmla="*/ 3320581 h 6034088"/>
              <a:gd name="connsiteX1123" fmla="*/ 7145240 w 10728325"/>
              <a:gd name="connsiteY1123" fmla="*/ 3230701 h 6034088"/>
              <a:gd name="connsiteX1124" fmla="*/ 7394606 w 10728325"/>
              <a:gd name="connsiteY1124" fmla="*/ 3225192 h 6034088"/>
              <a:gd name="connsiteX1125" fmla="*/ 7394606 w 10728325"/>
              <a:gd name="connsiteY1125" fmla="*/ 3326107 h 6034088"/>
              <a:gd name="connsiteX1126" fmla="*/ 7495515 w 10728325"/>
              <a:gd name="connsiteY1126" fmla="*/ 3326107 h 6034088"/>
              <a:gd name="connsiteX1127" fmla="*/ 7495515 w 10728325"/>
              <a:gd name="connsiteY1127" fmla="*/ 3225192 h 6034088"/>
              <a:gd name="connsiteX1128" fmla="*/ 7733817 w 10728325"/>
              <a:gd name="connsiteY1128" fmla="*/ 3219465 h 6034088"/>
              <a:gd name="connsiteX1129" fmla="*/ 7733817 w 10728325"/>
              <a:gd name="connsiteY1129" fmla="*/ 3331615 h 6034088"/>
              <a:gd name="connsiteX1130" fmla="*/ 7845956 w 10728325"/>
              <a:gd name="connsiteY1130" fmla="*/ 3331615 h 6034088"/>
              <a:gd name="connsiteX1131" fmla="*/ 7845956 w 10728325"/>
              <a:gd name="connsiteY1131" fmla="*/ 3219465 h 6034088"/>
              <a:gd name="connsiteX1132" fmla="*/ 8073027 w 10728325"/>
              <a:gd name="connsiteY1132" fmla="*/ 3213945 h 6034088"/>
              <a:gd name="connsiteX1133" fmla="*/ 8073027 w 10728325"/>
              <a:gd name="connsiteY1133" fmla="*/ 3337135 h 6034088"/>
              <a:gd name="connsiteX1134" fmla="*/ 8196229 w 10728325"/>
              <a:gd name="connsiteY1134" fmla="*/ 3337135 h 6034088"/>
              <a:gd name="connsiteX1135" fmla="*/ 8196229 w 10728325"/>
              <a:gd name="connsiteY1135" fmla="*/ 3213945 h 6034088"/>
              <a:gd name="connsiteX1136" fmla="*/ 8412461 w 10728325"/>
              <a:gd name="connsiteY1136" fmla="*/ 3208436 h 6034088"/>
              <a:gd name="connsiteX1137" fmla="*/ 8412461 w 10728325"/>
              <a:gd name="connsiteY1137" fmla="*/ 3342661 h 6034088"/>
              <a:gd name="connsiteX1138" fmla="*/ 8546726 w 10728325"/>
              <a:gd name="connsiteY1138" fmla="*/ 3342661 h 6034088"/>
              <a:gd name="connsiteX1139" fmla="*/ 8546726 w 10728325"/>
              <a:gd name="connsiteY1139" fmla="*/ 3208436 h 6034088"/>
              <a:gd name="connsiteX1140" fmla="*/ 10648927 w 10728325"/>
              <a:gd name="connsiteY1140" fmla="*/ 3206458 h 6034088"/>
              <a:gd name="connsiteX1141" fmla="*/ 10728325 w 10728325"/>
              <a:gd name="connsiteY1141" fmla="*/ 3206458 h 6034088"/>
              <a:gd name="connsiteX1142" fmla="*/ 10728325 w 10728325"/>
              <a:gd name="connsiteY1142" fmla="*/ 3344832 h 6034088"/>
              <a:gd name="connsiteX1143" fmla="*/ 10648927 w 10728325"/>
              <a:gd name="connsiteY1143" fmla="*/ 3344830 h 6034088"/>
              <a:gd name="connsiteX1144" fmla="*/ 8751728 w 10728325"/>
              <a:gd name="connsiteY1144" fmla="*/ 3203111 h 6034088"/>
              <a:gd name="connsiteX1145" fmla="*/ 8751728 w 10728325"/>
              <a:gd name="connsiteY1145" fmla="*/ 3348376 h 6034088"/>
              <a:gd name="connsiteX1146" fmla="*/ 8897000 w 10728325"/>
              <a:gd name="connsiteY1146" fmla="*/ 3348376 h 6034088"/>
              <a:gd name="connsiteX1147" fmla="*/ 8897000 w 10728325"/>
              <a:gd name="connsiteY1147" fmla="*/ 3203111 h 6034088"/>
              <a:gd name="connsiteX1148" fmla="*/ 10298431 w 10728325"/>
              <a:gd name="connsiteY1148" fmla="*/ 3200742 h 6034088"/>
              <a:gd name="connsiteX1149" fmla="*/ 10448228 w 10728325"/>
              <a:gd name="connsiteY1149" fmla="*/ 3200742 h 6034088"/>
              <a:gd name="connsiteX1150" fmla="*/ 10448228 w 10728325"/>
              <a:gd name="connsiteY1150" fmla="*/ 3350539 h 6034088"/>
              <a:gd name="connsiteX1151" fmla="*/ 10298431 w 10728325"/>
              <a:gd name="connsiteY1151" fmla="*/ 3350539 h 6034088"/>
              <a:gd name="connsiteX1152" fmla="*/ 9091106 w 10728325"/>
              <a:gd name="connsiteY1152" fmla="*/ 3197580 h 6034088"/>
              <a:gd name="connsiteX1153" fmla="*/ 9091106 w 10728325"/>
              <a:gd name="connsiteY1153" fmla="*/ 3353880 h 6034088"/>
              <a:gd name="connsiteX1154" fmla="*/ 9247441 w 10728325"/>
              <a:gd name="connsiteY1154" fmla="*/ 3353880 h 6034088"/>
              <a:gd name="connsiteX1155" fmla="*/ 9247441 w 10728325"/>
              <a:gd name="connsiteY1155" fmla="*/ 3197580 h 6034088"/>
              <a:gd name="connsiteX1156" fmla="*/ 9948157 w 10728325"/>
              <a:gd name="connsiteY1156" fmla="*/ 3195223 h 6034088"/>
              <a:gd name="connsiteX1157" fmla="*/ 10108794 w 10728325"/>
              <a:gd name="connsiteY1157" fmla="*/ 3195223 h 6034088"/>
              <a:gd name="connsiteX1158" fmla="*/ 10108794 w 10728325"/>
              <a:gd name="connsiteY1158" fmla="*/ 3356053 h 6034088"/>
              <a:gd name="connsiteX1159" fmla="*/ 9948157 w 10728325"/>
              <a:gd name="connsiteY1159" fmla="*/ 3356053 h 6034088"/>
              <a:gd name="connsiteX1160" fmla="*/ 9430150 w 10728325"/>
              <a:gd name="connsiteY1160" fmla="*/ 3191870 h 6034088"/>
              <a:gd name="connsiteX1161" fmla="*/ 9430150 w 10728325"/>
              <a:gd name="connsiteY1161" fmla="*/ 3359405 h 6034088"/>
              <a:gd name="connsiteX1162" fmla="*/ 9597716 w 10728325"/>
              <a:gd name="connsiteY1162" fmla="*/ 3359405 h 6034088"/>
              <a:gd name="connsiteX1163" fmla="*/ 9597716 w 10728325"/>
              <a:gd name="connsiteY1163" fmla="*/ 3191870 h 6034088"/>
              <a:gd name="connsiteX1164" fmla="*/ 4510650 w 10728325"/>
              <a:gd name="connsiteY1164" fmla="*/ 3099822 h 6034088"/>
              <a:gd name="connsiteX1165" fmla="*/ 4510650 w 10728325"/>
              <a:gd name="connsiteY1165" fmla="*/ 3106527 h 6034088"/>
              <a:gd name="connsiteX1166" fmla="*/ 4517355 w 10728325"/>
              <a:gd name="connsiteY1166" fmla="*/ 3106527 h 6034088"/>
              <a:gd name="connsiteX1167" fmla="*/ 4517355 w 10728325"/>
              <a:gd name="connsiteY1167" fmla="*/ 3099822 h 6034088"/>
              <a:gd name="connsiteX1168" fmla="*/ 4849872 w 10728325"/>
              <a:gd name="connsiteY1168" fmla="*/ 3094302 h 6034088"/>
              <a:gd name="connsiteX1169" fmla="*/ 4849872 w 10728325"/>
              <a:gd name="connsiteY1169" fmla="*/ 3112237 h 6034088"/>
              <a:gd name="connsiteX1170" fmla="*/ 4867813 w 10728325"/>
              <a:gd name="connsiteY1170" fmla="*/ 3112237 h 6034088"/>
              <a:gd name="connsiteX1171" fmla="*/ 4867813 w 10728325"/>
              <a:gd name="connsiteY1171" fmla="*/ 3094302 h 6034088"/>
              <a:gd name="connsiteX1172" fmla="*/ 5189105 w 10728325"/>
              <a:gd name="connsiteY1172" fmla="*/ 3088793 h 6034088"/>
              <a:gd name="connsiteX1173" fmla="*/ 5189105 w 10728325"/>
              <a:gd name="connsiteY1173" fmla="*/ 3117762 h 6034088"/>
              <a:gd name="connsiteX1174" fmla="*/ 5218081 w 10728325"/>
              <a:gd name="connsiteY1174" fmla="*/ 3117762 h 6034088"/>
              <a:gd name="connsiteX1175" fmla="*/ 5218081 w 10728325"/>
              <a:gd name="connsiteY1175" fmla="*/ 3088793 h 6034088"/>
              <a:gd name="connsiteX1176" fmla="*/ 5528522 w 10728325"/>
              <a:gd name="connsiteY1176" fmla="*/ 3083273 h 6034088"/>
              <a:gd name="connsiteX1177" fmla="*/ 5528522 w 10728325"/>
              <a:gd name="connsiteY1177" fmla="*/ 3123288 h 6034088"/>
              <a:gd name="connsiteX1178" fmla="*/ 5568539 w 10728325"/>
              <a:gd name="connsiteY1178" fmla="*/ 3123288 h 6034088"/>
              <a:gd name="connsiteX1179" fmla="*/ 5568539 w 10728325"/>
              <a:gd name="connsiteY1179" fmla="*/ 3083273 h 6034088"/>
              <a:gd name="connsiteX1180" fmla="*/ 5867738 w 10728325"/>
              <a:gd name="connsiteY1180" fmla="*/ 3077742 h 6034088"/>
              <a:gd name="connsiteX1181" fmla="*/ 5867738 w 10728325"/>
              <a:gd name="connsiteY1181" fmla="*/ 3128791 h 6034088"/>
              <a:gd name="connsiteX1182" fmla="*/ 5918807 w 10728325"/>
              <a:gd name="connsiteY1182" fmla="*/ 3128791 h 6034088"/>
              <a:gd name="connsiteX1183" fmla="*/ 5918807 w 10728325"/>
              <a:gd name="connsiteY1183" fmla="*/ 3077742 h 6034088"/>
              <a:gd name="connsiteX1184" fmla="*/ 6207005 w 10728325"/>
              <a:gd name="connsiteY1184" fmla="*/ 3072032 h 6034088"/>
              <a:gd name="connsiteX1185" fmla="*/ 6207005 w 10728325"/>
              <a:gd name="connsiteY1185" fmla="*/ 3134317 h 6034088"/>
              <a:gd name="connsiteX1186" fmla="*/ 6269248 w 10728325"/>
              <a:gd name="connsiteY1186" fmla="*/ 3134317 h 6034088"/>
              <a:gd name="connsiteX1187" fmla="*/ 6269248 w 10728325"/>
              <a:gd name="connsiteY1187" fmla="*/ 3072032 h 6034088"/>
              <a:gd name="connsiteX1188" fmla="*/ 6546216 w 10728325"/>
              <a:gd name="connsiteY1188" fmla="*/ 3066517 h 6034088"/>
              <a:gd name="connsiteX1189" fmla="*/ 6546216 w 10728325"/>
              <a:gd name="connsiteY1189" fmla="*/ 3139842 h 6034088"/>
              <a:gd name="connsiteX1190" fmla="*/ 6619523 w 10728325"/>
              <a:gd name="connsiteY1190" fmla="*/ 3139842 h 6034088"/>
              <a:gd name="connsiteX1191" fmla="*/ 6619523 w 10728325"/>
              <a:gd name="connsiteY1191" fmla="*/ 3066517 h 6034088"/>
              <a:gd name="connsiteX1192" fmla="*/ 6885650 w 10728325"/>
              <a:gd name="connsiteY1192" fmla="*/ 3060986 h 6034088"/>
              <a:gd name="connsiteX1193" fmla="*/ 6885650 w 10728325"/>
              <a:gd name="connsiteY1193" fmla="*/ 3145346 h 6034088"/>
              <a:gd name="connsiteX1194" fmla="*/ 6970020 w 10728325"/>
              <a:gd name="connsiteY1194" fmla="*/ 3145346 h 6034088"/>
              <a:gd name="connsiteX1195" fmla="*/ 6970020 w 10728325"/>
              <a:gd name="connsiteY1195" fmla="*/ 3060986 h 6034088"/>
              <a:gd name="connsiteX1196" fmla="*/ 7224861 w 10728325"/>
              <a:gd name="connsiteY1196" fmla="*/ 3055477 h 6034088"/>
              <a:gd name="connsiteX1197" fmla="*/ 7224861 w 10728325"/>
              <a:gd name="connsiteY1197" fmla="*/ 3150871 h 6034088"/>
              <a:gd name="connsiteX1198" fmla="*/ 7320294 w 10728325"/>
              <a:gd name="connsiteY1198" fmla="*/ 3150871 h 6034088"/>
              <a:gd name="connsiteX1199" fmla="*/ 7320294 w 10728325"/>
              <a:gd name="connsiteY1199" fmla="*/ 3055477 h 6034088"/>
              <a:gd name="connsiteX1200" fmla="*/ 7564295 w 10728325"/>
              <a:gd name="connsiteY1200" fmla="*/ 3049957 h 6034088"/>
              <a:gd name="connsiteX1201" fmla="*/ 7564295 w 10728325"/>
              <a:gd name="connsiteY1201" fmla="*/ 3156392 h 6034088"/>
              <a:gd name="connsiteX1202" fmla="*/ 7670735 w 10728325"/>
              <a:gd name="connsiteY1202" fmla="*/ 3156392 h 6034088"/>
              <a:gd name="connsiteX1203" fmla="*/ 7670735 w 10728325"/>
              <a:gd name="connsiteY1203" fmla="*/ 3049957 h 6034088"/>
              <a:gd name="connsiteX1204" fmla="*/ 7903338 w 10728325"/>
              <a:gd name="connsiteY1204" fmla="*/ 3044443 h 6034088"/>
              <a:gd name="connsiteX1205" fmla="*/ 7903338 w 10728325"/>
              <a:gd name="connsiteY1205" fmla="*/ 3162114 h 6034088"/>
              <a:gd name="connsiteX1206" fmla="*/ 8021008 w 10728325"/>
              <a:gd name="connsiteY1206" fmla="*/ 3162114 h 6034088"/>
              <a:gd name="connsiteX1207" fmla="*/ 8021008 w 10728325"/>
              <a:gd name="connsiteY1207" fmla="*/ 3044443 h 6034088"/>
              <a:gd name="connsiteX1208" fmla="*/ 8242772 w 10728325"/>
              <a:gd name="connsiteY1208" fmla="*/ 3038928 h 6034088"/>
              <a:gd name="connsiteX1209" fmla="*/ 8242772 w 10728325"/>
              <a:gd name="connsiteY1209" fmla="*/ 3167633 h 6034088"/>
              <a:gd name="connsiteX1210" fmla="*/ 8371450 w 10728325"/>
              <a:gd name="connsiteY1210" fmla="*/ 3167633 h 6034088"/>
              <a:gd name="connsiteX1211" fmla="*/ 8371450 w 10728325"/>
              <a:gd name="connsiteY1211" fmla="*/ 3038928 h 6034088"/>
              <a:gd name="connsiteX1212" fmla="*/ 8581983 w 10728325"/>
              <a:gd name="connsiteY1212" fmla="*/ 3033392 h 6034088"/>
              <a:gd name="connsiteX1213" fmla="*/ 8581983 w 10728325"/>
              <a:gd name="connsiteY1213" fmla="*/ 3173137 h 6034088"/>
              <a:gd name="connsiteX1214" fmla="*/ 8721724 w 10728325"/>
              <a:gd name="connsiteY1214" fmla="*/ 3173137 h 6034088"/>
              <a:gd name="connsiteX1215" fmla="*/ 8721724 w 10728325"/>
              <a:gd name="connsiteY1215" fmla="*/ 3033392 h 6034088"/>
              <a:gd name="connsiteX1216" fmla="*/ 10473651 w 10728325"/>
              <a:gd name="connsiteY1216" fmla="*/ 3031240 h 6034088"/>
              <a:gd name="connsiteX1217" fmla="*/ 10617583 w 10728325"/>
              <a:gd name="connsiteY1217" fmla="*/ 3031240 h 6034088"/>
              <a:gd name="connsiteX1218" fmla="*/ 10617583 w 10728325"/>
              <a:gd name="connsiteY1218" fmla="*/ 3175310 h 6034088"/>
              <a:gd name="connsiteX1219" fmla="*/ 10473651 w 10728325"/>
              <a:gd name="connsiteY1219" fmla="*/ 3175310 h 6034088"/>
              <a:gd name="connsiteX1220" fmla="*/ 8921417 w 10728325"/>
              <a:gd name="connsiteY1220" fmla="*/ 3027883 h 6034088"/>
              <a:gd name="connsiteX1221" fmla="*/ 8921417 w 10728325"/>
              <a:gd name="connsiteY1221" fmla="*/ 3178668 h 6034088"/>
              <a:gd name="connsiteX1222" fmla="*/ 9072221 w 10728325"/>
              <a:gd name="connsiteY1222" fmla="*/ 3178668 h 6034088"/>
              <a:gd name="connsiteX1223" fmla="*/ 9072221 w 10728325"/>
              <a:gd name="connsiteY1223" fmla="*/ 3027883 h 6034088"/>
              <a:gd name="connsiteX1224" fmla="*/ 10123209 w 10728325"/>
              <a:gd name="connsiteY1224" fmla="*/ 3025721 h 6034088"/>
              <a:gd name="connsiteX1225" fmla="*/ 10278539 w 10728325"/>
              <a:gd name="connsiteY1225" fmla="*/ 3025721 h 6034088"/>
              <a:gd name="connsiteX1226" fmla="*/ 10278539 w 10728325"/>
              <a:gd name="connsiteY1226" fmla="*/ 3180847 h 6034088"/>
              <a:gd name="connsiteX1227" fmla="*/ 10123209 w 10728325"/>
              <a:gd name="connsiteY1227" fmla="*/ 3180847 h 6034088"/>
              <a:gd name="connsiteX1228" fmla="*/ 9260460 w 10728325"/>
              <a:gd name="connsiteY1228" fmla="*/ 3022173 h 6034088"/>
              <a:gd name="connsiteX1229" fmla="*/ 9260460 w 10728325"/>
              <a:gd name="connsiteY1229" fmla="*/ 3184188 h 6034088"/>
              <a:gd name="connsiteX1230" fmla="*/ 9422494 w 10728325"/>
              <a:gd name="connsiteY1230" fmla="*/ 3184188 h 6034088"/>
              <a:gd name="connsiteX1231" fmla="*/ 9422494 w 10728325"/>
              <a:gd name="connsiteY1231" fmla="*/ 3022173 h 6034088"/>
              <a:gd name="connsiteX1232" fmla="*/ 9772936 w 10728325"/>
              <a:gd name="connsiteY1232" fmla="*/ 3020189 h 6034088"/>
              <a:gd name="connsiteX1233" fmla="*/ 9939105 w 10728325"/>
              <a:gd name="connsiteY1233" fmla="*/ 3020189 h 6034088"/>
              <a:gd name="connsiteX1234" fmla="*/ 9939105 w 10728325"/>
              <a:gd name="connsiteY1234" fmla="*/ 3186356 h 6034088"/>
              <a:gd name="connsiteX1235" fmla="*/ 9772936 w 10728325"/>
              <a:gd name="connsiteY1235" fmla="*/ 3186356 h 6034088"/>
              <a:gd name="connsiteX1236" fmla="*/ 4680356 w 10728325"/>
              <a:gd name="connsiteY1236" fmla="*/ 2924807 h 6034088"/>
              <a:gd name="connsiteX1237" fmla="*/ 4680356 w 10728325"/>
              <a:gd name="connsiteY1237" fmla="*/ 2937025 h 6034088"/>
              <a:gd name="connsiteX1238" fmla="*/ 4692576 w 10728325"/>
              <a:gd name="connsiteY1238" fmla="*/ 2937025 h 6034088"/>
              <a:gd name="connsiteX1239" fmla="*/ 4692576 w 10728325"/>
              <a:gd name="connsiteY1239" fmla="*/ 2924807 h 6034088"/>
              <a:gd name="connsiteX1240" fmla="*/ 5019589 w 10728325"/>
              <a:gd name="connsiteY1240" fmla="*/ 2919092 h 6034088"/>
              <a:gd name="connsiteX1241" fmla="*/ 5019589 w 10728325"/>
              <a:gd name="connsiteY1241" fmla="*/ 2942547 h 6034088"/>
              <a:gd name="connsiteX1242" fmla="*/ 5043045 w 10728325"/>
              <a:gd name="connsiteY1242" fmla="*/ 2942547 h 6034088"/>
              <a:gd name="connsiteX1243" fmla="*/ 5043045 w 10728325"/>
              <a:gd name="connsiteY1243" fmla="*/ 2919092 h 6034088"/>
              <a:gd name="connsiteX1244" fmla="*/ 5358816 w 10728325"/>
              <a:gd name="connsiteY1244" fmla="*/ 2913562 h 6034088"/>
              <a:gd name="connsiteX1245" fmla="*/ 5358816 w 10728325"/>
              <a:gd name="connsiteY1245" fmla="*/ 2948050 h 6034088"/>
              <a:gd name="connsiteX1246" fmla="*/ 5393313 w 10728325"/>
              <a:gd name="connsiteY1246" fmla="*/ 2948050 h 6034088"/>
              <a:gd name="connsiteX1247" fmla="*/ 5393313 w 10728325"/>
              <a:gd name="connsiteY1247" fmla="*/ 2913562 h 6034088"/>
              <a:gd name="connsiteX1248" fmla="*/ 5698217 w 10728325"/>
              <a:gd name="connsiteY1248" fmla="*/ 2908050 h 6034088"/>
              <a:gd name="connsiteX1249" fmla="*/ 5698217 w 10728325"/>
              <a:gd name="connsiteY1249" fmla="*/ 2953583 h 6034088"/>
              <a:gd name="connsiteX1250" fmla="*/ 5743754 w 10728325"/>
              <a:gd name="connsiteY1250" fmla="*/ 2953583 h 6034088"/>
              <a:gd name="connsiteX1251" fmla="*/ 5743754 w 10728325"/>
              <a:gd name="connsiteY1251" fmla="*/ 2908050 h 6034088"/>
              <a:gd name="connsiteX1252" fmla="*/ 6037483 w 10728325"/>
              <a:gd name="connsiteY1252" fmla="*/ 2902536 h 6034088"/>
              <a:gd name="connsiteX1253" fmla="*/ 6037483 w 10728325"/>
              <a:gd name="connsiteY1253" fmla="*/ 2959104 h 6034088"/>
              <a:gd name="connsiteX1254" fmla="*/ 6094027 w 10728325"/>
              <a:gd name="connsiteY1254" fmla="*/ 2959104 h 6034088"/>
              <a:gd name="connsiteX1255" fmla="*/ 6094027 w 10728325"/>
              <a:gd name="connsiteY1255" fmla="*/ 2902536 h 6034088"/>
              <a:gd name="connsiteX1256" fmla="*/ 6376694 w 10728325"/>
              <a:gd name="connsiteY1256" fmla="*/ 2896810 h 6034088"/>
              <a:gd name="connsiteX1257" fmla="*/ 6376694 w 10728325"/>
              <a:gd name="connsiteY1257" fmla="*/ 2964608 h 6034088"/>
              <a:gd name="connsiteX1258" fmla="*/ 6444525 w 10728325"/>
              <a:gd name="connsiteY1258" fmla="*/ 2964608 h 6034088"/>
              <a:gd name="connsiteX1259" fmla="*/ 6444525 w 10728325"/>
              <a:gd name="connsiteY1259" fmla="*/ 2896810 h 6034088"/>
              <a:gd name="connsiteX1260" fmla="*/ 6715905 w 10728325"/>
              <a:gd name="connsiteY1260" fmla="*/ 2891298 h 6034088"/>
              <a:gd name="connsiteX1261" fmla="*/ 6715905 w 10728325"/>
              <a:gd name="connsiteY1261" fmla="*/ 2970139 h 6034088"/>
              <a:gd name="connsiteX1262" fmla="*/ 6794743 w 10728325"/>
              <a:gd name="connsiteY1262" fmla="*/ 2970139 h 6034088"/>
              <a:gd name="connsiteX1263" fmla="*/ 6794743 w 10728325"/>
              <a:gd name="connsiteY1263" fmla="*/ 2891298 h 6034088"/>
              <a:gd name="connsiteX1264" fmla="*/ 7055339 w 10728325"/>
              <a:gd name="connsiteY1264" fmla="*/ 2885975 h 6034088"/>
              <a:gd name="connsiteX1265" fmla="*/ 7055339 w 10728325"/>
              <a:gd name="connsiteY1265" fmla="*/ 2975850 h 6034088"/>
              <a:gd name="connsiteX1266" fmla="*/ 7145240 w 10728325"/>
              <a:gd name="connsiteY1266" fmla="*/ 2975850 h 6034088"/>
              <a:gd name="connsiteX1267" fmla="*/ 7145240 w 10728325"/>
              <a:gd name="connsiteY1267" fmla="*/ 2885975 h 6034088"/>
              <a:gd name="connsiteX1268" fmla="*/ 7394606 w 10728325"/>
              <a:gd name="connsiteY1268" fmla="*/ 2880467 h 6034088"/>
              <a:gd name="connsiteX1269" fmla="*/ 7394606 w 10728325"/>
              <a:gd name="connsiteY1269" fmla="*/ 2981376 h 6034088"/>
              <a:gd name="connsiteX1270" fmla="*/ 7495515 w 10728325"/>
              <a:gd name="connsiteY1270" fmla="*/ 2981376 h 6034088"/>
              <a:gd name="connsiteX1271" fmla="*/ 7495515 w 10728325"/>
              <a:gd name="connsiteY1271" fmla="*/ 2880467 h 6034088"/>
              <a:gd name="connsiteX1272" fmla="*/ 7733817 w 10728325"/>
              <a:gd name="connsiteY1272" fmla="*/ 2874754 h 6034088"/>
              <a:gd name="connsiteX1273" fmla="*/ 7733817 w 10728325"/>
              <a:gd name="connsiteY1273" fmla="*/ 2986902 h 6034088"/>
              <a:gd name="connsiteX1274" fmla="*/ 7845956 w 10728325"/>
              <a:gd name="connsiteY1274" fmla="*/ 2986902 h 6034088"/>
              <a:gd name="connsiteX1275" fmla="*/ 7845956 w 10728325"/>
              <a:gd name="connsiteY1275" fmla="*/ 2874754 h 6034088"/>
              <a:gd name="connsiteX1276" fmla="*/ 8073027 w 10728325"/>
              <a:gd name="connsiteY1276" fmla="*/ 2869224 h 6034088"/>
              <a:gd name="connsiteX1277" fmla="*/ 8073027 w 10728325"/>
              <a:gd name="connsiteY1277" fmla="*/ 2992404 h 6034088"/>
              <a:gd name="connsiteX1278" fmla="*/ 8196229 w 10728325"/>
              <a:gd name="connsiteY1278" fmla="*/ 2992404 h 6034088"/>
              <a:gd name="connsiteX1279" fmla="*/ 8196229 w 10728325"/>
              <a:gd name="connsiteY1279" fmla="*/ 2869224 h 6034088"/>
              <a:gd name="connsiteX1280" fmla="*/ 8412461 w 10728325"/>
              <a:gd name="connsiteY1280" fmla="*/ 2863718 h 6034088"/>
              <a:gd name="connsiteX1281" fmla="*/ 8412461 w 10728325"/>
              <a:gd name="connsiteY1281" fmla="*/ 2997931 h 6034088"/>
              <a:gd name="connsiteX1282" fmla="*/ 8546726 w 10728325"/>
              <a:gd name="connsiteY1282" fmla="*/ 2997931 h 6034088"/>
              <a:gd name="connsiteX1283" fmla="*/ 8546726 w 10728325"/>
              <a:gd name="connsiteY1283" fmla="*/ 2863718 h 6034088"/>
              <a:gd name="connsiteX1284" fmla="*/ 10648927 w 10728325"/>
              <a:gd name="connsiteY1284" fmla="*/ 2861561 h 6034088"/>
              <a:gd name="connsiteX1285" fmla="*/ 10728325 w 10728325"/>
              <a:gd name="connsiteY1285" fmla="*/ 2861561 h 6034088"/>
              <a:gd name="connsiteX1286" fmla="*/ 10728325 w 10728325"/>
              <a:gd name="connsiteY1286" fmla="*/ 3000101 h 6034088"/>
              <a:gd name="connsiteX1287" fmla="*/ 10648927 w 10728325"/>
              <a:gd name="connsiteY1287" fmla="*/ 3000101 h 6034088"/>
              <a:gd name="connsiteX1288" fmla="*/ 8751728 w 10728325"/>
              <a:gd name="connsiteY1288" fmla="*/ 2858205 h 6034088"/>
              <a:gd name="connsiteX1289" fmla="*/ 8751728 w 10728325"/>
              <a:gd name="connsiteY1289" fmla="*/ 3003450 h 6034088"/>
              <a:gd name="connsiteX1290" fmla="*/ 8897000 w 10728325"/>
              <a:gd name="connsiteY1290" fmla="*/ 3003450 h 6034088"/>
              <a:gd name="connsiteX1291" fmla="*/ 8897000 w 10728325"/>
              <a:gd name="connsiteY1291" fmla="*/ 2858205 h 6034088"/>
              <a:gd name="connsiteX1292" fmla="*/ 10298431 w 10728325"/>
              <a:gd name="connsiteY1292" fmla="*/ 2856034 h 6034088"/>
              <a:gd name="connsiteX1293" fmla="*/ 10448228 w 10728325"/>
              <a:gd name="connsiteY1293" fmla="*/ 2856034 h 6034088"/>
              <a:gd name="connsiteX1294" fmla="*/ 10448228 w 10728325"/>
              <a:gd name="connsiteY1294" fmla="*/ 3005621 h 6034088"/>
              <a:gd name="connsiteX1295" fmla="*/ 10298431 w 10728325"/>
              <a:gd name="connsiteY1295" fmla="*/ 3005621 h 6034088"/>
              <a:gd name="connsiteX1296" fmla="*/ 9091106 w 10728325"/>
              <a:gd name="connsiteY1296" fmla="*/ 2852671 h 6034088"/>
              <a:gd name="connsiteX1297" fmla="*/ 9091106 w 10728325"/>
              <a:gd name="connsiteY1297" fmla="*/ 3008959 h 6034088"/>
              <a:gd name="connsiteX1298" fmla="*/ 9247441 w 10728325"/>
              <a:gd name="connsiteY1298" fmla="*/ 3008959 h 6034088"/>
              <a:gd name="connsiteX1299" fmla="*/ 9247441 w 10728325"/>
              <a:gd name="connsiteY1299" fmla="*/ 2852671 h 6034088"/>
              <a:gd name="connsiteX1300" fmla="*/ 9948157 w 10728325"/>
              <a:gd name="connsiteY1300" fmla="*/ 2850508 h 6034088"/>
              <a:gd name="connsiteX1301" fmla="*/ 10108794 w 10728325"/>
              <a:gd name="connsiteY1301" fmla="*/ 2850508 h 6034088"/>
              <a:gd name="connsiteX1302" fmla="*/ 10108794 w 10728325"/>
              <a:gd name="connsiteY1302" fmla="*/ 3011134 h 6034088"/>
              <a:gd name="connsiteX1303" fmla="*/ 9948157 w 10728325"/>
              <a:gd name="connsiteY1303" fmla="*/ 3011134 h 6034088"/>
              <a:gd name="connsiteX1304" fmla="*/ 9430150 w 10728325"/>
              <a:gd name="connsiteY1304" fmla="*/ 2846969 h 6034088"/>
              <a:gd name="connsiteX1305" fmla="*/ 9430150 w 10728325"/>
              <a:gd name="connsiteY1305" fmla="*/ 3014485 h 6034088"/>
              <a:gd name="connsiteX1306" fmla="*/ 9597716 w 10728325"/>
              <a:gd name="connsiteY1306" fmla="*/ 3014485 h 6034088"/>
              <a:gd name="connsiteX1307" fmla="*/ 9597716 w 10728325"/>
              <a:gd name="connsiteY1307" fmla="*/ 2846969 h 6034088"/>
              <a:gd name="connsiteX1308" fmla="*/ 4510650 w 10728325"/>
              <a:gd name="connsiteY1308" fmla="*/ 2755087 h 6034088"/>
              <a:gd name="connsiteX1309" fmla="*/ 4510650 w 10728325"/>
              <a:gd name="connsiteY1309" fmla="*/ 2761786 h 6034088"/>
              <a:gd name="connsiteX1310" fmla="*/ 4517355 w 10728325"/>
              <a:gd name="connsiteY1310" fmla="*/ 2761786 h 6034088"/>
              <a:gd name="connsiteX1311" fmla="*/ 4517355 w 10728325"/>
              <a:gd name="connsiteY1311" fmla="*/ 2755087 h 6034088"/>
              <a:gd name="connsiteX1312" fmla="*/ 4849872 w 10728325"/>
              <a:gd name="connsiteY1312" fmla="*/ 2749380 h 6034088"/>
              <a:gd name="connsiteX1313" fmla="*/ 4849872 w 10728325"/>
              <a:gd name="connsiteY1313" fmla="*/ 2767314 h 6034088"/>
              <a:gd name="connsiteX1314" fmla="*/ 4867813 w 10728325"/>
              <a:gd name="connsiteY1314" fmla="*/ 2767314 h 6034088"/>
              <a:gd name="connsiteX1315" fmla="*/ 4867813 w 10728325"/>
              <a:gd name="connsiteY1315" fmla="*/ 2749380 h 6034088"/>
              <a:gd name="connsiteX1316" fmla="*/ 5189105 w 10728325"/>
              <a:gd name="connsiteY1316" fmla="*/ 2743867 h 6034088"/>
              <a:gd name="connsiteX1317" fmla="*/ 5189105 w 10728325"/>
              <a:gd name="connsiteY1317" fmla="*/ 2772842 h 6034088"/>
              <a:gd name="connsiteX1318" fmla="*/ 5218081 w 10728325"/>
              <a:gd name="connsiteY1318" fmla="*/ 2772842 h 6034088"/>
              <a:gd name="connsiteX1319" fmla="*/ 5218081 w 10728325"/>
              <a:gd name="connsiteY1319" fmla="*/ 2743867 h 6034088"/>
              <a:gd name="connsiteX1320" fmla="*/ 5528522 w 10728325"/>
              <a:gd name="connsiteY1320" fmla="*/ 2738356 h 6034088"/>
              <a:gd name="connsiteX1321" fmla="*/ 5528522 w 10728325"/>
              <a:gd name="connsiteY1321" fmla="*/ 2778364 h 6034088"/>
              <a:gd name="connsiteX1322" fmla="*/ 5568539 w 10728325"/>
              <a:gd name="connsiteY1322" fmla="*/ 2778364 h 6034088"/>
              <a:gd name="connsiteX1323" fmla="*/ 5568539 w 10728325"/>
              <a:gd name="connsiteY1323" fmla="*/ 2738356 h 6034088"/>
              <a:gd name="connsiteX1324" fmla="*/ 5867738 w 10728325"/>
              <a:gd name="connsiteY1324" fmla="*/ 2733039 h 6034088"/>
              <a:gd name="connsiteX1325" fmla="*/ 5867738 w 10728325"/>
              <a:gd name="connsiteY1325" fmla="*/ 2784088 h 6034088"/>
              <a:gd name="connsiteX1326" fmla="*/ 5918807 w 10728325"/>
              <a:gd name="connsiteY1326" fmla="*/ 2784088 h 6034088"/>
              <a:gd name="connsiteX1327" fmla="*/ 5918807 w 10728325"/>
              <a:gd name="connsiteY1327" fmla="*/ 2733039 h 6034088"/>
              <a:gd name="connsiteX1328" fmla="*/ 6207005 w 10728325"/>
              <a:gd name="connsiteY1328" fmla="*/ 2727310 h 6034088"/>
              <a:gd name="connsiteX1329" fmla="*/ 6207005 w 10728325"/>
              <a:gd name="connsiteY1329" fmla="*/ 2789593 h 6034088"/>
              <a:gd name="connsiteX1330" fmla="*/ 6269248 w 10728325"/>
              <a:gd name="connsiteY1330" fmla="*/ 2789593 h 6034088"/>
              <a:gd name="connsiteX1331" fmla="*/ 6269248 w 10728325"/>
              <a:gd name="connsiteY1331" fmla="*/ 2727310 h 6034088"/>
              <a:gd name="connsiteX1332" fmla="*/ 6546216 w 10728325"/>
              <a:gd name="connsiteY1332" fmla="*/ 2721798 h 6034088"/>
              <a:gd name="connsiteX1333" fmla="*/ 6546216 w 10728325"/>
              <a:gd name="connsiteY1333" fmla="*/ 2795115 h 6034088"/>
              <a:gd name="connsiteX1334" fmla="*/ 6619523 w 10728325"/>
              <a:gd name="connsiteY1334" fmla="*/ 2795115 h 6034088"/>
              <a:gd name="connsiteX1335" fmla="*/ 6619523 w 10728325"/>
              <a:gd name="connsiteY1335" fmla="*/ 2721798 h 6034088"/>
              <a:gd name="connsiteX1336" fmla="*/ 6885650 w 10728325"/>
              <a:gd name="connsiteY1336" fmla="*/ 2716292 h 6034088"/>
              <a:gd name="connsiteX1337" fmla="*/ 6885650 w 10728325"/>
              <a:gd name="connsiteY1337" fmla="*/ 2800648 h 6034088"/>
              <a:gd name="connsiteX1338" fmla="*/ 6970020 w 10728325"/>
              <a:gd name="connsiteY1338" fmla="*/ 2800648 h 6034088"/>
              <a:gd name="connsiteX1339" fmla="*/ 6970020 w 10728325"/>
              <a:gd name="connsiteY1339" fmla="*/ 2716292 h 6034088"/>
              <a:gd name="connsiteX1340" fmla="*/ 7224861 w 10728325"/>
              <a:gd name="connsiteY1340" fmla="*/ 2710758 h 6034088"/>
              <a:gd name="connsiteX1341" fmla="*/ 7224861 w 10728325"/>
              <a:gd name="connsiteY1341" fmla="*/ 2806152 h 6034088"/>
              <a:gd name="connsiteX1342" fmla="*/ 7320294 w 10728325"/>
              <a:gd name="connsiteY1342" fmla="*/ 2806152 h 6034088"/>
              <a:gd name="connsiteX1343" fmla="*/ 7320294 w 10728325"/>
              <a:gd name="connsiteY1343" fmla="*/ 2710758 h 6034088"/>
              <a:gd name="connsiteX1344" fmla="*/ 7564295 w 10728325"/>
              <a:gd name="connsiteY1344" fmla="*/ 2705247 h 6034088"/>
              <a:gd name="connsiteX1345" fmla="*/ 7564295 w 10728325"/>
              <a:gd name="connsiteY1345" fmla="*/ 2811675 h 6034088"/>
              <a:gd name="connsiteX1346" fmla="*/ 7670735 w 10728325"/>
              <a:gd name="connsiteY1346" fmla="*/ 2811675 h 6034088"/>
              <a:gd name="connsiteX1347" fmla="*/ 7670735 w 10728325"/>
              <a:gd name="connsiteY1347" fmla="*/ 2705247 h 6034088"/>
              <a:gd name="connsiteX1348" fmla="*/ 7903338 w 10728325"/>
              <a:gd name="connsiteY1348" fmla="*/ 2699546 h 6034088"/>
              <a:gd name="connsiteX1349" fmla="*/ 7903338 w 10728325"/>
              <a:gd name="connsiteY1349" fmla="*/ 2817206 h 6034088"/>
              <a:gd name="connsiteX1350" fmla="*/ 8021008 w 10728325"/>
              <a:gd name="connsiteY1350" fmla="*/ 2817206 h 6034088"/>
              <a:gd name="connsiteX1351" fmla="*/ 8021008 w 10728325"/>
              <a:gd name="connsiteY1351" fmla="*/ 2699546 h 6034088"/>
              <a:gd name="connsiteX1352" fmla="*/ 8242772 w 10728325"/>
              <a:gd name="connsiteY1352" fmla="*/ 2694029 h 6034088"/>
              <a:gd name="connsiteX1353" fmla="*/ 8242772 w 10728325"/>
              <a:gd name="connsiteY1353" fmla="*/ 2822729 h 6034088"/>
              <a:gd name="connsiteX1354" fmla="*/ 8371450 w 10728325"/>
              <a:gd name="connsiteY1354" fmla="*/ 2822729 h 6034088"/>
              <a:gd name="connsiteX1355" fmla="*/ 8371450 w 10728325"/>
              <a:gd name="connsiteY1355" fmla="*/ 2694029 h 6034088"/>
              <a:gd name="connsiteX1356" fmla="*/ 8581983 w 10728325"/>
              <a:gd name="connsiteY1356" fmla="*/ 2688502 h 6034088"/>
              <a:gd name="connsiteX1357" fmla="*/ 8581983 w 10728325"/>
              <a:gd name="connsiteY1357" fmla="*/ 2828233 h 6034088"/>
              <a:gd name="connsiteX1358" fmla="*/ 8721724 w 10728325"/>
              <a:gd name="connsiteY1358" fmla="*/ 2828233 h 6034088"/>
              <a:gd name="connsiteX1359" fmla="*/ 8721724 w 10728325"/>
              <a:gd name="connsiteY1359" fmla="*/ 2688502 h 6034088"/>
              <a:gd name="connsiteX1360" fmla="*/ 10473651 w 10728325"/>
              <a:gd name="connsiteY1360" fmla="*/ 2686365 h 6034088"/>
              <a:gd name="connsiteX1361" fmla="*/ 10617583 w 10728325"/>
              <a:gd name="connsiteY1361" fmla="*/ 2686365 h 6034088"/>
              <a:gd name="connsiteX1362" fmla="*/ 10617583 w 10728325"/>
              <a:gd name="connsiteY1362" fmla="*/ 2830622 h 6034088"/>
              <a:gd name="connsiteX1363" fmla="*/ 10473651 w 10728325"/>
              <a:gd name="connsiteY1363" fmla="*/ 2830622 h 6034088"/>
              <a:gd name="connsiteX1364" fmla="*/ 8921417 w 10728325"/>
              <a:gd name="connsiteY1364" fmla="*/ 2683186 h 6034088"/>
              <a:gd name="connsiteX1365" fmla="*/ 8921417 w 10728325"/>
              <a:gd name="connsiteY1365" fmla="*/ 2833955 h 6034088"/>
              <a:gd name="connsiteX1366" fmla="*/ 9072221 w 10728325"/>
              <a:gd name="connsiteY1366" fmla="*/ 2833955 h 6034088"/>
              <a:gd name="connsiteX1367" fmla="*/ 9072221 w 10728325"/>
              <a:gd name="connsiteY1367" fmla="*/ 2683186 h 6034088"/>
              <a:gd name="connsiteX1368" fmla="*/ 10123209 w 10728325"/>
              <a:gd name="connsiteY1368" fmla="*/ 2680837 h 6034088"/>
              <a:gd name="connsiteX1369" fmla="*/ 10278539 w 10728325"/>
              <a:gd name="connsiteY1369" fmla="*/ 2680837 h 6034088"/>
              <a:gd name="connsiteX1370" fmla="*/ 10278539 w 10728325"/>
              <a:gd name="connsiteY1370" fmla="*/ 2836135 h 6034088"/>
              <a:gd name="connsiteX1371" fmla="*/ 10123209 w 10728325"/>
              <a:gd name="connsiteY1371" fmla="*/ 2836135 h 6034088"/>
              <a:gd name="connsiteX1372" fmla="*/ 9260460 w 10728325"/>
              <a:gd name="connsiteY1372" fmla="*/ 2677473 h 6034088"/>
              <a:gd name="connsiteX1373" fmla="*/ 9260460 w 10728325"/>
              <a:gd name="connsiteY1373" fmla="*/ 2839477 h 6034088"/>
              <a:gd name="connsiteX1374" fmla="*/ 9422494 w 10728325"/>
              <a:gd name="connsiteY1374" fmla="*/ 2839477 h 6034088"/>
              <a:gd name="connsiteX1375" fmla="*/ 9422494 w 10728325"/>
              <a:gd name="connsiteY1375" fmla="*/ 2677473 h 6034088"/>
              <a:gd name="connsiteX1376" fmla="*/ 9772936 w 10728325"/>
              <a:gd name="connsiteY1376" fmla="*/ 2675309 h 6034088"/>
              <a:gd name="connsiteX1377" fmla="*/ 9939105 w 10728325"/>
              <a:gd name="connsiteY1377" fmla="*/ 2675309 h 6034088"/>
              <a:gd name="connsiteX1378" fmla="*/ 9939105 w 10728325"/>
              <a:gd name="connsiteY1378" fmla="*/ 2841646 h 6034088"/>
              <a:gd name="connsiteX1379" fmla="*/ 9772936 w 10728325"/>
              <a:gd name="connsiteY1379" fmla="*/ 2841646 h 6034088"/>
              <a:gd name="connsiteX1380" fmla="*/ 4680356 w 10728325"/>
              <a:gd name="connsiteY1380" fmla="*/ 2579876 h 6034088"/>
              <a:gd name="connsiteX1381" fmla="*/ 4680356 w 10728325"/>
              <a:gd name="connsiteY1381" fmla="*/ 2592094 h 6034088"/>
              <a:gd name="connsiteX1382" fmla="*/ 4692576 w 10728325"/>
              <a:gd name="connsiteY1382" fmla="*/ 2592094 h 6034088"/>
              <a:gd name="connsiteX1383" fmla="*/ 4692576 w 10728325"/>
              <a:gd name="connsiteY1383" fmla="*/ 2579876 h 6034088"/>
              <a:gd name="connsiteX1384" fmla="*/ 5019589 w 10728325"/>
              <a:gd name="connsiteY1384" fmla="*/ 2574364 h 6034088"/>
              <a:gd name="connsiteX1385" fmla="*/ 5019589 w 10728325"/>
              <a:gd name="connsiteY1385" fmla="*/ 2597819 h 6034088"/>
              <a:gd name="connsiteX1386" fmla="*/ 5043045 w 10728325"/>
              <a:gd name="connsiteY1386" fmla="*/ 2597819 h 6034088"/>
              <a:gd name="connsiteX1387" fmla="*/ 5043045 w 10728325"/>
              <a:gd name="connsiteY1387" fmla="*/ 2574364 h 6034088"/>
              <a:gd name="connsiteX1388" fmla="*/ 5358816 w 10728325"/>
              <a:gd name="connsiteY1388" fmla="*/ 2568831 h 6034088"/>
              <a:gd name="connsiteX1389" fmla="*/ 5358816 w 10728325"/>
              <a:gd name="connsiteY1389" fmla="*/ 2603319 h 6034088"/>
              <a:gd name="connsiteX1390" fmla="*/ 5393313 w 10728325"/>
              <a:gd name="connsiteY1390" fmla="*/ 2603319 h 6034088"/>
              <a:gd name="connsiteX1391" fmla="*/ 5393313 w 10728325"/>
              <a:gd name="connsiteY1391" fmla="*/ 2568831 h 6034088"/>
              <a:gd name="connsiteX1392" fmla="*/ 5698217 w 10728325"/>
              <a:gd name="connsiteY1392" fmla="*/ 2563319 h 6034088"/>
              <a:gd name="connsiteX1393" fmla="*/ 5698217 w 10728325"/>
              <a:gd name="connsiteY1393" fmla="*/ 2608849 h 6034088"/>
              <a:gd name="connsiteX1394" fmla="*/ 5743754 w 10728325"/>
              <a:gd name="connsiteY1394" fmla="*/ 2608849 h 6034088"/>
              <a:gd name="connsiteX1395" fmla="*/ 5743754 w 10728325"/>
              <a:gd name="connsiteY1395" fmla="*/ 2563319 h 6034088"/>
              <a:gd name="connsiteX1396" fmla="*/ 6037483 w 10728325"/>
              <a:gd name="connsiteY1396" fmla="*/ 2557809 h 6034088"/>
              <a:gd name="connsiteX1397" fmla="*/ 6037483 w 10728325"/>
              <a:gd name="connsiteY1397" fmla="*/ 2614379 h 6034088"/>
              <a:gd name="connsiteX1398" fmla="*/ 6094027 w 10728325"/>
              <a:gd name="connsiteY1398" fmla="*/ 2614379 h 6034088"/>
              <a:gd name="connsiteX1399" fmla="*/ 6094027 w 10728325"/>
              <a:gd name="connsiteY1399" fmla="*/ 2557809 h 6034088"/>
              <a:gd name="connsiteX1400" fmla="*/ 6376694 w 10728325"/>
              <a:gd name="connsiteY1400" fmla="*/ 2552100 h 6034088"/>
              <a:gd name="connsiteX1401" fmla="*/ 6376694 w 10728325"/>
              <a:gd name="connsiteY1401" fmla="*/ 2619907 h 6034088"/>
              <a:gd name="connsiteX1402" fmla="*/ 6444525 w 10728325"/>
              <a:gd name="connsiteY1402" fmla="*/ 2619907 h 6034088"/>
              <a:gd name="connsiteX1403" fmla="*/ 6444525 w 10728325"/>
              <a:gd name="connsiteY1403" fmla="*/ 2552100 h 6034088"/>
              <a:gd name="connsiteX1404" fmla="*/ 6715905 w 10728325"/>
              <a:gd name="connsiteY1404" fmla="*/ 2546574 h 6034088"/>
              <a:gd name="connsiteX1405" fmla="*/ 6715905 w 10728325"/>
              <a:gd name="connsiteY1405" fmla="*/ 2625414 h 6034088"/>
              <a:gd name="connsiteX1406" fmla="*/ 6794743 w 10728325"/>
              <a:gd name="connsiteY1406" fmla="*/ 2625414 h 6034088"/>
              <a:gd name="connsiteX1407" fmla="*/ 6794743 w 10728325"/>
              <a:gd name="connsiteY1407" fmla="*/ 2546574 h 6034088"/>
              <a:gd name="connsiteX1408" fmla="*/ 7055339 w 10728325"/>
              <a:gd name="connsiteY1408" fmla="*/ 2541067 h 6034088"/>
              <a:gd name="connsiteX1409" fmla="*/ 7055339 w 10728325"/>
              <a:gd name="connsiteY1409" fmla="*/ 2630943 h 6034088"/>
              <a:gd name="connsiteX1410" fmla="*/ 7145240 w 10728325"/>
              <a:gd name="connsiteY1410" fmla="*/ 2630943 h 6034088"/>
              <a:gd name="connsiteX1411" fmla="*/ 7145240 w 10728325"/>
              <a:gd name="connsiteY1411" fmla="*/ 2541067 h 6034088"/>
              <a:gd name="connsiteX1412" fmla="*/ 7394606 w 10728325"/>
              <a:gd name="connsiteY1412" fmla="*/ 2535555 h 6034088"/>
              <a:gd name="connsiteX1413" fmla="*/ 7394606 w 10728325"/>
              <a:gd name="connsiteY1413" fmla="*/ 2636472 h 6034088"/>
              <a:gd name="connsiteX1414" fmla="*/ 7495515 w 10728325"/>
              <a:gd name="connsiteY1414" fmla="*/ 2636472 h 6034088"/>
              <a:gd name="connsiteX1415" fmla="*/ 7495515 w 10728325"/>
              <a:gd name="connsiteY1415" fmla="*/ 2535555 h 6034088"/>
              <a:gd name="connsiteX1416" fmla="*/ 7733817 w 10728325"/>
              <a:gd name="connsiteY1416" fmla="*/ 2529836 h 6034088"/>
              <a:gd name="connsiteX1417" fmla="*/ 7733817 w 10728325"/>
              <a:gd name="connsiteY1417" fmla="*/ 2641994 h 6034088"/>
              <a:gd name="connsiteX1418" fmla="*/ 7845956 w 10728325"/>
              <a:gd name="connsiteY1418" fmla="*/ 2641994 h 6034088"/>
              <a:gd name="connsiteX1419" fmla="*/ 7845956 w 10728325"/>
              <a:gd name="connsiteY1419" fmla="*/ 2529836 h 6034088"/>
              <a:gd name="connsiteX1420" fmla="*/ 8073027 w 10728325"/>
              <a:gd name="connsiteY1420" fmla="*/ 2524503 h 6034088"/>
              <a:gd name="connsiteX1421" fmla="*/ 8073027 w 10728325"/>
              <a:gd name="connsiteY1421" fmla="*/ 2647701 h 6034088"/>
              <a:gd name="connsiteX1422" fmla="*/ 8196229 w 10728325"/>
              <a:gd name="connsiteY1422" fmla="*/ 2647701 h 6034088"/>
              <a:gd name="connsiteX1423" fmla="*/ 8196229 w 10728325"/>
              <a:gd name="connsiteY1423" fmla="*/ 2524503 h 6034088"/>
              <a:gd name="connsiteX1424" fmla="*/ 8412461 w 10728325"/>
              <a:gd name="connsiteY1424" fmla="*/ 2519001 h 6034088"/>
              <a:gd name="connsiteX1425" fmla="*/ 8412461 w 10728325"/>
              <a:gd name="connsiteY1425" fmla="*/ 2653225 h 6034088"/>
              <a:gd name="connsiteX1426" fmla="*/ 8546726 w 10728325"/>
              <a:gd name="connsiteY1426" fmla="*/ 2653225 h 6034088"/>
              <a:gd name="connsiteX1427" fmla="*/ 8546726 w 10728325"/>
              <a:gd name="connsiteY1427" fmla="*/ 2519001 h 6034088"/>
              <a:gd name="connsiteX1428" fmla="*/ 10648927 w 10728325"/>
              <a:gd name="connsiteY1428" fmla="*/ 2516860 h 6034088"/>
              <a:gd name="connsiteX1429" fmla="*/ 10728325 w 10728325"/>
              <a:gd name="connsiteY1429" fmla="*/ 2516860 h 6034088"/>
              <a:gd name="connsiteX1430" fmla="*/ 10728325 w 10728325"/>
              <a:gd name="connsiteY1430" fmla="*/ 2655224 h 6034088"/>
              <a:gd name="connsiteX1431" fmla="*/ 10648927 w 10728325"/>
              <a:gd name="connsiteY1431" fmla="*/ 2655224 h 6034088"/>
              <a:gd name="connsiteX1432" fmla="*/ 8751728 w 10728325"/>
              <a:gd name="connsiteY1432" fmla="*/ 2513486 h 6034088"/>
              <a:gd name="connsiteX1433" fmla="*/ 8751728 w 10728325"/>
              <a:gd name="connsiteY1433" fmla="*/ 2658747 h 6034088"/>
              <a:gd name="connsiteX1434" fmla="*/ 8897000 w 10728325"/>
              <a:gd name="connsiteY1434" fmla="*/ 2658747 h 6034088"/>
              <a:gd name="connsiteX1435" fmla="*/ 8897000 w 10728325"/>
              <a:gd name="connsiteY1435" fmla="*/ 2513486 h 6034088"/>
              <a:gd name="connsiteX1436" fmla="*/ 10298431 w 10728325"/>
              <a:gd name="connsiteY1436" fmla="*/ 2511330 h 6034088"/>
              <a:gd name="connsiteX1437" fmla="*/ 10448228 w 10728325"/>
              <a:gd name="connsiteY1437" fmla="*/ 2511330 h 6034088"/>
              <a:gd name="connsiteX1438" fmla="*/ 10448228 w 10728325"/>
              <a:gd name="connsiteY1438" fmla="*/ 2660931 h 6034088"/>
              <a:gd name="connsiteX1439" fmla="*/ 10298431 w 10728325"/>
              <a:gd name="connsiteY1439" fmla="*/ 2660931 h 6034088"/>
              <a:gd name="connsiteX1440" fmla="*/ 9091106 w 10728325"/>
              <a:gd name="connsiteY1440" fmla="*/ 2507972 h 6034088"/>
              <a:gd name="connsiteX1441" fmla="*/ 9091106 w 10728325"/>
              <a:gd name="connsiteY1441" fmla="*/ 2664281 h 6034088"/>
              <a:gd name="connsiteX1442" fmla="*/ 9247441 w 10728325"/>
              <a:gd name="connsiteY1442" fmla="*/ 2664281 h 6034088"/>
              <a:gd name="connsiteX1443" fmla="*/ 9247441 w 10728325"/>
              <a:gd name="connsiteY1443" fmla="*/ 2507972 h 6034088"/>
              <a:gd name="connsiteX1444" fmla="*/ 9948157 w 10728325"/>
              <a:gd name="connsiteY1444" fmla="*/ 2505818 h 6034088"/>
              <a:gd name="connsiteX1445" fmla="*/ 10108794 w 10728325"/>
              <a:gd name="connsiteY1445" fmla="*/ 2505818 h 6034088"/>
              <a:gd name="connsiteX1446" fmla="*/ 10108794 w 10728325"/>
              <a:gd name="connsiteY1446" fmla="*/ 2666441 h 6034088"/>
              <a:gd name="connsiteX1447" fmla="*/ 9948157 w 10728325"/>
              <a:gd name="connsiteY1447" fmla="*/ 2666441 h 6034088"/>
              <a:gd name="connsiteX1448" fmla="*/ 9430150 w 10728325"/>
              <a:gd name="connsiteY1448" fmla="*/ 2502245 h 6034088"/>
              <a:gd name="connsiteX1449" fmla="*/ 9430150 w 10728325"/>
              <a:gd name="connsiteY1449" fmla="*/ 2669786 h 6034088"/>
              <a:gd name="connsiteX1450" fmla="*/ 9597716 w 10728325"/>
              <a:gd name="connsiteY1450" fmla="*/ 2669786 h 6034088"/>
              <a:gd name="connsiteX1451" fmla="*/ 9597716 w 10728325"/>
              <a:gd name="connsiteY1451" fmla="*/ 2502245 h 6034088"/>
              <a:gd name="connsiteX1452" fmla="*/ 4510650 w 10728325"/>
              <a:gd name="connsiteY1452" fmla="*/ 2410373 h 6034088"/>
              <a:gd name="connsiteX1453" fmla="*/ 4510650 w 10728325"/>
              <a:gd name="connsiteY1453" fmla="*/ 2417072 h 6034088"/>
              <a:gd name="connsiteX1454" fmla="*/ 4517355 w 10728325"/>
              <a:gd name="connsiteY1454" fmla="*/ 2417072 h 6034088"/>
              <a:gd name="connsiteX1455" fmla="*/ 4517355 w 10728325"/>
              <a:gd name="connsiteY1455" fmla="*/ 2410373 h 6034088"/>
              <a:gd name="connsiteX1456" fmla="*/ 4849872 w 10728325"/>
              <a:gd name="connsiteY1456" fmla="*/ 2404643 h 6034088"/>
              <a:gd name="connsiteX1457" fmla="*/ 4849872 w 10728325"/>
              <a:gd name="connsiteY1457" fmla="*/ 2422582 h 6034088"/>
              <a:gd name="connsiteX1458" fmla="*/ 4867813 w 10728325"/>
              <a:gd name="connsiteY1458" fmla="*/ 2422582 h 6034088"/>
              <a:gd name="connsiteX1459" fmla="*/ 4867813 w 10728325"/>
              <a:gd name="connsiteY1459" fmla="*/ 2404643 h 6034088"/>
              <a:gd name="connsiteX1460" fmla="*/ 5189105 w 10728325"/>
              <a:gd name="connsiteY1460" fmla="*/ 2399130 h 6034088"/>
              <a:gd name="connsiteX1461" fmla="*/ 5189105 w 10728325"/>
              <a:gd name="connsiteY1461" fmla="*/ 2428104 h 6034088"/>
              <a:gd name="connsiteX1462" fmla="*/ 5218081 w 10728325"/>
              <a:gd name="connsiteY1462" fmla="*/ 2428104 h 6034088"/>
              <a:gd name="connsiteX1463" fmla="*/ 5218081 w 10728325"/>
              <a:gd name="connsiteY1463" fmla="*/ 2399130 h 6034088"/>
              <a:gd name="connsiteX1464" fmla="*/ 5528522 w 10728325"/>
              <a:gd name="connsiteY1464" fmla="*/ 2393616 h 6034088"/>
              <a:gd name="connsiteX1465" fmla="*/ 5528522 w 10728325"/>
              <a:gd name="connsiteY1465" fmla="*/ 2433625 h 6034088"/>
              <a:gd name="connsiteX1466" fmla="*/ 5568539 w 10728325"/>
              <a:gd name="connsiteY1466" fmla="*/ 2433625 h 6034088"/>
              <a:gd name="connsiteX1467" fmla="*/ 5568539 w 10728325"/>
              <a:gd name="connsiteY1467" fmla="*/ 2393616 h 6034088"/>
              <a:gd name="connsiteX1468" fmla="*/ 5867738 w 10728325"/>
              <a:gd name="connsiteY1468" fmla="*/ 2388105 h 6034088"/>
              <a:gd name="connsiteX1469" fmla="*/ 5867738 w 10728325"/>
              <a:gd name="connsiteY1469" fmla="*/ 2439155 h 6034088"/>
              <a:gd name="connsiteX1470" fmla="*/ 5918807 w 10728325"/>
              <a:gd name="connsiteY1470" fmla="*/ 2439155 h 6034088"/>
              <a:gd name="connsiteX1471" fmla="*/ 5918807 w 10728325"/>
              <a:gd name="connsiteY1471" fmla="*/ 2388105 h 6034088"/>
              <a:gd name="connsiteX1472" fmla="*/ 6207005 w 10728325"/>
              <a:gd name="connsiteY1472" fmla="*/ 2382379 h 6034088"/>
              <a:gd name="connsiteX1473" fmla="*/ 6207005 w 10728325"/>
              <a:gd name="connsiteY1473" fmla="*/ 2444662 h 6034088"/>
              <a:gd name="connsiteX1474" fmla="*/ 6269248 w 10728325"/>
              <a:gd name="connsiteY1474" fmla="*/ 2444662 h 6034088"/>
              <a:gd name="connsiteX1475" fmla="*/ 6269248 w 10728325"/>
              <a:gd name="connsiteY1475" fmla="*/ 2382379 h 6034088"/>
              <a:gd name="connsiteX1476" fmla="*/ 6546216 w 10728325"/>
              <a:gd name="connsiteY1476" fmla="*/ 2376865 h 6034088"/>
              <a:gd name="connsiteX1477" fmla="*/ 6546216 w 10728325"/>
              <a:gd name="connsiteY1477" fmla="*/ 2450184 h 6034088"/>
              <a:gd name="connsiteX1478" fmla="*/ 6619523 w 10728325"/>
              <a:gd name="connsiteY1478" fmla="*/ 2450184 h 6034088"/>
              <a:gd name="connsiteX1479" fmla="*/ 6619523 w 10728325"/>
              <a:gd name="connsiteY1479" fmla="*/ 2376865 h 6034088"/>
              <a:gd name="connsiteX1480" fmla="*/ 6885650 w 10728325"/>
              <a:gd name="connsiteY1480" fmla="*/ 2371354 h 6034088"/>
              <a:gd name="connsiteX1481" fmla="*/ 6885650 w 10728325"/>
              <a:gd name="connsiteY1481" fmla="*/ 2455703 h 6034088"/>
              <a:gd name="connsiteX1482" fmla="*/ 6970020 w 10728325"/>
              <a:gd name="connsiteY1482" fmla="*/ 2455703 h 6034088"/>
              <a:gd name="connsiteX1483" fmla="*/ 6970020 w 10728325"/>
              <a:gd name="connsiteY1483" fmla="*/ 2371354 h 6034088"/>
              <a:gd name="connsiteX1484" fmla="*/ 7224861 w 10728325"/>
              <a:gd name="connsiteY1484" fmla="*/ 2366038 h 6034088"/>
              <a:gd name="connsiteX1485" fmla="*/ 7224861 w 10728325"/>
              <a:gd name="connsiteY1485" fmla="*/ 2461431 h 6034088"/>
              <a:gd name="connsiteX1486" fmla="*/ 7320294 w 10728325"/>
              <a:gd name="connsiteY1486" fmla="*/ 2461431 h 6034088"/>
              <a:gd name="connsiteX1487" fmla="*/ 7320294 w 10728325"/>
              <a:gd name="connsiteY1487" fmla="*/ 2366038 h 6034088"/>
              <a:gd name="connsiteX1488" fmla="*/ 7564295 w 10728325"/>
              <a:gd name="connsiteY1488" fmla="*/ 2360507 h 6034088"/>
              <a:gd name="connsiteX1489" fmla="*/ 7564295 w 10728325"/>
              <a:gd name="connsiteY1489" fmla="*/ 2466942 h 6034088"/>
              <a:gd name="connsiteX1490" fmla="*/ 7670735 w 10728325"/>
              <a:gd name="connsiteY1490" fmla="*/ 2466942 h 6034088"/>
              <a:gd name="connsiteX1491" fmla="*/ 7670735 w 10728325"/>
              <a:gd name="connsiteY1491" fmla="*/ 2360507 h 6034088"/>
              <a:gd name="connsiteX1492" fmla="*/ 7903338 w 10728325"/>
              <a:gd name="connsiteY1492" fmla="*/ 2354793 h 6034088"/>
              <a:gd name="connsiteX1493" fmla="*/ 7903338 w 10728325"/>
              <a:gd name="connsiteY1493" fmla="*/ 2472471 h 6034088"/>
              <a:gd name="connsiteX1494" fmla="*/ 8021008 w 10728325"/>
              <a:gd name="connsiteY1494" fmla="*/ 2472471 h 6034088"/>
              <a:gd name="connsiteX1495" fmla="*/ 8021008 w 10728325"/>
              <a:gd name="connsiteY1495" fmla="*/ 2354793 h 6034088"/>
              <a:gd name="connsiteX1496" fmla="*/ 8242772 w 10728325"/>
              <a:gd name="connsiteY1496" fmla="*/ 2349288 h 6034088"/>
              <a:gd name="connsiteX1497" fmla="*/ 8242772 w 10728325"/>
              <a:gd name="connsiteY1497" fmla="*/ 2478014 h 6034088"/>
              <a:gd name="connsiteX1498" fmla="*/ 8371450 w 10728325"/>
              <a:gd name="connsiteY1498" fmla="*/ 2478014 h 6034088"/>
              <a:gd name="connsiteX1499" fmla="*/ 8371450 w 10728325"/>
              <a:gd name="connsiteY1499" fmla="*/ 2349288 h 6034088"/>
              <a:gd name="connsiteX1500" fmla="*/ 8581983 w 10728325"/>
              <a:gd name="connsiteY1500" fmla="*/ 2343775 h 6034088"/>
              <a:gd name="connsiteX1501" fmla="*/ 8581983 w 10728325"/>
              <a:gd name="connsiteY1501" fmla="*/ 2483548 h 6034088"/>
              <a:gd name="connsiteX1502" fmla="*/ 8721724 w 10728325"/>
              <a:gd name="connsiteY1502" fmla="*/ 2483548 h 6034088"/>
              <a:gd name="connsiteX1503" fmla="*/ 8721724 w 10728325"/>
              <a:gd name="connsiteY1503" fmla="*/ 2343775 h 6034088"/>
              <a:gd name="connsiteX1504" fmla="*/ 10473651 w 10728325"/>
              <a:gd name="connsiteY1504" fmla="*/ 2341619 h 6034088"/>
              <a:gd name="connsiteX1505" fmla="*/ 10617583 w 10728325"/>
              <a:gd name="connsiteY1505" fmla="*/ 2341619 h 6034088"/>
              <a:gd name="connsiteX1506" fmla="*/ 10617583 w 10728325"/>
              <a:gd name="connsiteY1506" fmla="*/ 2485740 h 6034088"/>
              <a:gd name="connsiteX1507" fmla="*/ 10473651 w 10728325"/>
              <a:gd name="connsiteY1507" fmla="*/ 2485740 h 6034088"/>
              <a:gd name="connsiteX1508" fmla="*/ 8921417 w 10728325"/>
              <a:gd name="connsiteY1508" fmla="*/ 2338247 h 6034088"/>
              <a:gd name="connsiteX1509" fmla="*/ 8921417 w 10728325"/>
              <a:gd name="connsiteY1509" fmla="*/ 2489050 h 6034088"/>
              <a:gd name="connsiteX1510" fmla="*/ 9072221 w 10728325"/>
              <a:gd name="connsiteY1510" fmla="*/ 2489050 h 6034088"/>
              <a:gd name="connsiteX1511" fmla="*/ 9072221 w 10728325"/>
              <a:gd name="connsiteY1511" fmla="*/ 2338247 h 6034088"/>
              <a:gd name="connsiteX1512" fmla="*/ 10123209 w 10728325"/>
              <a:gd name="connsiteY1512" fmla="*/ 2336084 h 6034088"/>
              <a:gd name="connsiteX1513" fmla="*/ 10278539 w 10728325"/>
              <a:gd name="connsiteY1513" fmla="*/ 2336084 h 6034088"/>
              <a:gd name="connsiteX1514" fmla="*/ 10278539 w 10728325"/>
              <a:gd name="connsiteY1514" fmla="*/ 2491234 h 6034088"/>
              <a:gd name="connsiteX1515" fmla="*/ 10123209 w 10728325"/>
              <a:gd name="connsiteY1515" fmla="*/ 2491234 h 6034088"/>
              <a:gd name="connsiteX1516" fmla="*/ 9260460 w 10728325"/>
              <a:gd name="connsiteY1516" fmla="*/ 2332533 h 6034088"/>
              <a:gd name="connsiteX1517" fmla="*/ 9260460 w 10728325"/>
              <a:gd name="connsiteY1517" fmla="*/ 2494570 h 6034088"/>
              <a:gd name="connsiteX1518" fmla="*/ 9422494 w 10728325"/>
              <a:gd name="connsiteY1518" fmla="*/ 2494570 h 6034088"/>
              <a:gd name="connsiteX1519" fmla="*/ 9422494 w 10728325"/>
              <a:gd name="connsiteY1519" fmla="*/ 2332533 h 6034088"/>
              <a:gd name="connsiteX1520" fmla="*/ 9772936 w 10728325"/>
              <a:gd name="connsiteY1520" fmla="*/ 2330564 h 6034088"/>
              <a:gd name="connsiteX1521" fmla="*/ 9939105 w 10728325"/>
              <a:gd name="connsiteY1521" fmla="*/ 2330564 h 6034088"/>
              <a:gd name="connsiteX1522" fmla="*/ 9939105 w 10728325"/>
              <a:gd name="connsiteY1522" fmla="*/ 2496733 h 6034088"/>
              <a:gd name="connsiteX1523" fmla="*/ 9772936 w 10728325"/>
              <a:gd name="connsiteY1523" fmla="*/ 2496733 h 6034088"/>
              <a:gd name="connsiteX1524" fmla="*/ 4680356 w 10728325"/>
              <a:gd name="connsiteY1524" fmla="*/ 2235138 h 6034088"/>
              <a:gd name="connsiteX1525" fmla="*/ 4680356 w 10728325"/>
              <a:gd name="connsiteY1525" fmla="*/ 2247357 h 6034088"/>
              <a:gd name="connsiteX1526" fmla="*/ 4692576 w 10728325"/>
              <a:gd name="connsiteY1526" fmla="*/ 2247357 h 6034088"/>
              <a:gd name="connsiteX1527" fmla="*/ 4692576 w 10728325"/>
              <a:gd name="connsiteY1527" fmla="*/ 2235138 h 6034088"/>
              <a:gd name="connsiteX1528" fmla="*/ 5019589 w 10728325"/>
              <a:gd name="connsiteY1528" fmla="*/ 2229425 h 6034088"/>
              <a:gd name="connsiteX1529" fmla="*/ 5019589 w 10728325"/>
              <a:gd name="connsiteY1529" fmla="*/ 2252886 h 6034088"/>
              <a:gd name="connsiteX1530" fmla="*/ 5043045 w 10728325"/>
              <a:gd name="connsiteY1530" fmla="*/ 2252886 h 6034088"/>
              <a:gd name="connsiteX1531" fmla="*/ 5043045 w 10728325"/>
              <a:gd name="connsiteY1531" fmla="*/ 2229425 h 6034088"/>
              <a:gd name="connsiteX1532" fmla="*/ 5358816 w 10728325"/>
              <a:gd name="connsiteY1532" fmla="*/ 2223896 h 6034088"/>
              <a:gd name="connsiteX1533" fmla="*/ 5358816 w 10728325"/>
              <a:gd name="connsiteY1533" fmla="*/ 2258393 h 6034088"/>
              <a:gd name="connsiteX1534" fmla="*/ 5393313 w 10728325"/>
              <a:gd name="connsiteY1534" fmla="*/ 2258393 h 6034088"/>
              <a:gd name="connsiteX1535" fmla="*/ 5393313 w 10728325"/>
              <a:gd name="connsiteY1535" fmla="*/ 2223896 h 6034088"/>
              <a:gd name="connsiteX1536" fmla="*/ 5698217 w 10728325"/>
              <a:gd name="connsiteY1536" fmla="*/ 2218389 h 6034088"/>
              <a:gd name="connsiteX1537" fmla="*/ 5698217 w 10728325"/>
              <a:gd name="connsiteY1537" fmla="*/ 2263922 h 6034088"/>
              <a:gd name="connsiteX1538" fmla="*/ 5743754 w 10728325"/>
              <a:gd name="connsiteY1538" fmla="*/ 2263922 h 6034088"/>
              <a:gd name="connsiteX1539" fmla="*/ 5743754 w 10728325"/>
              <a:gd name="connsiteY1539" fmla="*/ 2218389 h 6034088"/>
              <a:gd name="connsiteX1540" fmla="*/ 6037483 w 10728325"/>
              <a:gd name="connsiteY1540" fmla="*/ 2213073 h 6034088"/>
              <a:gd name="connsiteX1541" fmla="*/ 6037483 w 10728325"/>
              <a:gd name="connsiteY1541" fmla="*/ 2269646 h 6034088"/>
              <a:gd name="connsiteX1542" fmla="*/ 6094027 w 10728325"/>
              <a:gd name="connsiteY1542" fmla="*/ 2269646 h 6034088"/>
              <a:gd name="connsiteX1543" fmla="*/ 6094027 w 10728325"/>
              <a:gd name="connsiteY1543" fmla="*/ 2213073 h 6034088"/>
              <a:gd name="connsiteX1544" fmla="*/ 6376694 w 10728325"/>
              <a:gd name="connsiteY1544" fmla="*/ 2207359 h 6034088"/>
              <a:gd name="connsiteX1545" fmla="*/ 6376694 w 10728325"/>
              <a:gd name="connsiteY1545" fmla="*/ 2275167 h 6034088"/>
              <a:gd name="connsiteX1546" fmla="*/ 6444525 w 10728325"/>
              <a:gd name="connsiteY1546" fmla="*/ 2275167 h 6034088"/>
              <a:gd name="connsiteX1547" fmla="*/ 6444525 w 10728325"/>
              <a:gd name="connsiteY1547" fmla="*/ 2207359 h 6034088"/>
              <a:gd name="connsiteX1548" fmla="*/ 6715905 w 10728325"/>
              <a:gd name="connsiteY1548" fmla="*/ 2201855 h 6034088"/>
              <a:gd name="connsiteX1549" fmla="*/ 6715905 w 10728325"/>
              <a:gd name="connsiteY1549" fmla="*/ 2280695 h 6034088"/>
              <a:gd name="connsiteX1550" fmla="*/ 6794743 w 10728325"/>
              <a:gd name="connsiteY1550" fmla="*/ 2280695 h 6034088"/>
              <a:gd name="connsiteX1551" fmla="*/ 6794743 w 10728325"/>
              <a:gd name="connsiteY1551" fmla="*/ 2201855 h 6034088"/>
              <a:gd name="connsiteX1552" fmla="*/ 7055339 w 10728325"/>
              <a:gd name="connsiteY1552" fmla="*/ 2196326 h 6034088"/>
              <a:gd name="connsiteX1553" fmla="*/ 7055339 w 10728325"/>
              <a:gd name="connsiteY1553" fmla="*/ 2286201 h 6034088"/>
              <a:gd name="connsiteX1554" fmla="*/ 7145240 w 10728325"/>
              <a:gd name="connsiteY1554" fmla="*/ 2286201 h 6034088"/>
              <a:gd name="connsiteX1555" fmla="*/ 7145240 w 10728325"/>
              <a:gd name="connsiteY1555" fmla="*/ 2196326 h 6034088"/>
              <a:gd name="connsiteX1556" fmla="*/ 7394606 w 10728325"/>
              <a:gd name="connsiteY1556" fmla="*/ 2190808 h 6034088"/>
              <a:gd name="connsiteX1557" fmla="*/ 7394606 w 10728325"/>
              <a:gd name="connsiteY1557" fmla="*/ 2291729 h 6034088"/>
              <a:gd name="connsiteX1558" fmla="*/ 7495515 w 10728325"/>
              <a:gd name="connsiteY1558" fmla="*/ 2291729 h 6034088"/>
              <a:gd name="connsiteX1559" fmla="*/ 7495515 w 10728325"/>
              <a:gd name="connsiteY1559" fmla="*/ 2190808 h 6034088"/>
              <a:gd name="connsiteX1560" fmla="*/ 7733817 w 10728325"/>
              <a:gd name="connsiteY1560" fmla="*/ 2185105 h 6034088"/>
              <a:gd name="connsiteX1561" fmla="*/ 7733817 w 10728325"/>
              <a:gd name="connsiteY1561" fmla="*/ 2297256 h 6034088"/>
              <a:gd name="connsiteX1562" fmla="*/ 7845956 w 10728325"/>
              <a:gd name="connsiteY1562" fmla="*/ 2297256 h 6034088"/>
              <a:gd name="connsiteX1563" fmla="*/ 7845956 w 10728325"/>
              <a:gd name="connsiteY1563" fmla="*/ 2185105 h 6034088"/>
              <a:gd name="connsiteX1564" fmla="*/ 8073027 w 10728325"/>
              <a:gd name="connsiteY1564" fmla="*/ 2179573 h 6034088"/>
              <a:gd name="connsiteX1565" fmla="*/ 8073027 w 10728325"/>
              <a:gd name="connsiteY1565" fmla="*/ 2302757 h 6034088"/>
              <a:gd name="connsiteX1566" fmla="*/ 8196229 w 10728325"/>
              <a:gd name="connsiteY1566" fmla="*/ 2302757 h 6034088"/>
              <a:gd name="connsiteX1567" fmla="*/ 8196229 w 10728325"/>
              <a:gd name="connsiteY1567" fmla="*/ 2179573 h 6034088"/>
              <a:gd name="connsiteX1568" fmla="*/ 8412461 w 10728325"/>
              <a:gd name="connsiteY1568" fmla="*/ 2174059 h 6034088"/>
              <a:gd name="connsiteX1569" fmla="*/ 8412461 w 10728325"/>
              <a:gd name="connsiteY1569" fmla="*/ 2308289 h 6034088"/>
              <a:gd name="connsiteX1570" fmla="*/ 8546726 w 10728325"/>
              <a:gd name="connsiteY1570" fmla="*/ 2308289 h 6034088"/>
              <a:gd name="connsiteX1571" fmla="*/ 8546726 w 10728325"/>
              <a:gd name="connsiteY1571" fmla="*/ 2174059 h 6034088"/>
              <a:gd name="connsiteX1572" fmla="*/ 10648927 w 10728325"/>
              <a:gd name="connsiteY1572" fmla="*/ 2171914 h 6034088"/>
              <a:gd name="connsiteX1573" fmla="*/ 10728325 w 10728325"/>
              <a:gd name="connsiteY1573" fmla="*/ 2171914 h 6034088"/>
              <a:gd name="connsiteX1574" fmla="*/ 10728325 w 10728325"/>
              <a:gd name="connsiteY1574" fmla="*/ 2310473 h 6034088"/>
              <a:gd name="connsiteX1575" fmla="*/ 10648927 w 10728325"/>
              <a:gd name="connsiteY1575" fmla="*/ 2310473 h 6034088"/>
              <a:gd name="connsiteX1576" fmla="*/ 8751728 w 10728325"/>
              <a:gd name="connsiteY1576" fmla="*/ 2168545 h 6034088"/>
              <a:gd name="connsiteX1577" fmla="*/ 8751728 w 10728325"/>
              <a:gd name="connsiteY1577" fmla="*/ 2313810 h 6034088"/>
              <a:gd name="connsiteX1578" fmla="*/ 8897000 w 10728325"/>
              <a:gd name="connsiteY1578" fmla="*/ 2313810 h 6034088"/>
              <a:gd name="connsiteX1579" fmla="*/ 8897000 w 10728325"/>
              <a:gd name="connsiteY1579" fmla="*/ 2168545 h 6034088"/>
              <a:gd name="connsiteX1580" fmla="*/ 10298431 w 10728325"/>
              <a:gd name="connsiteY1580" fmla="*/ 2166382 h 6034088"/>
              <a:gd name="connsiteX1581" fmla="*/ 10448228 w 10728325"/>
              <a:gd name="connsiteY1581" fmla="*/ 2166382 h 6034088"/>
              <a:gd name="connsiteX1582" fmla="*/ 10448228 w 10728325"/>
              <a:gd name="connsiteY1582" fmla="*/ 2316178 h 6034088"/>
              <a:gd name="connsiteX1583" fmla="*/ 10298431 w 10728325"/>
              <a:gd name="connsiteY1583" fmla="*/ 2316178 h 6034088"/>
              <a:gd name="connsiteX1584" fmla="*/ 9091106 w 10728325"/>
              <a:gd name="connsiteY1584" fmla="*/ 2163229 h 6034088"/>
              <a:gd name="connsiteX1585" fmla="*/ 9091106 w 10728325"/>
              <a:gd name="connsiteY1585" fmla="*/ 2319527 h 6034088"/>
              <a:gd name="connsiteX1586" fmla="*/ 9247441 w 10728325"/>
              <a:gd name="connsiteY1586" fmla="*/ 2319527 h 6034088"/>
              <a:gd name="connsiteX1587" fmla="*/ 9247441 w 10728325"/>
              <a:gd name="connsiteY1587" fmla="*/ 2163229 h 6034088"/>
              <a:gd name="connsiteX1588" fmla="*/ 9948157 w 10728325"/>
              <a:gd name="connsiteY1588" fmla="*/ 2160877 h 6034088"/>
              <a:gd name="connsiteX1589" fmla="*/ 10108794 w 10728325"/>
              <a:gd name="connsiteY1589" fmla="*/ 2160877 h 6034088"/>
              <a:gd name="connsiteX1590" fmla="*/ 10108794 w 10728325"/>
              <a:gd name="connsiteY1590" fmla="*/ 2321712 h 6034088"/>
              <a:gd name="connsiteX1591" fmla="*/ 9948157 w 10728325"/>
              <a:gd name="connsiteY1591" fmla="*/ 2321712 h 6034088"/>
              <a:gd name="connsiteX1592" fmla="*/ 9430150 w 10728325"/>
              <a:gd name="connsiteY1592" fmla="*/ 2157522 h 6034088"/>
              <a:gd name="connsiteX1593" fmla="*/ 9430150 w 10728325"/>
              <a:gd name="connsiteY1593" fmla="*/ 2325060 h 6034088"/>
              <a:gd name="connsiteX1594" fmla="*/ 9597716 w 10728325"/>
              <a:gd name="connsiteY1594" fmla="*/ 2325060 h 6034088"/>
              <a:gd name="connsiteX1595" fmla="*/ 9597716 w 10728325"/>
              <a:gd name="connsiteY1595" fmla="*/ 2157522 h 6034088"/>
              <a:gd name="connsiteX1596" fmla="*/ 4510650 w 10728325"/>
              <a:gd name="connsiteY1596" fmla="*/ 2065441 h 6034088"/>
              <a:gd name="connsiteX1597" fmla="*/ 4510650 w 10728325"/>
              <a:gd name="connsiteY1597" fmla="*/ 2072146 h 6034088"/>
              <a:gd name="connsiteX1598" fmla="*/ 4517355 w 10728325"/>
              <a:gd name="connsiteY1598" fmla="*/ 2072146 h 6034088"/>
              <a:gd name="connsiteX1599" fmla="*/ 4517355 w 10728325"/>
              <a:gd name="connsiteY1599" fmla="*/ 2065441 h 6034088"/>
              <a:gd name="connsiteX1600" fmla="*/ 4849872 w 10728325"/>
              <a:gd name="connsiteY1600" fmla="*/ 2059712 h 6034088"/>
              <a:gd name="connsiteX1601" fmla="*/ 4849872 w 10728325"/>
              <a:gd name="connsiteY1601" fmla="*/ 2077647 h 6034088"/>
              <a:gd name="connsiteX1602" fmla="*/ 4867813 w 10728325"/>
              <a:gd name="connsiteY1602" fmla="*/ 2077647 h 6034088"/>
              <a:gd name="connsiteX1603" fmla="*/ 4867813 w 10728325"/>
              <a:gd name="connsiteY1603" fmla="*/ 2059712 h 6034088"/>
              <a:gd name="connsiteX1604" fmla="*/ 5189105 w 10728325"/>
              <a:gd name="connsiteY1604" fmla="*/ 2054396 h 6034088"/>
              <a:gd name="connsiteX1605" fmla="*/ 5189105 w 10728325"/>
              <a:gd name="connsiteY1605" fmla="*/ 2083372 h 6034088"/>
              <a:gd name="connsiteX1606" fmla="*/ 5218081 w 10728325"/>
              <a:gd name="connsiteY1606" fmla="*/ 2083372 h 6034088"/>
              <a:gd name="connsiteX1607" fmla="*/ 5218081 w 10728325"/>
              <a:gd name="connsiteY1607" fmla="*/ 2054396 h 6034088"/>
              <a:gd name="connsiteX1608" fmla="*/ 5528522 w 10728325"/>
              <a:gd name="connsiteY1608" fmla="*/ 2048890 h 6034088"/>
              <a:gd name="connsiteX1609" fmla="*/ 5528522 w 10728325"/>
              <a:gd name="connsiteY1609" fmla="*/ 2088900 h 6034088"/>
              <a:gd name="connsiteX1610" fmla="*/ 5568539 w 10728325"/>
              <a:gd name="connsiteY1610" fmla="*/ 2088900 h 6034088"/>
              <a:gd name="connsiteX1611" fmla="*/ 5568539 w 10728325"/>
              <a:gd name="connsiteY1611" fmla="*/ 2048890 h 6034088"/>
              <a:gd name="connsiteX1612" fmla="*/ 5867738 w 10728325"/>
              <a:gd name="connsiteY1612" fmla="*/ 2043373 h 6034088"/>
              <a:gd name="connsiteX1613" fmla="*/ 5867738 w 10728325"/>
              <a:gd name="connsiteY1613" fmla="*/ 2094424 h 6034088"/>
              <a:gd name="connsiteX1614" fmla="*/ 5918807 w 10728325"/>
              <a:gd name="connsiteY1614" fmla="*/ 2094424 h 6034088"/>
              <a:gd name="connsiteX1615" fmla="*/ 5918807 w 10728325"/>
              <a:gd name="connsiteY1615" fmla="*/ 2043373 h 6034088"/>
              <a:gd name="connsiteX1616" fmla="*/ 6207005 w 10728325"/>
              <a:gd name="connsiteY1616" fmla="*/ 2037671 h 6034088"/>
              <a:gd name="connsiteX1617" fmla="*/ 6207005 w 10728325"/>
              <a:gd name="connsiteY1617" fmla="*/ 2099951 h 6034088"/>
              <a:gd name="connsiteX1618" fmla="*/ 6269248 w 10728325"/>
              <a:gd name="connsiteY1618" fmla="*/ 2099951 h 6034088"/>
              <a:gd name="connsiteX1619" fmla="*/ 6269248 w 10728325"/>
              <a:gd name="connsiteY1619" fmla="*/ 2037671 h 6034088"/>
              <a:gd name="connsiteX1620" fmla="*/ 6546216 w 10728325"/>
              <a:gd name="connsiteY1620" fmla="*/ 2032143 h 6034088"/>
              <a:gd name="connsiteX1621" fmla="*/ 6546216 w 10728325"/>
              <a:gd name="connsiteY1621" fmla="*/ 2105458 h 6034088"/>
              <a:gd name="connsiteX1622" fmla="*/ 6619523 w 10728325"/>
              <a:gd name="connsiteY1622" fmla="*/ 2105458 h 6034088"/>
              <a:gd name="connsiteX1623" fmla="*/ 6619523 w 10728325"/>
              <a:gd name="connsiteY1623" fmla="*/ 2032143 h 6034088"/>
              <a:gd name="connsiteX1624" fmla="*/ 6885650 w 10728325"/>
              <a:gd name="connsiteY1624" fmla="*/ 2026625 h 6034088"/>
              <a:gd name="connsiteX1625" fmla="*/ 6885650 w 10728325"/>
              <a:gd name="connsiteY1625" fmla="*/ 2110979 h 6034088"/>
              <a:gd name="connsiteX1626" fmla="*/ 6970020 w 10728325"/>
              <a:gd name="connsiteY1626" fmla="*/ 2110979 h 6034088"/>
              <a:gd name="connsiteX1627" fmla="*/ 6970020 w 10728325"/>
              <a:gd name="connsiteY1627" fmla="*/ 2026625 h 6034088"/>
              <a:gd name="connsiteX1628" fmla="*/ 7224861 w 10728325"/>
              <a:gd name="connsiteY1628" fmla="*/ 2021118 h 6034088"/>
              <a:gd name="connsiteX1629" fmla="*/ 7224861 w 10728325"/>
              <a:gd name="connsiteY1629" fmla="*/ 2116504 h 6034088"/>
              <a:gd name="connsiteX1630" fmla="*/ 7320294 w 10728325"/>
              <a:gd name="connsiteY1630" fmla="*/ 2116504 h 6034088"/>
              <a:gd name="connsiteX1631" fmla="*/ 7320294 w 10728325"/>
              <a:gd name="connsiteY1631" fmla="*/ 2021118 h 6034088"/>
              <a:gd name="connsiteX1632" fmla="*/ 7564295 w 10728325"/>
              <a:gd name="connsiteY1632" fmla="*/ 2015587 h 6034088"/>
              <a:gd name="connsiteX1633" fmla="*/ 7564295 w 10728325"/>
              <a:gd name="connsiteY1633" fmla="*/ 2122018 h 6034088"/>
              <a:gd name="connsiteX1634" fmla="*/ 7670735 w 10728325"/>
              <a:gd name="connsiteY1634" fmla="*/ 2122018 h 6034088"/>
              <a:gd name="connsiteX1635" fmla="*/ 7670735 w 10728325"/>
              <a:gd name="connsiteY1635" fmla="*/ 2015587 h 6034088"/>
              <a:gd name="connsiteX1636" fmla="*/ 7903338 w 10728325"/>
              <a:gd name="connsiteY1636" fmla="*/ 2009873 h 6034088"/>
              <a:gd name="connsiteX1637" fmla="*/ 7903338 w 10728325"/>
              <a:gd name="connsiteY1637" fmla="*/ 2127540 h 6034088"/>
              <a:gd name="connsiteX1638" fmla="*/ 8021008 w 10728325"/>
              <a:gd name="connsiteY1638" fmla="*/ 2127540 h 6034088"/>
              <a:gd name="connsiteX1639" fmla="*/ 8021008 w 10728325"/>
              <a:gd name="connsiteY1639" fmla="*/ 2009873 h 6034088"/>
              <a:gd name="connsiteX1640" fmla="*/ 8242772 w 10728325"/>
              <a:gd name="connsiteY1640" fmla="*/ 2004557 h 6034088"/>
              <a:gd name="connsiteX1641" fmla="*/ 8242772 w 10728325"/>
              <a:gd name="connsiteY1641" fmla="*/ 2133260 h 6034088"/>
              <a:gd name="connsiteX1642" fmla="*/ 8371450 w 10728325"/>
              <a:gd name="connsiteY1642" fmla="*/ 2133260 h 6034088"/>
              <a:gd name="connsiteX1643" fmla="*/ 8371450 w 10728325"/>
              <a:gd name="connsiteY1643" fmla="*/ 2004557 h 6034088"/>
              <a:gd name="connsiteX1644" fmla="*/ 8581983 w 10728325"/>
              <a:gd name="connsiteY1644" fmla="*/ 1999050 h 6034088"/>
              <a:gd name="connsiteX1645" fmla="*/ 8581983 w 10728325"/>
              <a:gd name="connsiteY1645" fmla="*/ 2138786 h 6034088"/>
              <a:gd name="connsiteX1646" fmla="*/ 8721724 w 10728325"/>
              <a:gd name="connsiteY1646" fmla="*/ 2138786 h 6034088"/>
              <a:gd name="connsiteX1647" fmla="*/ 8721724 w 10728325"/>
              <a:gd name="connsiteY1647" fmla="*/ 1999050 h 6034088"/>
              <a:gd name="connsiteX1648" fmla="*/ 10473651 w 10728325"/>
              <a:gd name="connsiteY1648" fmla="*/ 1996895 h 6034088"/>
              <a:gd name="connsiteX1649" fmla="*/ 10617583 w 10728325"/>
              <a:gd name="connsiteY1649" fmla="*/ 1996895 h 6034088"/>
              <a:gd name="connsiteX1650" fmla="*/ 10617583 w 10728325"/>
              <a:gd name="connsiteY1650" fmla="*/ 2140973 h 6034088"/>
              <a:gd name="connsiteX1651" fmla="*/ 10473651 w 10728325"/>
              <a:gd name="connsiteY1651" fmla="*/ 2140973 h 6034088"/>
              <a:gd name="connsiteX1652" fmla="*/ 8921417 w 10728325"/>
              <a:gd name="connsiteY1652" fmla="*/ 1993544 h 6034088"/>
              <a:gd name="connsiteX1653" fmla="*/ 8921417 w 10728325"/>
              <a:gd name="connsiteY1653" fmla="*/ 2144317 h 6034088"/>
              <a:gd name="connsiteX1654" fmla="*/ 9072221 w 10728325"/>
              <a:gd name="connsiteY1654" fmla="*/ 2144317 h 6034088"/>
              <a:gd name="connsiteX1655" fmla="*/ 9072221 w 10728325"/>
              <a:gd name="connsiteY1655" fmla="*/ 1993544 h 6034088"/>
              <a:gd name="connsiteX1656" fmla="*/ 10123209 w 10728325"/>
              <a:gd name="connsiteY1656" fmla="*/ 1991373 h 6034088"/>
              <a:gd name="connsiteX1657" fmla="*/ 10278539 w 10728325"/>
              <a:gd name="connsiteY1657" fmla="*/ 1991373 h 6034088"/>
              <a:gd name="connsiteX1658" fmla="*/ 10278539 w 10728325"/>
              <a:gd name="connsiteY1658" fmla="*/ 2146480 h 6034088"/>
              <a:gd name="connsiteX1659" fmla="*/ 10123209 w 10728325"/>
              <a:gd name="connsiteY1659" fmla="*/ 2146480 h 6034088"/>
              <a:gd name="connsiteX1660" fmla="*/ 9260460 w 10728325"/>
              <a:gd name="connsiteY1660" fmla="*/ 1987826 h 6034088"/>
              <a:gd name="connsiteX1661" fmla="*/ 9260460 w 10728325"/>
              <a:gd name="connsiteY1661" fmla="*/ 2149821 h 6034088"/>
              <a:gd name="connsiteX1662" fmla="*/ 9422494 w 10728325"/>
              <a:gd name="connsiteY1662" fmla="*/ 2149821 h 6034088"/>
              <a:gd name="connsiteX1663" fmla="*/ 9422494 w 10728325"/>
              <a:gd name="connsiteY1663" fmla="*/ 1987826 h 6034088"/>
              <a:gd name="connsiteX1664" fmla="*/ 9772936 w 10728325"/>
              <a:gd name="connsiteY1664" fmla="*/ 1985664 h 6034088"/>
              <a:gd name="connsiteX1665" fmla="*/ 9939105 w 10728325"/>
              <a:gd name="connsiteY1665" fmla="*/ 1985664 h 6034088"/>
              <a:gd name="connsiteX1666" fmla="*/ 9939105 w 10728325"/>
              <a:gd name="connsiteY1666" fmla="*/ 2151997 h 6034088"/>
              <a:gd name="connsiteX1667" fmla="*/ 9772936 w 10728325"/>
              <a:gd name="connsiteY1667" fmla="*/ 2151997 h 6034088"/>
              <a:gd name="connsiteX1668" fmla="*/ 4680356 w 10728325"/>
              <a:gd name="connsiteY1668" fmla="*/ 1890402 h 6034088"/>
              <a:gd name="connsiteX1669" fmla="*/ 4680356 w 10728325"/>
              <a:gd name="connsiteY1669" fmla="*/ 1902621 h 6034088"/>
              <a:gd name="connsiteX1670" fmla="*/ 4692576 w 10728325"/>
              <a:gd name="connsiteY1670" fmla="*/ 1902621 h 6034088"/>
              <a:gd name="connsiteX1671" fmla="*/ 4692576 w 10728325"/>
              <a:gd name="connsiteY1671" fmla="*/ 1890402 h 6034088"/>
              <a:gd name="connsiteX1672" fmla="*/ 5019589 w 10728325"/>
              <a:gd name="connsiteY1672" fmla="*/ 1884695 h 6034088"/>
              <a:gd name="connsiteX1673" fmla="*/ 5019589 w 10728325"/>
              <a:gd name="connsiteY1673" fmla="*/ 1908151 h 6034088"/>
              <a:gd name="connsiteX1674" fmla="*/ 5043045 w 10728325"/>
              <a:gd name="connsiteY1674" fmla="*/ 1908151 h 6034088"/>
              <a:gd name="connsiteX1675" fmla="*/ 5043045 w 10728325"/>
              <a:gd name="connsiteY1675" fmla="*/ 1884695 h 6034088"/>
              <a:gd name="connsiteX1676" fmla="*/ 5358816 w 10728325"/>
              <a:gd name="connsiteY1676" fmla="*/ 1879185 h 6034088"/>
              <a:gd name="connsiteX1677" fmla="*/ 5358816 w 10728325"/>
              <a:gd name="connsiteY1677" fmla="*/ 1913680 h 6034088"/>
              <a:gd name="connsiteX1678" fmla="*/ 5393313 w 10728325"/>
              <a:gd name="connsiteY1678" fmla="*/ 1913680 h 6034088"/>
              <a:gd name="connsiteX1679" fmla="*/ 5393313 w 10728325"/>
              <a:gd name="connsiteY1679" fmla="*/ 1879185 h 6034088"/>
              <a:gd name="connsiteX1680" fmla="*/ 5698217 w 10728325"/>
              <a:gd name="connsiteY1680" fmla="*/ 1873657 h 6034088"/>
              <a:gd name="connsiteX1681" fmla="*/ 5698217 w 10728325"/>
              <a:gd name="connsiteY1681" fmla="*/ 1919186 h 6034088"/>
              <a:gd name="connsiteX1682" fmla="*/ 5743754 w 10728325"/>
              <a:gd name="connsiteY1682" fmla="*/ 1919186 h 6034088"/>
              <a:gd name="connsiteX1683" fmla="*/ 5743754 w 10728325"/>
              <a:gd name="connsiteY1683" fmla="*/ 1873657 h 6034088"/>
              <a:gd name="connsiteX1684" fmla="*/ 6037483 w 10728325"/>
              <a:gd name="connsiteY1684" fmla="*/ 1868151 h 6034088"/>
              <a:gd name="connsiteX1685" fmla="*/ 6037483 w 10728325"/>
              <a:gd name="connsiteY1685" fmla="*/ 1924716 h 6034088"/>
              <a:gd name="connsiteX1686" fmla="*/ 6094027 w 10728325"/>
              <a:gd name="connsiteY1686" fmla="*/ 1924716 h 6034088"/>
              <a:gd name="connsiteX1687" fmla="*/ 6094027 w 10728325"/>
              <a:gd name="connsiteY1687" fmla="*/ 1868151 h 6034088"/>
              <a:gd name="connsiteX1688" fmla="*/ 6376694 w 10728325"/>
              <a:gd name="connsiteY1688" fmla="*/ 1862439 h 6034088"/>
              <a:gd name="connsiteX1689" fmla="*/ 6376694 w 10728325"/>
              <a:gd name="connsiteY1689" fmla="*/ 1930246 h 6034088"/>
              <a:gd name="connsiteX1690" fmla="*/ 6444525 w 10728325"/>
              <a:gd name="connsiteY1690" fmla="*/ 1930246 h 6034088"/>
              <a:gd name="connsiteX1691" fmla="*/ 6444525 w 10728325"/>
              <a:gd name="connsiteY1691" fmla="*/ 1862439 h 6034088"/>
              <a:gd name="connsiteX1692" fmla="*/ 6715905 w 10728325"/>
              <a:gd name="connsiteY1692" fmla="*/ 1856934 h 6034088"/>
              <a:gd name="connsiteX1693" fmla="*/ 6715905 w 10728325"/>
              <a:gd name="connsiteY1693" fmla="*/ 1935775 h 6034088"/>
              <a:gd name="connsiteX1694" fmla="*/ 6794743 w 10728325"/>
              <a:gd name="connsiteY1694" fmla="*/ 1935775 h 6034088"/>
              <a:gd name="connsiteX1695" fmla="*/ 6794743 w 10728325"/>
              <a:gd name="connsiteY1695" fmla="*/ 1856934 h 6034088"/>
              <a:gd name="connsiteX1696" fmla="*/ 7055339 w 10728325"/>
              <a:gd name="connsiteY1696" fmla="*/ 1851401 h 6034088"/>
              <a:gd name="connsiteX1697" fmla="*/ 7055339 w 10728325"/>
              <a:gd name="connsiteY1697" fmla="*/ 1941282 h 6034088"/>
              <a:gd name="connsiteX1698" fmla="*/ 7145240 w 10728325"/>
              <a:gd name="connsiteY1698" fmla="*/ 1941282 h 6034088"/>
              <a:gd name="connsiteX1699" fmla="*/ 7145240 w 10728325"/>
              <a:gd name="connsiteY1699" fmla="*/ 1851401 h 6034088"/>
              <a:gd name="connsiteX1700" fmla="*/ 7394606 w 10728325"/>
              <a:gd name="connsiteY1700" fmla="*/ 1846079 h 6034088"/>
              <a:gd name="connsiteX1701" fmla="*/ 7394606 w 10728325"/>
              <a:gd name="connsiteY1701" fmla="*/ 1947001 h 6034088"/>
              <a:gd name="connsiteX1702" fmla="*/ 7495515 w 10728325"/>
              <a:gd name="connsiteY1702" fmla="*/ 1947001 h 6034088"/>
              <a:gd name="connsiteX1703" fmla="*/ 7495515 w 10728325"/>
              <a:gd name="connsiteY1703" fmla="*/ 1846079 h 6034088"/>
              <a:gd name="connsiteX1704" fmla="*/ 7733817 w 10728325"/>
              <a:gd name="connsiteY1704" fmla="*/ 1840378 h 6034088"/>
              <a:gd name="connsiteX1705" fmla="*/ 7733817 w 10728325"/>
              <a:gd name="connsiteY1705" fmla="*/ 1952531 h 6034088"/>
              <a:gd name="connsiteX1706" fmla="*/ 7845956 w 10728325"/>
              <a:gd name="connsiteY1706" fmla="*/ 1952531 h 6034088"/>
              <a:gd name="connsiteX1707" fmla="*/ 7845956 w 10728325"/>
              <a:gd name="connsiteY1707" fmla="*/ 1840378 h 6034088"/>
              <a:gd name="connsiteX1708" fmla="*/ 8073027 w 10728325"/>
              <a:gd name="connsiteY1708" fmla="*/ 1834862 h 6034088"/>
              <a:gd name="connsiteX1709" fmla="*/ 8073027 w 10728325"/>
              <a:gd name="connsiteY1709" fmla="*/ 1958056 h 6034088"/>
              <a:gd name="connsiteX1710" fmla="*/ 8196229 w 10728325"/>
              <a:gd name="connsiteY1710" fmla="*/ 1958056 h 6034088"/>
              <a:gd name="connsiteX1711" fmla="*/ 8196229 w 10728325"/>
              <a:gd name="connsiteY1711" fmla="*/ 1834862 h 6034088"/>
              <a:gd name="connsiteX1712" fmla="*/ 8412461 w 10728325"/>
              <a:gd name="connsiteY1712" fmla="*/ 1829334 h 6034088"/>
              <a:gd name="connsiteX1713" fmla="*/ 8412461 w 10728325"/>
              <a:gd name="connsiteY1713" fmla="*/ 1963566 h 6034088"/>
              <a:gd name="connsiteX1714" fmla="*/ 8546726 w 10728325"/>
              <a:gd name="connsiteY1714" fmla="*/ 1963570 h 6034088"/>
              <a:gd name="connsiteX1715" fmla="*/ 8546726 w 10728325"/>
              <a:gd name="connsiteY1715" fmla="*/ 1829334 h 6034088"/>
              <a:gd name="connsiteX1716" fmla="*/ 10648927 w 10728325"/>
              <a:gd name="connsiteY1716" fmla="*/ 1827191 h 6034088"/>
              <a:gd name="connsiteX1717" fmla="*/ 10728325 w 10728325"/>
              <a:gd name="connsiteY1717" fmla="*/ 1827191 h 6034088"/>
              <a:gd name="connsiteX1718" fmla="*/ 10728325 w 10728325"/>
              <a:gd name="connsiteY1718" fmla="*/ 1965577 h 6034088"/>
              <a:gd name="connsiteX1719" fmla="*/ 10648927 w 10728325"/>
              <a:gd name="connsiteY1719" fmla="*/ 1965577 h 6034088"/>
              <a:gd name="connsiteX1720" fmla="*/ 8751728 w 10728325"/>
              <a:gd name="connsiteY1720" fmla="*/ 1823829 h 6034088"/>
              <a:gd name="connsiteX1721" fmla="*/ 8751728 w 10728325"/>
              <a:gd name="connsiteY1721" fmla="*/ 1969103 h 6034088"/>
              <a:gd name="connsiteX1722" fmla="*/ 8897000 w 10728325"/>
              <a:gd name="connsiteY1722" fmla="*/ 1969103 h 6034088"/>
              <a:gd name="connsiteX1723" fmla="*/ 8897000 w 10728325"/>
              <a:gd name="connsiteY1723" fmla="*/ 1823829 h 6034088"/>
              <a:gd name="connsiteX1724" fmla="*/ 10298431 w 10728325"/>
              <a:gd name="connsiteY1724" fmla="*/ 1821684 h 6034088"/>
              <a:gd name="connsiteX1725" fmla="*/ 10448228 w 10728325"/>
              <a:gd name="connsiteY1725" fmla="*/ 1821684 h 6034088"/>
              <a:gd name="connsiteX1726" fmla="*/ 10448228 w 10728325"/>
              <a:gd name="connsiteY1726" fmla="*/ 1971287 h 6034088"/>
              <a:gd name="connsiteX1727" fmla="*/ 10298431 w 10728325"/>
              <a:gd name="connsiteY1727" fmla="*/ 1971287 h 6034088"/>
              <a:gd name="connsiteX1728" fmla="*/ 9091106 w 10728325"/>
              <a:gd name="connsiteY1728" fmla="*/ 1818319 h 6034088"/>
              <a:gd name="connsiteX1729" fmla="*/ 9091106 w 10728325"/>
              <a:gd name="connsiteY1729" fmla="*/ 1974631 h 6034088"/>
              <a:gd name="connsiteX1730" fmla="*/ 9247441 w 10728325"/>
              <a:gd name="connsiteY1730" fmla="*/ 1974631 h 6034088"/>
              <a:gd name="connsiteX1731" fmla="*/ 9247441 w 10728325"/>
              <a:gd name="connsiteY1731" fmla="*/ 1818319 h 6034088"/>
              <a:gd name="connsiteX1732" fmla="*/ 9948157 w 10728325"/>
              <a:gd name="connsiteY1732" fmla="*/ 1816162 h 6034088"/>
              <a:gd name="connsiteX1733" fmla="*/ 10108794 w 10728325"/>
              <a:gd name="connsiteY1733" fmla="*/ 1816162 h 6034088"/>
              <a:gd name="connsiteX1734" fmla="*/ 10108794 w 10728325"/>
              <a:gd name="connsiteY1734" fmla="*/ 1976816 h 6034088"/>
              <a:gd name="connsiteX1735" fmla="*/ 9948157 w 10728325"/>
              <a:gd name="connsiteY1735" fmla="*/ 1976816 h 6034088"/>
              <a:gd name="connsiteX1736" fmla="*/ 9430150 w 10728325"/>
              <a:gd name="connsiteY1736" fmla="*/ 1812612 h 6034088"/>
              <a:gd name="connsiteX1737" fmla="*/ 9430150 w 10728325"/>
              <a:gd name="connsiteY1737" fmla="*/ 1980157 h 6034088"/>
              <a:gd name="connsiteX1738" fmla="*/ 9597716 w 10728325"/>
              <a:gd name="connsiteY1738" fmla="*/ 1980157 h 6034088"/>
              <a:gd name="connsiteX1739" fmla="*/ 9597716 w 10728325"/>
              <a:gd name="connsiteY1739" fmla="*/ 1812612 h 6034088"/>
              <a:gd name="connsiteX1740" fmla="*/ 4510644 w 10728325"/>
              <a:gd name="connsiteY1740" fmla="*/ 1720704 h 6034088"/>
              <a:gd name="connsiteX1741" fmla="*/ 4510644 w 10728325"/>
              <a:gd name="connsiteY1741" fmla="*/ 1727409 h 6034088"/>
              <a:gd name="connsiteX1742" fmla="*/ 4517349 w 10728325"/>
              <a:gd name="connsiteY1742" fmla="*/ 1727409 h 6034088"/>
              <a:gd name="connsiteX1743" fmla="*/ 4517349 w 10728325"/>
              <a:gd name="connsiteY1743" fmla="*/ 1720704 h 6034088"/>
              <a:gd name="connsiteX1744" fmla="*/ 4849872 w 10728325"/>
              <a:gd name="connsiteY1744" fmla="*/ 1714998 h 6034088"/>
              <a:gd name="connsiteX1745" fmla="*/ 4849872 w 10728325"/>
              <a:gd name="connsiteY1745" fmla="*/ 1732933 h 6034088"/>
              <a:gd name="connsiteX1746" fmla="*/ 4867813 w 10728325"/>
              <a:gd name="connsiteY1746" fmla="*/ 1732933 h 6034088"/>
              <a:gd name="connsiteX1747" fmla="*/ 4867813 w 10728325"/>
              <a:gd name="connsiteY1747" fmla="*/ 1714998 h 6034088"/>
              <a:gd name="connsiteX1748" fmla="*/ 5189105 w 10728325"/>
              <a:gd name="connsiteY1748" fmla="*/ 1709470 h 6034088"/>
              <a:gd name="connsiteX1749" fmla="*/ 5189105 w 10728325"/>
              <a:gd name="connsiteY1749" fmla="*/ 1738439 h 6034088"/>
              <a:gd name="connsiteX1750" fmla="*/ 5218081 w 10728325"/>
              <a:gd name="connsiteY1750" fmla="*/ 1738439 h 6034088"/>
              <a:gd name="connsiteX1751" fmla="*/ 5218081 w 10728325"/>
              <a:gd name="connsiteY1751" fmla="*/ 1709470 h 6034088"/>
              <a:gd name="connsiteX1752" fmla="*/ 5528522 w 10728325"/>
              <a:gd name="connsiteY1752" fmla="*/ 1703960 h 6034088"/>
              <a:gd name="connsiteX1753" fmla="*/ 5528522 w 10728325"/>
              <a:gd name="connsiteY1753" fmla="*/ 1743974 h 6034088"/>
              <a:gd name="connsiteX1754" fmla="*/ 5568539 w 10728325"/>
              <a:gd name="connsiteY1754" fmla="*/ 1743974 h 6034088"/>
              <a:gd name="connsiteX1755" fmla="*/ 5568539 w 10728325"/>
              <a:gd name="connsiteY1755" fmla="*/ 1703960 h 6034088"/>
              <a:gd name="connsiteX1756" fmla="*/ 5867738 w 10728325"/>
              <a:gd name="connsiteY1756" fmla="*/ 1698449 h 6034088"/>
              <a:gd name="connsiteX1757" fmla="*/ 5867738 w 10728325"/>
              <a:gd name="connsiteY1757" fmla="*/ 1749497 h 6034088"/>
              <a:gd name="connsiteX1758" fmla="*/ 5918807 w 10728325"/>
              <a:gd name="connsiteY1758" fmla="*/ 1749497 h 6034088"/>
              <a:gd name="connsiteX1759" fmla="*/ 5918807 w 10728325"/>
              <a:gd name="connsiteY1759" fmla="*/ 1698449 h 6034088"/>
              <a:gd name="connsiteX1760" fmla="*/ 6207005 w 10728325"/>
              <a:gd name="connsiteY1760" fmla="*/ 1692743 h 6034088"/>
              <a:gd name="connsiteX1761" fmla="*/ 6207005 w 10728325"/>
              <a:gd name="connsiteY1761" fmla="*/ 1755027 h 6034088"/>
              <a:gd name="connsiteX1762" fmla="*/ 6269248 w 10728325"/>
              <a:gd name="connsiteY1762" fmla="*/ 1755027 h 6034088"/>
              <a:gd name="connsiteX1763" fmla="*/ 6269248 w 10728325"/>
              <a:gd name="connsiteY1763" fmla="*/ 1692743 h 6034088"/>
              <a:gd name="connsiteX1764" fmla="*/ 6546216 w 10728325"/>
              <a:gd name="connsiteY1764" fmla="*/ 1687405 h 6034088"/>
              <a:gd name="connsiteX1765" fmla="*/ 6546216 w 10728325"/>
              <a:gd name="connsiteY1765" fmla="*/ 1760729 h 6034088"/>
              <a:gd name="connsiteX1766" fmla="*/ 6619523 w 10728325"/>
              <a:gd name="connsiteY1766" fmla="*/ 1760729 h 6034088"/>
              <a:gd name="connsiteX1767" fmla="*/ 6619523 w 10728325"/>
              <a:gd name="connsiteY1767" fmla="*/ 1687405 h 6034088"/>
              <a:gd name="connsiteX1768" fmla="*/ 6885650 w 10728325"/>
              <a:gd name="connsiteY1768" fmla="*/ 1681894 h 6034088"/>
              <a:gd name="connsiteX1769" fmla="*/ 6885650 w 10728325"/>
              <a:gd name="connsiteY1769" fmla="*/ 1766252 h 6034088"/>
              <a:gd name="connsiteX1770" fmla="*/ 6970020 w 10728325"/>
              <a:gd name="connsiteY1770" fmla="*/ 1766252 h 6034088"/>
              <a:gd name="connsiteX1771" fmla="*/ 6970020 w 10728325"/>
              <a:gd name="connsiteY1771" fmla="*/ 1681894 h 6034088"/>
              <a:gd name="connsiteX1772" fmla="*/ 7224861 w 10728325"/>
              <a:gd name="connsiteY1772" fmla="*/ 1676388 h 6034088"/>
              <a:gd name="connsiteX1773" fmla="*/ 7224861 w 10728325"/>
              <a:gd name="connsiteY1773" fmla="*/ 1771782 h 6034088"/>
              <a:gd name="connsiteX1774" fmla="*/ 7320294 w 10728325"/>
              <a:gd name="connsiteY1774" fmla="*/ 1771782 h 6034088"/>
              <a:gd name="connsiteX1775" fmla="*/ 7320294 w 10728325"/>
              <a:gd name="connsiteY1775" fmla="*/ 1676388 h 6034088"/>
              <a:gd name="connsiteX1776" fmla="*/ 7564295 w 10728325"/>
              <a:gd name="connsiteY1776" fmla="*/ 1670869 h 6034088"/>
              <a:gd name="connsiteX1777" fmla="*/ 7564295 w 10728325"/>
              <a:gd name="connsiteY1777" fmla="*/ 1777312 h 6034088"/>
              <a:gd name="connsiteX1778" fmla="*/ 7670735 w 10728325"/>
              <a:gd name="connsiteY1778" fmla="*/ 1777312 h 6034088"/>
              <a:gd name="connsiteX1779" fmla="*/ 7670735 w 10728325"/>
              <a:gd name="connsiteY1779" fmla="*/ 1670869 h 6034088"/>
              <a:gd name="connsiteX1780" fmla="*/ 7903338 w 10728325"/>
              <a:gd name="connsiteY1780" fmla="*/ 1665145 h 6034088"/>
              <a:gd name="connsiteX1781" fmla="*/ 7903338 w 10728325"/>
              <a:gd name="connsiteY1781" fmla="*/ 1782819 h 6034088"/>
              <a:gd name="connsiteX1782" fmla="*/ 8021008 w 10728325"/>
              <a:gd name="connsiteY1782" fmla="*/ 1782819 h 6034088"/>
              <a:gd name="connsiteX1783" fmla="*/ 8021008 w 10728325"/>
              <a:gd name="connsiteY1783" fmla="*/ 1665145 h 6034088"/>
              <a:gd name="connsiteX1784" fmla="*/ 8242772 w 10728325"/>
              <a:gd name="connsiteY1784" fmla="*/ 1659638 h 6034088"/>
              <a:gd name="connsiteX1785" fmla="*/ 8242772 w 10728325"/>
              <a:gd name="connsiteY1785" fmla="*/ 1788347 h 6034088"/>
              <a:gd name="connsiteX1786" fmla="*/ 8371450 w 10728325"/>
              <a:gd name="connsiteY1786" fmla="*/ 1788347 h 6034088"/>
              <a:gd name="connsiteX1787" fmla="*/ 8371450 w 10728325"/>
              <a:gd name="connsiteY1787" fmla="*/ 1659638 h 6034088"/>
              <a:gd name="connsiteX1788" fmla="*/ 8581983 w 10728325"/>
              <a:gd name="connsiteY1788" fmla="*/ 1654122 h 6034088"/>
              <a:gd name="connsiteX1789" fmla="*/ 8581983 w 10728325"/>
              <a:gd name="connsiteY1789" fmla="*/ 1793871 h 6034088"/>
              <a:gd name="connsiteX1790" fmla="*/ 8721724 w 10728325"/>
              <a:gd name="connsiteY1790" fmla="*/ 1793871 h 6034088"/>
              <a:gd name="connsiteX1791" fmla="*/ 8721724 w 10728325"/>
              <a:gd name="connsiteY1791" fmla="*/ 1654122 h 6034088"/>
              <a:gd name="connsiteX1792" fmla="*/ 10473651 w 10728325"/>
              <a:gd name="connsiteY1792" fmla="*/ 1651972 h 6034088"/>
              <a:gd name="connsiteX1793" fmla="*/ 10617583 w 10728325"/>
              <a:gd name="connsiteY1793" fmla="*/ 1651972 h 6034088"/>
              <a:gd name="connsiteX1794" fmla="*/ 10617583 w 10728325"/>
              <a:gd name="connsiteY1794" fmla="*/ 1796251 h 6034088"/>
              <a:gd name="connsiteX1795" fmla="*/ 10473651 w 10728325"/>
              <a:gd name="connsiteY1795" fmla="*/ 1796251 h 6034088"/>
              <a:gd name="connsiteX1796" fmla="*/ 8921417 w 10728325"/>
              <a:gd name="connsiteY1796" fmla="*/ 1648616 h 6034088"/>
              <a:gd name="connsiteX1797" fmla="*/ 8921417 w 10728325"/>
              <a:gd name="connsiteY1797" fmla="*/ 1799405 h 6034088"/>
              <a:gd name="connsiteX1798" fmla="*/ 9072221 w 10728325"/>
              <a:gd name="connsiteY1798" fmla="*/ 1799405 h 6034088"/>
              <a:gd name="connsiteX1799" fmla="*/ 9072221 w 10728325"/>
              <a:gd name="connsiteY1799" fmla="*/ 1648616 h 6034088"/>
              <a:gd name="connsiteX1800" fmla="*/ 10123209 w 10728325"/>
              <a:gd name="connsiteY1800" fmla="*/ 1646442 h 6034088"/>
              <a:gd name="connsiteX1801" fmla="*/ 10278539 w 10728325"/>
              <a:gd name="connsiteY1801" fmla="*/ 1646442 h 6034088"/>
              <a:gd name="connsiteX1802" fmla="*/ 10278539 w 10728325"/>
              <a:gd name="connsiteY1802" fmla="*/ 1801762 h 6034088"/>
              <a:gd name="connsiteX1803" fmla="*/ 10123209 w 10728325"/>
              <a:gd name="connsiteY1803" fmla="*/ 1801762 h 6034088"/>
              <a:gd name="connsiteX1804" fmla="*/ 9260460 w 10728325"/>
              <a:gd name="connsiteY1804" fmla="*/ 1643083 h 6034088"/>
              <a:gd name="connsiteX1805" fmla="*/ 9260460 w 10728325"/>
              <a:gd name="connsiteY1805" fmla="*/ 1805101 h 6034088"/>
              <a:gd name="connsiteX1806" fmla="*/ 9422494 w 10728325"/>
              <a:gd name="connsiteY1806" fmla="*/ 1805101 h 6034088"/>
              <a:gd name="connsiteX1807" fmla="*/ 9422494 w 10728325"/>
              <a:gd name="connsiteY1807" fmla="*/ 1643083 h 6034088"/>
              <a:gd name="connsiteX1808" fmla="*/ 9772936 w 10728325"/>
              <a:gd name="connsiteY1808" fmla="*/ 1640930 h 6034088"/>
              <a:gd name="connsiteX1809" fmla="*/ 9939105 w 10728325"/>
              <a:gd name="connsiteY1809" fmla="*/ 1640930 h 6034088"/>
              <a:gd name="connsiteX1810" fmla="*/ 9939105 w 10728325"/>
              <a:gd name="connsiteY1810" fmla="*/ 1807081 h 6034088"/>
              <a:gd name="connsiteX1811" fmla="*/ 9772936 w 10728325"/>
              <a:gd name="connsiteY1811" fmla="*/ 1807081 h 6034088"/>
              <a:gd name="connsiteX1812" fmla="*/ 4680356 w 10728325"/>
              <a:gd name="connsiteY1812" fmla="*/ 1545476 h 6034088"/>
              <a:gd name="connsiteX1813" fmla="*/ 4680356 w 10728325"/>
              <a:gd name="connsiteY1813" fmla="*/ 1557695 h 6034088"/>
              <a:gd name="connsiteX1814" fmla="*/ 4692576 w 10728325"/>
              <a:gd name="connsiteY1814" fmla="*/ 1557695 h 6034088"/>
              <a:gd name="connsiteX1815" fmla="*/ 4692576 w 10728325"/>
              <a:gd name="connsiteY1815" fmla="*/ 1545476 h 6034088"/>
              <a:gd name="connsiteX1816" fmla="*/ 5019589 w 10728325"/>
              <a:gd name="connsiteY1816" fmla="*/ 1539769 h 6034088"/>
              <a:gd name="connsiteX1817" fmla="*/ 5019589 w 10728325"/>
              <a:gd name="connsiteY1817" fmla="*/ 1563225 h 6034088"/>
              <a:gd name="connsiteX1818" fmla="*/ 5043045 w 10728325"/>
              <a:gd name="connsiteY1818" fmla="*/ 1563225 h 6034088"/>
              <a:gd name="connsiteX1819" fmla="*/ 5043045 w 10728325"/>
              <a:gd name="connsiteY1819" fmla="*/ 1539769 h 6034088"/>
              <a:gd name="connsiteX1820" fmla="*/ 5358816 w 10728325"/>
              <a:gd name="connsiteY1820" fmla="*/ 1534448 h 6034088"/>
              <a:gd name="connsiteX1821" fmla="*/ 5358816 w 10728325"/>
              <a:gd name="connsiteY1821" fmla="*/ 1568938 h 6034088"/>
              <a:gd name="connsiteX1822" fmla="*/ 5393313 w 10728325"/>
              <a:gd name="connsiteY1822" fmla="*/ 1568938 h 6034088"/>
              <a:gd name="connsiteX1823" fmla="*/ 5393313 w 10728325"/>
              <a:gd name="connsiteY1823" fmla="*/ 1534448 h 6034088"/>
              <a:gd name="connsiteX1824" fmla="*/ 5698217 w 10728325"/>
              <a:gd name="connsiteY1824" fmla="*/ 1528942 h 6034088"/>
              <a:gd name="connsiteX1825" fmla="*/ 5698217 w 10728325"/>
              <a:gd name="connsiteY1825" fmla="*/ 1574472 h 6034088"/>
              <a:gd name="connsiteX1826" fmla="*/ 5743754 w 10728325"/>
              <a:gd name="connsiteY1826" fmla="*/ 1574472 h 6034088"/>
              <a:gd name="connsiteX1827" fmla="*/ 5743754 w 10728325"/>
              <a:gd name="connsiteY1827" fmla="*/ 1528942 h 6034088"/>
              <a:gd name="connsiteX1828" fmla="*/ 6037483 w 10728325"/>
              <a:gd name="connsiteY1828" fmla="*/ 1523409 h 6034088"/>
              <a:gd name="connsiteX1829" fmla="*/ 6037483 w 10728325"/>
              <a:gd name="connsiteY1829" fmla="*/ 1579979 h 6034088"/>
              <a:gd name="connsiteX1830" fmla="*/ 6094027 w 10728325"/>
              <a:gd name="connsiteY1830" fmla="*/ 1579979 h 6034088"/>
              <a:gd name="connsiteX1831" fmla="*/ 6094027 w 10728325"/>
              <a:gd name="connsiteY1831" fmla="*/ 1523409 h 6034088"/>
              <a:gd name="connsiteX1832" fmla="*/ 6376694 w 10728325"/>
              <a:gd name="connsiteY1832" fmla="*/ 1517702 h 6034088"/>
              <a:gd name="connsiteX1833" fmla="*/ 6376694 w 10728325"/>
              <a:gd name="connsiteY1833" fmla="*/ 1585501 h 6034088"/>
              <a:gd name="connsiteX1834" fmla="*/ 6444525 w 10728325"/>
              <a:gd name="connsiteY1834" fmla="*/ 1585501 h 6034088"/>
              <a:gd name="connsiteX1835" fmla="*/ 6444525 w 10728325"/>
              <a:gd name="connsiteY1835" fmla="*/ 1517702 h 6034088"/>
              <a:gd name="connsiteX1836" fmla="*/ 6715905 w 10728325"/>
              <a:gd name="connsiteY1836" fmla="*/ 1512192 h 6034088"/>
              <a:gd name="connsiteX1837" fmla="*/ 6715905 w 10728325"/>
              <a:gd name="connsiteY1837" fmla="*/ 1591038 h 6034088"/>
              <a:gd name="connsiteX1838" fmla="*/ 6794743 w 10728325"/>
              <a:gd name="connsiteY1838" fmla="*/ 1591038 h 6034088"/>
              <a:gd name="connsiteX1839" fmla="*/ 6794743 w 10728325"/>
              <a:gd name="connsiteY1839" fmla="*/ 1512192 h 6034088"/>
              <a:gd name="connsiteX1840" fmla="*/ 7055339 w 10728325"/>
              <a:gd name="connsiteY1840" fmla="*/ 1506680 h 6034088"/>
              <a:gd name="connsiteX1841" fmla="*/ 7055339 w 10728325"/>
              <a:gd name="connsiteY1841" fmla="*/ 1596561 h 6034088"/>
              <a:gd name="connsiteX1842" fmla="*/ 7145240 w 10728325"/>
              <a:gd name="connsiteY1842" fmla="*/ 1596561 h 6034088"/>
              <a:gd name="connsiteX1843" fmla="*/ 7145240 w 10728325"/>
              <a:gd name="connsiteY1843" fmla="*/ 1506680 h 6034088"/>
              <a:gd name="connsiteX1844" fmla="*/ 7394606 w 10728325"/>
              <a:gd name="connsiteY1844" fmla="*/ 1501153 h 6034088"/>
              <a:gd name="connsiteX1845" fmla="*/ 7394606 w 10728325"/>
              <a:gd name="connsiteY1845" fmla="*/ 1602068 h 6034088"/>
              <a:gd name="connsiteX1846" fmla="*/ 7495515 w 10728325"/>
              <a:gd name="connsiteY1846" fmla="*/ 1602068 h 6034088"/>
              <a:gd name="connsiteX1847" fmla="*/ 7495515 w 10728325"/>
              <a:gd name="connsiteY1847" fmla="*/ 1501153 h 6034088"/>
              <a:gd name="connsiteX1848" fmla="*/ 7733817 w 10728325"/>
              <a:gd name="connsiteY1848" fmla="*/ 1495446 h 6034088"/>
              <a:gd name="connsiteX1849" fmla="*/ 7733817 w 10728325"/>
              <a:gd name="connsiteY1849" fmla="*/ 1607604 h 6034088"/>
              <a:gd name="connsiteX1850" fmla="*/ 7845956 w 10728325"/>
              <a:gd name="connsiteY1850" fmla="*/ 1607604 h 6034088"/>
              <a:gd name="connsiteX1851" fmla="*/ 7845956 w 10728325"/>
              <a:gd name="connsiteY1851" fmla="*/ 1495446 h 6034088"/>
              <a:gd name="connsiteX1852" fmla="*/ 8073027 w 10728325"/>
              <a:gd name="connsiteY1852" fmla="*/ 1489935 h 6034088"/>
              <a:gd name="connsiteX1853" fmla="*/ 8073027 w 10728325"/>
              <a:gd name="connsiteY1853" fmla="*/ 1613128 h 6034088"/>
              <a:gd name="connsiteX1854" fmla="*/ 8196229 w 10728325"/>
              <a:gd name="connsiteY1854" fmla="*/ 1613128 h 6034088"/>
              <a:gd name="connsiteX1855" fmla="*/ 8196229 w 10728325"/>
              <a:gd name="connsiteY1855" fmla="*/ 1489935 h 6034088"/>
              <a:gd name="connsiteX1856" fmla="*/ 8412461 w 10728325"/>
              <a:gd name="connsiteY1856" fmla="*/ 1484620 h 6034088"/>
              <a:gd name="connsiteX1857" fmla="*/ 8412461 w 10728325"/>
              <a:gd name="connsiteY1857" fmla="*/ 1618847 h 6034088"/>
              <a:gd name="connsiteX1858" fmla="*/ 8546726 w 10728325"/>
              <a:gd name="connsiteY1858" fmla="*/ 1618847 h 6034088"/>
              <a:gd name="connsiteX1859" fmla="*/ 8546726 w 10728325"/>
              <a:gd name="connsiteY1859" fmla="*/ 1484620 h 6034088"/>
              <a:gd name="connsiteX1860" fmla="*/ 10648927 w 10728325"/>
              <a:gd name="connsiteY1860" fmla="*/ 1482475 h 6034088"/>
              <a:gd name="connsiteX1861" fmla="*/ 10728325 w 10728325"/>
              <a:gd name="connsiteY1861" fmla="*/ 1482475 h 6034088"/>
              <a:gd name="connsiteX1862" fmla="*/ 10728325 w 10728325"/>
              <a:gd name="connsiteY1862" fmla="*/ 1620826 h 6034088"/>
              <a:gd name="connsiteX1863" fmla="*/ 10648927 w 10728325"/>
              <a:gd name="connsiteY1863" fmla="*/ 1620826 h 6034088"/>
              <a:gd name="connsiteX1864" fmla="*/ 8751728 w 10728325"/>
              <a:gd name="connsiteY1864" fmla="*/ 1479091 h 6034088"/>
              <a:gd name="connsiteX1865" fmla="*/ 8751728 w 10728325"/>
              <a:gd name="connsiteY1865" fmla="*/ 1624357 h 6034088"/>
              <a:gd name="connsiteX1866" fmla="*/ 8897000 w 10728325"/>
              <a:gd name="connsiteY1866" fmla="*/ 1624357 h 6034088"/>
              <a:gd name="connsiteX1867" fmla="*/ 8897000 w 10728325"/>
              <a:gd name="connsiteY1867" fmla="*/ 1479091 h 6034088"/>
              <a:gd name="connsiteX1868" fmla="*/ 10298431 w 10728325"/>
              <a:gd name="connsiteY1868" fmla="*/ 1476756 h 6034088"/>
              <a:gd name="connsiteX1869" fmla="*/ 10448228 w 10728325"/>
              <a:gd name="connsiteY1869" fmla="*/ 1476756 h 6034088"/>
              <a:gd name="connsiteX1870" fmla="*/ 10448228 w 10728325"/>
              <a:gd name="connsiteY1870" fmla="*/ 1626553 h 6034088"/>
              <a:gd name="connsiteX1871" fmla="*/ 10298431 w 10728325"/>
              <a:gd name="connsiteY1871" fmla="*/ 1626553 h 6034088"/>
              <a:gd name="connsiteX1872" fmla="*/ 9091106 w 10728325"/>
              <a:gd name="connsiteY1872" fmla="*/ 1473574 h 6034088"/>
              <a:gd name="connsiteX1873" fmla="*/ 9091106 w 10728325"/>
              <a:gd name="connsiteY1873" fmla="*/ 1629880 h 6034088"/>
              <a:gd name="connsiteX1874" fmla="*/ 9247441 w 10728325"/>
              <a:gd name="connsiteY1874" fmla="*/ 1629880 h 6034088"/>
              <a:gd name="connsiteX1875" fmla="*/ 9247441 w 10728325"/>
              <a:gd name="connsiteY1875" fmla="*/ 1473574 h 6034088"/>
              <a:gd name="connsiteX1876" fmla="*/ 9948157 w 10728325"/>
              <a:gd name="connsiteY1876" fmla="*/ 1471228 h 6034088"/>
              <a:gd name="connsiteX1877" fmla="*/ 10108794 w 10728325"/>
              <a:gd name="connsiteY1877" fmla="*/ 1471228 h 6034088"/>
              <a:gd name="connsiteX1878" fmla="*/ 10108794 w 10728325"/>
              <a:gd name="connsiteY1878" fmla="*/ 1632064 h 6034088"/>
              <a:gd name="connsiteX1879" fmla="*/ 9948157 w 10728325"/>
              <a:gd name="connsiteY1879" fmla="*/ 1632064 h 6034088"/>
              <a:gd name="connsiteX1880" fmla="*/ 9430150 w 10728325"/>
              <a:gd name="connsiteY1880" fmla="*/ 1467874 h 6034088"/>
              <a:gd name="connsiteX1881" fmla="*/ 9430150 w 10728325"/>
              <a:gd name="connsiteY1881" fmla="*/ 1635408 h 6034088"/>
              <a:gd name="connsiteX1882" fmla="*/ 9597716 w 10728325"/>
              <a:gd name="connsiteY1882" fmla="*/ 1635408 h 6034088"/>
              <a:gd name="connsiteX1883" fmla="*/ 9597716 w 10728325"/>
              <a:gd name="connsiteY1883" fmla="*/ 1467874 h 6034088"/>
              <a:gd name="connsiteX1884" fmla="*/ 4510644 w 10728325"/>
              <a:gd name="connsiteY1884" fmla="*/ 1375968 h 6034088"/>
              <a:gd name="connsiteX1885" fmla="*/ 4510644 w 10728325"/>
              <a:gd name="connsiteY1885" fmla="*/ 1382673 h 6034088"/>
              <a:gd name="connsiteX1886" fmla="*/ 4517349 w 10728325"/>
              <a:gd name="connsiteY1886" fmla="*/ 1382673 h 6034088"/>
              <a:gd name="connsiteX1887" fmla="*/ 4517349 w 10728325"/>
              <a:gd name="connsiteY1887" fmla="*/ 1375968 h 6034088"/>
              <a:gd name="connsiteX1888" fmla="*/ 4849872 w 10728325"/>
              <a:gd name="connsiteY1888" fmla="*/ 1370261 h 6034088"/>
              <a:gd name="connsiteX1889" fmla="*/ 4849872 w 10728325"/>
              <a:gd name="connsiteY1889" fmla="*/ 1388196 h 6034088"/>
              <a:gd name="connsiteX1890" fmla="*/ 4867813 w 10728325"/>
              <a:gd name="connsiteY1890" fmla="*/ 1388196 h 6034088"/>
              <a:gd name="connsiteX1891" fmla="*/ 4867813 w 10728325"/>
              <a:gd name="connsiteY1891" fmla="*/ 1370261 h 6034088"/>
              <a:gd name="connsiteX1892" fmla="*/ 5189105 w 10728325"/>
              <a:gd name="connsiteY1892" fmla="*/ 1364751 h 6034088"/>
              <a:gd name="connsiteX1893" fmla="*/ 5189105 w 10728325"/>
              <a:gd name="connsiteY1893" fmla="*/ 1393726 h 6034088"/>
              <a:gd name="connsiteX1894" fmla="*/ 5218081 w 10728325"/>
              <a:gd name="connsiteY1894" fmla="*/ 1393726 h 6034088"/>
              <a:gd name="connsiteX1895" fmla="*/ 5218081 w 10728325"/>
              <a:gd name="connsiteY1895" fmla="*/ 1364751 h 6034088"/>
              <a:gd name="connsiteX1896" fmla="*/ 5528522 w 10728325"/>
              <a:gd name="connsiteY1896" fmla="*/ 1359223 h 6034088"/>
              <a:gd name="connsiteX1897" fmla="*/ 5528522 w 10728325"/>
              <a:gd name="connsiteY1897" fmla="*/ 1399232 h 6034088"/>
              <a:gd name="connsiteX1898" fmla="*/ 5568539 w 10728325"/>
              <a:gd name="connsiteY1898" fmla="*/ 1399238 h 6034088"/>
              <a:gd name="connsiteX1899" fmla="*/ 5568539 w 10728325"/>
              <a:gd name="connsiteY1899" fmla="*/ 1359223 h 6034088"/>
              <a:gd name="connsiteX1900" fmla="*/ 5867738 w 10728325"/>
              <a:gd name="connsiteY1900" fmla="*/ 1353712 h 6034088"/>
              <a:gd name="connsiteX1901" fmla="*/ 5867738 w 10728325"/>
              <a:gd name="connsiteY1901" fmla="*/ 1404761 h 6034088"/>
              <a:gd name="connsiteX1902" fmla="*/ 5918807 w 10728325"/>
              <a:gd name="connsiteY1902" fmla="*/ 1404761 h 6034088"/>
              <a:gd name="connsiteX1903" fmla="*/ 5918807 w 10728325"/>
              <a:gd name="connsiteY1903" fmla="*/ 1353712 h 6034088"/>
              <a:gd name="connsiteX1904" fmla="*/ 6207005 w 10728325"/>
              <a:gd name="connsiteY1904" fmla="*/ 1348006 h 6034088"/>
              <a:gd name="connsiteX1905" fmla="*/ 6207005 w 10728325"/>
              <a:gd name="connsiteY1905" fmla="*/ 1410291 h 6034088"/>
              <a:gd name="connsiteX1906" fmla="*/ 6269248 w 10728325"/>
              <a:gd name="connsiteY1906" fmla="*/ 1410291 h 6034088"/>
              <a:gd name="connsiteX1907" fmla="*/ 6269248 w 10728325"/>
              <a:gd name="connsiteY1907" fmla="*/ 1348006 h 6034088"/>
              <a:gd name="connsiteX1908" fmla="*/ 6546216 w 10728325"/>
              <a:gd name="connsiteY1908" fmla="*/ 1342479 h 6034088"/>
              <a:gd name="connsiteX1909" fmla="*/ 6546216 w 10728325"/>
              <a:gd name="connsiteY1909" fmla="*/ 1415798 h 6034088"/>
              <a:gd name="connsiteX1910" fmla="*/ 6619523 w 10728325"/>
              <a:gd name="connsiteY1910" fmla="*/ 1415798 h 6034088"/>
              <a:gd name="connsiteX1911" fmla="*/ 6619523 w 10728325"/>
              <a:gd name="connsiteY1911" fmla="*/ 1342479 h 6034088"/>
              <a:gd name="connsiteX1912" fmla="*/ 6885650 w 10728325"/>
              <a:gd name="connsiteY1912" fmla="*/ 1336968 h 6034088"/>
              <a:gd name="connsiteX1913" fmla="*/ 6885650 w 10728325"/>
              <a:gd name="connsiteY1913" fmla="*/ 1421326 h 6034088"/>
              <a:gd name="connsiteX1914" fmla="*/ 6970020 w 10728325"/>
              <a:gd name="connsiteY1914" fmla="*/ 1421326 h 6034088"/>
              <a:gd name="connsiteX1915" fmla="*/ 6970020 w 10728325"/>
              <a:gd name="connsiteY1915" fmla="*/ 1336968 h 6034088"/>
              <a:gd name="connsiteX1916" fmla="*/ 7224861 w 10728325"/>
              <a:gd name="connsiteY1916" fmla="*/ 1331458 h 6034088"/>
              <a:gd name="connsiteX1917" fmla="*/ 7224861 w 10728325"/>
              <a:gd name="connsiteY1917" fmla="*/ 1426856 h 6034088"/>
              <a:gd name="connsiteX1918" fmla="*/ 7320294 w 10728325"/>
              <a:gd name="connsiteY1918" fmla="*/ 1426856 h 6034088"/>
              <a:gd name="connsiteX1919" fmla="*/ 7320294 w 10728325"/>
              <a:gd name="connsiteY1919" fmla="*/ 1331458 h 6034088"/>
              <a:gd name="connsiteX1920" fmla="*/ 7564295 w 10728325"/>
              <a:gd name="connsiteY1920" fmla="*/ 1326142 h 6034088"/>
              <a:gd name="connsiteX1921" fmla="*/ 7564295 w 10728325"/>
              <a:gd name="connsiteY1921" fmla="*/ 1432575 h 6034088"/>
              <a:gd name="connsiteX1922" fmla="*/ 7670735 w 10728325"/>
              <a:gd name="connsiteY1922" fmla="*/ 1432575 h 6034088"/>
              <a:gd name="connsiteX1923" fmla="*/ 7670735 w 10728325"/>
              <a:gd name="connsiteY1923" fmla="*/ 1326142 h 6034088"/>
              <a:gd name="connsiteX1924" fmla="*/ 7903338 w 10728325"/>
              <a:gd name="connsiteY1924" fmla="*/ 1320436 h 6034088"/>
              <a:gd name="connsiteX1925" fmla="*/ 7903338 w 10728325"/>
              <a:gd name="connsiteY1925" fmla="*/ 1438104 h 6034088"/>
              <a:gd name="connsiteX1926" fmla="*/ 8021008 w 10728325"/>
              <a:gd name="connsiteY1926" fmla="*/ 1438104 h 6034088"/>
              <a:gd name="connsiteX1927" fmla="*/ 8021008 w 10728325"/>
              <a:gd name="connsiteY1927" fmla="*/ 1320436 h 6034088"/>
              <a:gd name="connsiteX1928" fmla="*/ 8242772 w 10728325"/>
              <a:gd name="connsiteY1928" fmla="*/ 1314908 h 6034088"/>
              <a:gd name="connsiteX1929" fmla="*/ 8242772 w 10728325"/>
              <a:gd name="connsiteY1929" fmla="*/ 1443610 h 6034088"/>
              <a:gd name="connsiteX1930" fmla="*/ 8371450 w 10728325"/>
              <a:gd name="connsiteY1930" fmla="*/ 1443610 h 6034088"/>
              <a:gd name="connsiteX1931" fmla="*/ 8371450 w 10728325"/>
              <a:gd name="connsiteY1931" fmla="*/ 1314908 h 6034088"/>
              <a:gd name="connsiteX1932" fmla="*/ 8581983 w 10728325"/>
              <a:gd name="connsiteY1932" fmla="*/ 1309392 h 6034088"/>
              <a:gd name="connsiteX1933" fmla="*/ 8581983 w 10728325"/>
              <a:gd name="connsiteY1933" fmla="*/ 1449133 h 6034088"/>
              <a:gd name="connsiteX1934" fmla="*/ 8721724 w 10728325"/>
              <a:gd name="connsiteY1934" fmla="*/ 1449133 h 6034088"/>
              <a:gd name="connsiteX1935" fmla="*/ 8721724 w 10728325"/>
              <a:gd name="connsiteY1935" fmla="*/ 1309392 h 6034088"/>
              <a:gd name="connsiteX1936" fmla="*/ 10473651 w 10728325"/>
              <a:gd name="connsiteY1936" fmla="*/ 1307242 h 6034088"/>
              <a:gd name="connsiteX1937" fmla="*/ 10617583 w 10728325"/>
              <a:gd name="connsiteY1937" fmla="*/ 1307242 h 6034088"/>
              <a:gd name="connsiteX1938" fmla="*/ 10617583 w 10728325"/>
              <a:gd name="connsiteY1938" fmla="*/ 1451324 h 6034088"/>
              <a:gd name="connsiteX1939" fmla="*/ 10473651 w 10728325"/>
              <a:gd name="connsiteY1939" fmla="*/ 1451324 h 6034088"/>
              <a:gd name="connsiteX1940" fmla="*/ 8921417 w 10728325"/>
              <a:gd name="connsiteY1940" fmla="*/ 1303887 h 6034088"/>
              <a:gd name="connsiteX1941" fmla="*/ 8921417 w 10728325"/>
              <a:gd name="connsiteY1941" fmla="*/ 1454667 h 6034088"/>
              <a:gd name="connsiteX1942" fmla="*/ 9072221 w 10728325"/>
              <a:gd name="connsiteY1942" fmla="*/ 1454667 h 6034088"/>
              <a:gd name="connsiteX1943" fmla="*/ 9072221 w 10728325"/>
              <a:gd name="connsiteY1943" fmla="*/ 1303887 h 6034088"/>
              <a:gd name="connsiteX1944" fmla="*/ 10123209 w 10728325"/>
              <a:gd name="connsiteY1944" fmla="*/ 1301737 h 6034088"/>
              <a:gd name="connsiteX1945" fmla="*/ 10278539 w 10728325"/>
              <a:gd name="connsiteY1945" fmla="*/ 1301737 h 6034088"/>
              <a:gd name="connsiteX1946" fmla="*/ 10278539 w 10728325"/>
              <a:gd name="connsiteY1946" fmla="*/ 1456830 h 6034088"/>
              <a:gd name="connsiteX1947" fmla="*/ 10123209 w 10728325"/>
              <a:gd name="connsiteY1947" fmla="*/ 1456830 h 6034088"/>
              <a:gd name="connsiteX1948" fmla="*/ 9260460 w 10728325"/>
              <a:gd name="connsiteY1948" fmla="*/ 1298159 h 6034088"/>
              <a:gd name="connsiteX1949" fmla="*/ 9260460 w 10728325"/>
              <a:gd name="connsiteY1949" fmla="*/ 1460175 h 6034088"/>
              <a:gd name="connsiteX1950" fmla="*/ 9422494 w 10728325"/>
              <a:gd name="connsiteY1950" fmla="*/ 1460175 h 6034088"/>
              <a:gd name="connsiteX1951" fmla="*/ 9422494 w 10728325"/>
              <a:gd name="connsiteY1951" fmla="*/ 1298159 h 6034088"/>
              <a:gd name="connsiteX1952" fmla="*/ 9772936 w 10728325"/>
              <a:gd name="connsiteY1952" fmla="*/ 1296207 h 6034088"/>
              <a:gd name="connsiteX1953" fmla="*/ 9939105 w 10728325"/>
              <a:gd name="connsiteY1953" fmla="*/ 1296207 h 6034088"/>
              <a:gd name="connsiteX1954" fmla="*/ 9939105 w 10728325"/>
              <a:gd name="connsiteY1954" fmla="*/ 1462362 h 6034088"/>
              <a:gd name="connsiteX1955" fmla="*/ 9772936 w 10728325"/>
              <a:gd name="connsiteY1955" fmla="*/ 1462362 h 6034088"/>
              <a:gd name="connsiteX1956" fmla="*/ 4680356 w 10728325"/>
              <a:gd name="connsiteY1956" fmla="*/ 1200756 h 6034088"/>
              <a:gd name="connsiteX1957" fmla="*/ 4680356 w 10728325"/>
              <a:gd name="connsiteY1957" fmla="*/ 1212981 h 6034088"/>
              <a:gd name="connsiteX1958" fmla="*/ 4692576 w 10728325"/>
              <a:gd name="connsiteY1958" fmla="*/ 1212981 h 6034088"/>
              <a:gd name="connsiteX1959" fmla="*/ 4692576 w 10728325"/>
              <a:gd name="connsiteY1959" fmla="*/ 1200756 h 6034088"/>
              <a:gd name="connsiteX1960" fmla="*/ 5019589 w 10728325"/>
              <a:gd name="connsiteY1960" fmla="*/ 1195033 h 6034088"/>
              <a:gd name="connsiteX1961" fmla="*/ 5019589 w 10728325"/>
              <a:gd name="connsiteY1961" fmla="*/ 1218488 h 6034088"/>
              <a:gd name="connsiteX1962" fmla="*/ 5043045 w 10728325"/>
              <a:gd name="connsiteY1962" fmla="*/ 1218488 h 6034088"/>
              <a:gd name="connsiteX1963" fmla="*/ 5043045 w 10728325"/>
              <a:gd name="connsiteY1963" fmla="*/ 1195033 h 6034088"/>
              <a:gd name="connsiteX1964" fmla="*/ 5358816 w 10728325"/>
              <a:gd name="connsiteY1964" fmla="*/ 1189523 h 6034088"/>
              <a:gd name="connsiteX1965" fmla="*/ 5358816 w 10728325"/>
              <a:gd name="connsiteY1965" fmla="*/ 1224012 h 6034088"/>
              <a:gd name="connsiteX1966" fmla="*/ 5393313 w 10728325"/>
              <a:gd name="connsiteY1966" fmla="*/ 1224012 h 6034088"/>
              <a:gd name="connsiteX1967" fmla="*/ 5393313 w 10728325"/>
              <a:gd name="connsiteY1967" fmla="*/ 1189523 h 6034088"/>
              <a:gd name="connsiteX1968" fmla="*/ 5698217 w 10728325"/>
              <a:gd name="connsiteY1968" fmla="*/ 1184012 h 6034088"/>
              <a:gd name="connsiteX1969" fmla="*/ 5698217 w 10728325"/>
              <a:gd name="connsiteY1969" fmla="*/ 1229541 h 6034088"/>
              <a:gd name="connsiteX1970" fmla="*/ 5743754 w 10728325"/>
              <a:gd name="connsiteY1970" fmla="*/ 1229541 h 6034088"/>
              <a:gd name="connsiteX1971" fmla="*/ 5743754 w 10728325"/>
              <a:gd name="connsiteY1971" fmla="*/ 1184012 h 6034088"/>
              <a:gd name="connsiteX1972" fmla="*/ 6037483 w 10728325"/>
              <a:gd name="connsiteY1972" fmla="*/ 1178485 h 6034088"/>
              <a:gd name="connsiteX1973" fmla="*/ 6037483 w 10728325"/>
              <a:gd name="connsiteY1973" fmla="*/ 1235054 h 6034088"/>
              <a:gd name="connsiteX1974" fmla="*/ 6094027 w 10728325"/>
              <a:gd name="connsiteY1974" fmla="*/ 1235054 h 6034088"/>
              <a:gd name="connsiteX1975" fmla="*/ 6094027 w 10728325"/>
              <a:gd name="connsiteY1975" fmla="*/ 1178485 h 6034088"/>
              <a:gd name="connsiteX1976" fmla="*/ 6376694 w 10728325"/>
              <a:gd name="connsiteY1976" fmla="*/ 1172773 h 6034088"/>
              <a:gd name="connsiteX1977" fmla="*/ 6376694 w 10728325"/>
              <a:gd name="connsiteY1977" fmla="*/ 1240577 h 6034088"/>
              <a:gd name="connsiteX1978" fmla="*/ 6444525 w 10728325"/>
              <a:gd name="connsiteY1978" fmla="*/ 1240577 h 6034088"/>
              <a:gd name="connsiteX1979" fmla="*/ 6444525 w 10728325"/>
              <a:gd name="connsiteY1979" fmla="*/ 1172773 h 6034088"/>
              <a:gd name="connsiteX1980" fmla="*/ 6715905 w 10728325"/>
              <a:gd name="connsiteY1980" fmla="*/ 1167459 h 6034088"/>
              <a:gd name="connsiteX1981" fmla="*/ 6715905 w 10728325"/>
              <a:gd name="connsiteY1981" fmla="*/ 1246298 h 6034088"/>
              <a:gd name="connsiteX1982" fmla="*/ 6794743 w 10728325"/>
              <a:gd name="connsiteY1982" fmla="*/ 1246298 h 6034088"/>
              <a:gd name="connsiteX1983" fmla="*/ 6794743 w 10728325"/>
              <a:gd name="connsiteY1983" fmla="*/ 1167459 h 6034088"/>
              <a:gd name="connsiteX1984" fmla="*/ 7055339 w 10728325"/>
              <a:gd name="connsiteY1984" fmla="*/ 1161954 h 6034088"/>
              <a:gd name="connsiteX1985" fmla="*/ 7055339 w 10728325"/>
              <a:gd name="connsiteY1985" fmla="*/ 1251833 h 6034088"/>
              <a:gd name="connsiteX1986" fmla="*/ 7145240 w 10728325"/>
              <a:gd name="connsiteY1986" fmla="*/ 1251833 h 6034088"/>
              <a:gd name="connsiteX1987" fmla="*/ 7145240 w 10728325"/>
              <a:gd name="connsiteY1987" fmla="*/ 1161954 h 6034088"/>
              <a:gd name="connsiteX1988" fmla="*/ 7394606 w 10728325"/>
              <a:gd name="connsiteY1988" fmla="*/ 1156443 h 6034088"/>
              <a:gd name="connsiteX1989" fmla="*/ 7394606 w 10728325"/>
              <a:gd name="connsiteY1989" fmla="*/ 1257357 h 6034088"/>
              <a:gd name="connsiteX1990" fmla="*/ 7495515 w 10728325"/>
              <a:gd name="connsiteY1990" fmla="*/ 1257357 h 6034088"/>
              <a:gd name="connsiteX1991" fmla="*/ 7495515 w 10728325"/>
              <a:gd name="connsiteY1991" fmla="*/ 1156443 h 6034088"/>
              <a:gd name="connsiteX1992" fmla="*/ 7733817 w 10728325"/>
              <a:gd name="connsiteY1992" fmla="*/ 1150715 h 6034088"/>
              <a:gd name="connsiteX1993" fmla="*/ 7733817 w 10728325"/>
              <a:gd name="connsiteY1993" fmla="*/ 1262863 h 6034088"/>
              <a:gd name="connsiteX1994" fmla="*/ 7845956 w 10728325"/>
              <a:gd name="connsiteY1994" fmla="*/ 1262863 h 6034088"/>
              <a:gd name="connsiteX1995" fmla="*/ 7845956 w 10728325"/>
              <a:gd name="connsiteY1995" fmla="*/ 1150715 h 6034088"/>
              <a:gd name="connsiteX1996" fmla="*/ 8073027 w 10728325"/>
              <a:gd name="connsiteY1996" fmla="*/ 1145205 h 6034088"/>
              <a:gd name="connsiteX1997" fmla="*/ 8073027 w 10728325"/>
              <a:gd name="connsiteY1997" fmla="*/ 1268392 h 6034088"/>
              <a:gd name="connsiteX1998" fmla="*/ 8196229 w 10728325"/>
              <a:gd name="connsiteY1998" fmla="*/ 1268392 h 6034088"/>
              <a:gd name="connsiteX1999" fmla="*/ 8196229 w 10728325"/>
              <a:gd name="connsiteY1999" fmla="*/ 1145205 h 6034088"/>
              <a:gd name="connsiteX2000" fmla="*/ 8412461 w 10728325"/>
              <a:gd name="connsiteY2000" fmla="*/ 1139700 h 6034088"/>
              <a:gd name="connsiteX2001" fmla="*/ 8412461 w 10728325"/>
              <a:gd name="connsiteY2001" fmla="*/ 1273922 h 6034088"/>
              <a:gd name="connsiteX2002" fmla="*/ 8546726 w 10728325"/>
              <a:gd name="connsiteY2002" fmla="*/ 1273922 h 6034088"/>
              <a:gd name="connsiteX2003" fmla="*/ 8546726 w 10728325"/>
              <a:gd name="connsiteY2003" fmla="*/ 1139700 h 6034088"/>
              <a:gd name="connsiteX2004" fmla="*/ 10648927 w 10728325"/>
              <a:gd name="connsiteY2004" fmla="*/ 1137561 h 6034088"/>
              <a:gd name="connsiteX2005" fmla="*/ 10728325 w 10728325"/>
              <a:gd name="connsiteY2005" fmla="*/ 1137561 h 6034088"/>
              <a:gd name="connsiteX2006" fmla="*/ 10728325 w 10728325"/>
              <a:gd name="connsiteY2006" fmla="*/ 1276116 h 6034088"/>
              <a:gd name="connsiteX2007" fmla="*/ 10648927 w 10728325"/>
              <a:gd name="connsiteY2007" fmla="*/ 1276116 h 6034088"/>
              <a:gd name="connsiteX2008" fmla="*/ 8751728 w 10728325"/>
              <a:gd name="connsiteY2008" fmla="*/ 1134168 h 6034088"/>
              <a:gd name="connsiteX2009" fmla="*/ 8751728 w 10728325"/>
              <a:gd name="connsiteY2009" fmla="*/ 1279429 h 6034088"/>
              <a:gd name="connsiteX2010" fmla="*/ 8897000 w 10728325"/>
              <a:gd name="connsiteY2010" fmla="*/ 1279429 h 6034088"/>
              <a:gd name="connsiteX2011" fmla="*/ 8897000 w 10728325"/>
              <a:gd name="connsiteY2011" fmla="*/ 1134168 h 6034088"/>
              <a:gd name="connsiteX2012" fmla="*/ 10298431 w 10728325"/>
              <a:gd name="connsiteY2012" fmla="*/ 1132032 h 6034088"/>
              <a:gd name="connsiteX2013" fmla="*/ 10448228 w 10728325"/>
              <a:gd name="connsiteY2013" fmla="*/ 1132032 h 6034088"/>
              <a:gd name="connsiteX2014" fmla="*/ 10448228 w 10728325"/>
              <a:gd name="connsiteY2014" fmla="*/ 1281632 h 6034088"/>
              <a:gd name="connsiteX2015" fmla="*/ 10298431 w 10728325"/>
              <a:gd name="connsiteY2015" fmla="*/ 1281632 h 6034088"/>
              <a:gd name="connsiteX2016" fmla="*/ 9091106 w 10728325"/>
              <a:gd name="connsiteY2016" fmla="*/ 1128657 h 6034088"/>
              <a:gd name="connsiteX2017" fmla="*/ 9091106 w 10728325"/>
              <a:gd name="connsiteY2017" fmla="*/ 1284958 h 6034088"/>
              <a:gd name="connsiteX2018" fmla="*/ 9247441 w 10728325"/>
              <a:gd name="connsiteY2018" fmla="*/ 1284958 h 6034088"/>
              <a:gd name="connsiteX2019" fmla="*/ 9247441 w 10728325"/>
              <a:gd name="connsiteY2019" fmla="*/ 1128657 h 6034088"/>
              <a:gd name="connsiteX2020" fmla="*/ 9948157 w 10728325"/>
              <a:gd name="connsiteY2020" fmla="*/ 1126502 h 6034088"/>
              <a:gd name="connsiteX2021" fmla="*/ 10108794 w 10728325"/>
              <a:gd name="connsiteY2021" fmla="*/ 1126502 h 6034088"/>
              <a:gd name="connsiteX2022" fmla="*/ 10108794 w 10728325"/>
              <a:gd name="connsiteY2022" fmla="*/ 1287143 h 6034088"/>
              <a:gd name="connsiteX2023" fmla="*/ 9948157 w 10728325"/>
              <a:gd name="connsiteY2023" fmla="*/ 1287143 h 6034088"/>
              <a:gd name="connsiteX2024" fmla="*/ 9430150 w 10728325"/>
              <a:gd name="connsiteY2024" fmla="*/ 1123148 h 6034088"/>
              <a:gd name="connsiteX2025" fmla="*/ 9430150 w 10728325"/>
              <a:gd name="connsiteY2025" fmla="*/ 1290678 h 6034088"/>
              <a:gd name="connsiteX2026" fmla="*/ 9597716 w 10728325"/>
              <a:gd name="connsiteY2026" fmla="*/ 1290678 h 6034088"/>
              <a:gd name="connsiteX2027" fmla="*/ 9597716 w 10728325"/>
              <a:gd name="connsiteY2027" fmla="*/ 1123148 h 6034088"/>
              <a:gd name="connsiteX2028" fmla="*/ 4510644 w 10728325"/>
              <a:gd name="connsiteY2028" fmla="*/ 1031042 h 6034088"/>
              <a:gd name="connsiteX2029" fmla="*/ 4510644 w 10728325"/>
              <a:gd name="connsiteY2029" fmla="*/ 1037741 h 6034088"/>
              <a:gd name="connsiteX2030" fmla="*/ 4517349 w 10728325"/>
              <a:gd name="connsiteY2030" fmla="*/ 1037741 h 6034088"/>
              <a:gd name="connsiteX2031" fmla="*/ 4517349 w 10728325"/>
              <a:gd name="connsiteY2031" fmla="*/ 1031042 h 6034088"/>
              <a:gd name="connsiteX2032" fmla="*/ 4849872 w 10728325"/>
              <a:gd name="connsiteY2032" fmla="*/ 1025328 h 6034088"/>
              <a:gd name="connsiteX2033" fmla="*/ 4849872 w 10728325"/>
              <a:gd name="connsiteY2033" fmla="*/ 1043268 h 6034088"/>
              <a:gd name="connsiteX2034" fmla="*/ 4867813 w 10728325"/>
              <a:gd name="connsiteY2034" fmla="*/ 1043268 h 6034088"/>
              <a:gd name="connsiteX2035" fmla="*/ 4867813 w 10728325"/>
              <a:gd name="connsiteY2035" fmla="*/ 1025328 h 6034088"/>
              <a:gd name="connsiteX2036" fmla="*/ 5189105 w 10728325"/>
              <a:gd name="connsiteY2036" fmla="*/ 1019822 h 6034088"/>
              <a:gd name="connsiteX2037" fmla="*/ 5189105 w 10728325"/>
              <a:gd name="connsiteY2037" fmla="*/ 1048800 h 6034088"/>
              <a:gd name="connsiteX2038" fmla="*/ 5218081 w 10728325"/>
              <a:gd name="connsiteY2038" fmla="*/ 1048800 h 6034088"/>
              <a:gd name="connsiteX2039" fmla="*/ 5218081 w 10728325"/>
              <a:gd name="connsiteY2039" fmla="*/ 1019822 h 6034088"/>
              <a:gd name="connsiteX2040" fmla="*/ 5528522 w 10728325"/>
              <a:gd name="connsiteY2040" fmla="*/ 1014294 h 6034088"/>
              <a:gd name="connsiteX2041" fmla="*/ 5528522 w 10728325"/>
              <a:gd name="connsiteY2041" fmla="*/ 1054308 h 6034088"/>
              <a:gd name="connsiteX2042" fmla="*/ 5568539 w 10728325"/>
              <a:gd name="connsiteY2042" fmla="*/ 1054308 h 6034088"/>
              <a:gd name="connsiteX2043" fmla="*/ 5568539 w 10728325"/>
              <a:gd name="connsiteY2043" fmla="*/ 1014294 h 6034088"/>
              <a:gd name="connsiteX2044" fmla="*/ 5867738 w 10728325"/>
              <a:gd name="connsiteY2044" fmla="*/ 1008978 h 6034088"/>
              <a:gd name="connsiteX2045" fmla="*/ 5867738 w 10728325"/>
              <a:gd name="connsiteY2045" fmla="*/ 1060034 h 6034088"/>
              <a:gd name="connsiteX2046" fmla="*/ 5918807 w 10728325"/>
              <a:gd name="connsiteY2046" fmla="*/ 1060034 h 6034088"/>
              <a:gd name="connsiteX2047" fmla="*/ 5918807 w 10728325"/>
              <a:gd name="connsiteY2047" fmla="*/ 1008978 h 6034088"/>
              <a:gd name="connsiteX2048" fmla="*/ 6207005 w 10728325"/>
              <a:gd name="connsiteY2048" fmla="*/ 1003265 h 6034088"/>
              <a:gd name="connsiteX2049" fmla="*/ 6207005 w 10728325"/>
              <a:gd name="connsiteY2049" fmla="*/ 1065557 h 6034088"/>
              <a:gd name="connsiteX2050" fmla="*/ 6269248 w 10728325"/>
              <a:gd name="connsiteY2050" fmla="*/ 1065557 h 6034088"/>
              <a:gd name="connsiteX2051" fmla="*/ 6269248 w 10728325"/>
              <a:gd name="connsiteY2051" fmla="*/ 1003265 h 6034088"/>
              <a:gd name="connsiteX2052" fmla="*/ 6546216 w 10728325"/>
              <a:gd name="connsiteY2052" fmla="*/ 997759 h 6034088"/>
              <a:gd name="connsiteX2053" fmla="*/ 6546216 w 10728325"/>
              <a:gd name="connsiteY2053" fmla="*/ 1071088 h 6034088"/>
              <a:gd name="connsiteX2054" fmla="*/ 6619523 w 10728325"/>
              <a:gd name="connsiteY2054" fmla="*/ 1071088 h 6034088"/>
              <a:gd name="connsiteX2055" fmla="*/ 6619523 w 10728325"/>
              <a:gd name="connsiteY2055" fmla="*/ 997759 h 6034088"/>
              <a:gd name="connsiteX2056" fmla="*/ 6885650 w 10728325"/>
              <a:gd name="connsiteY2056" fmla="*/ 992230 h 6034088"/>
              <a:gd name="connsiteX2057" fmla="*/ 6885650 w 10728325"/>
              <a:gd name="connsiteY2057" fmla="*/ 1076594 h 6034088"/>
              <a:gd name="connsiteX2058" fmla="*/ 6970020 w 10728325"/>
              <a:gd name="connsiteY2058" fmla="*/ 1076600 h 6034088"/>
              <a:gd name="connsiteX2059" fmla="*/ 6970020 w 10728325"/>
              <a:gd name="connsiteY2059" fmla="*/ 992230 h 6034088"/>
              <a:gd name="connsiteX2060" fmla="*/ 7224861 w 10728325"/>
              <a:gd name="connsiteY2060" fmla="*/ 986713 h 6034088"/>
              <a:gd name="connsiteX2061" fmla="*/ 7224861 w 10728325"/>
              <a:gd name="connsiteY2061" fmla="*/ 1082125 h 6034088"/>
              <a:gd name="connsiteX2062" fmla="*/ 7320294 w 10728325"/>
              <a:gd name="connsiteY2062" fmla="*/ 1082125 h 6034088"/>
              <a:gd name="connsiteX2063" fmla="*/ 7320294 w 10728325"/>
              <a:gd name="connsiteY2063" fmla="*/ 986713 h 6034088"/>
              <a:gd name="connsiteX2064" fmla="*/ 7564295 w 10728325"/>
              <a:gd name="connsiteY2064" fmla="*/ 981202 h 6034088"/>
              <a:gd name="connsiteX2065" fmla="*/ 7564295 w 10728325"/>
              <a:gd name="connsiteY2065" fmla="*/ 1087650 h 6034088"/>
              <a:gd name="connsiteX2066" fmla="*/ 7670735 w 10728325"/>
              <a:gd name="connsiteY2066" fmla="*/ 1087650 h 6034088"/>
              <a:gd name="connsiteX2067" fmla="*/ 7670735 w 10728325"/>
              <a:gd name="connsiteY2067" fmla="*/ 981202 h 6034088"/>
              <a:gd name="connsiteX2068" fmla="*/ 7903338 w 10728325"/>
              <a:gd name="connsiteY2068" fmla="*/ 975495 h 6034088"/>
              <a:gd name="connsiteX2069" fmla="*/ 7903338 w 10728325"/>
              <a:gd name="connsiteY2069" fmla="*/ 1093179 h 6034088"/>
              <a:gd name="connsiteX2070" fmla="*/ 8021008 w 10728325"/>
              <a:gd name="connsiteY2070" fmla="*/ 1093179 h 6034088"/>
              <a:gd name="connsiteX2071" fmla="*/ 8021008 w 10728325"/>
              <a:gd name="connsiteY2071" fmla="*/ 975495 h 6034088"/>
              <a:gd name="connsiteX2072" fmla="*/ 8242772 w 10728325"/>
              <a:gd name="connsiteY2072" fmla="*/ 969966 h 6034088"/>
              <a:gd name="connsiteX2073" fmla="*/ 8242772 w 10728325"/>
              <a:gd name="connsiteY2073" fmla="*/ 1098691 h 6034088"/>
              <a:gd name="connsiteX2074" fmla="*/ 8371450 w 10728325"/>
              <a:gd name="connsiteY2074" fmla="*/ 1098691 h 6034088"/>
              <a:gd name="connsiteX2075" fmla="*/ 8371450 w 10728325"/>
              <a:gd name="connsiteY2075" fmla="*/ 969966 h 6034088"/>
              <a:gd name="connsiteX2076" fmla="*/ 8581983 w 10728325"/>
              <a:gd name="connsiteY2076" fmla="*/ 964649 h 6034088"/>
              <a:gd name="connsiteX2077" fmla="*/ 8581983 w 10728325"/>
              <a:gd name="connsiteY2077" fmla="*/ 1104411 h 6034088"/>
              <a:gd name="connsiteX2078" fmla="*/ 8721724 w 10728325"/>
              <a:gd name="connsiteY2078" fmla="*/ 1104411 h 6034088"/>
              <a:gd name="connsiteX2079" fmla="*/ 8721724 w 10728325"/>
              <a:gd name="connsiteY2079" fmla="*/ 964649 h 6034088"/>
              <a:gd name="connsiteX2080" fmla="*/ 10473651 w 10728325"/>
              <a:gd name="connsiteY2080" fmla="*/ 962300 h 6034088"/>
              <a:gd name="connsiteX2081" fmla="*/ 10617583 w 10728325"/>
              <a:gd name="connsiteY2081" fmla="*/ 962300 h 6034088"/>
              <a:gd name="connsiteX2082" fmla="*/ 10617583 w 10728325"/>
              <a:gd name="connsiteY2082" fmla="*/ 1106600 h 6034088"/>
              <a:gd name="connsiteX2083" fmla="*/ 10473651 w 10728325"/>
              <a:gd name="connsiteY2083" fmla="*/ 1106600 h 6034088"/>
              <a:gd name="connsiteX2084" fmla="*/ 8921417 w 10728325"/>
              <a:gd name="connsiteY2084" fmla="*/ 959138 h 6034088"/>
              <a:gd name="connsiteX2085" fmla="*/ 8921417 w 10728325"/>
              <a:gd name="connsiteY2085" fmla="*/ 1109936 h 6034088"/>
              <a:gd name="connsiteX2086" fmla="*/ 9072221 w 10728325"/>
              <a:gd name="connsiteY2086" fmla="*/ 1109936 h 6034088"/>
              <a:gd name="connsiteX2087" fmla="*/ 9072221 w 10728325"/>
              <a:gd name="connsiteY2087" fmla="*/ 959138 h 6034088"/>
              <a:gd name="connsiteX2088" fmla="*/ 10123209 w 10728325"/>
              <a:gd name="connsiteY2088" fmla="*/ 956789 h 6034088"/>
              <a:gd name="connsiteX2089" fmla="*/ 10278539 w 10728325"/>
              <a:gd name="connsiteY2089" fmla="*/ 956789 h 6034088"/>
              <a:gd name="connsiteX2090" fmla="*/ 10278539 w 10728325"/>
              <a:gd name="connsiteY2090" fmla="*/ 1112127 h 6034088"/>
              <a:gd name="connsiteX2091" fmla="*/ 10123209 w 10728325"/>
              <a:gd name="connsiteY2091" fmla="*/ 1112127 h 6034088"/>
              <a:gd name="connsiteX2092" fmla="*/ 9260460 w 10728325"/>
              <a:gd name="connsiteY2092" fmla="*/ 953431 h 6034088"/>
              <a:gd name="connsiteX2093" fmla="*/ 9260460 w 10728325"/>
              <a:gd name="connsiteY2093" fmla="*/ 1115471 h 6034088"/>
              <a:gd name="connsiteX2094" fmla="*/ 9422494 w 10728325"/>
              <a:gd name="connsiteY2094" fmla="*/ 1115471 h 6034088"/>
              <a:gd name="connsiteX2095" fmla="*/ 9422494 w 10728325"/>
              <a:gd name="connsiteY2095" fmla="*/ 953431 h 6034088"/>
              <a:gd name="connsiteX2096" fmla="*/ 9772936 w 10728325"/>
              <a:gd name="connsiteY2096" fmla="*/ 951267 h 6034088"/>
              <a:gd name="connsiteX2097" fmla="*/ 9939105 w 10728325"/>
              <a:gd name="connsiteY2097" fmla="*/ 951267 h 6034088"/>
              <a:gd name="connsiteX2098" fmla="*/ 9939105 w 10728325"/>
              <a:gd name="connsiteY2098" fmla="*/ 1117637 h 6034088"/>
              <a:gd name="connsiteX2099" fmla="*/ 9772936 w 10728325"/>
              <a:gd name="connsiteY2099" fmla="*/ 1117637 h 6034088"/>
              <a:gd name="connsiteX2100" fmla="*/ 4680356 w 10728325"/>
              <a:gd name="connsiteY2100" fmla="*/ 856019 h 6034088"/>
              <a:gd name="connsiteX2101" fmla="*/ 4680356 w 10728325"/>
              <a:gd name="connsiteY2101" fmla="*/ 868238 h 6034088"/>
              <a:gd name="connsiteX2102" fmla="*/ 4692576 w 10728325"/>
              <a:gd name="connsiteY2102" fmla="*/ 868238 h 6034088"/>
              <a:gd name="connsiteX2103" fmla="*/ 4692576 w 10728325"/>
              <a:gd name="connsiteY2103" fmla="*/ 856019 h 6034088"/>
              <a:gd name="connsiteX2104" fmla="*/ 5019589 w 10728325"/>
              <a:gd name="connsiteY2104" fmla="*/ 850295 h 6034088"/>
              <a:gd name="connsiteX2105" fmla="*/ 5019589 w 10728325"/>
              <a:gd name="connsiteY2105" fmla="*/ 873750 h 6034088"/>
              <a:gd name="connsiteX2106" fmla="*/ 5043045 w 10728325"/>
              <a:gd name="connsiteY2106" fmla="*/ 873750 h 6034088"/>
              <a:gd name="connsiteX2107" fmla="*/ 5043045 w 10728325"/>
              <a:gd name="connsiteY2107" fmla="*/ 850295 h 6034088"/>
              <a:gd name="connsiteX2108" fmla="*/ 5358816 w 10728325"/>
              <a:gd name="connsiteY2108" fmla="*/ 844783 h 6034088"/>
              <a:gd name="connsiteX2109" fmla="*/ 5358816 w 10728325"/>
              <a:gd name="connsiteY2109" fmla="*/ 879278 h 6034088"/>
              <a:gd name="connsiteX2110" fmla="*/ 5393313 w 10728325"/>
              <a:gd name="connsiteY2110" fmla="*/ 879278 h 6034088"/>
              <a:gd name="connsiteX2111" fmla="*/ 5393313 w 10728325"/>
              <a:gd name="connsiteY2111" fmla="*/ 844783 h 6034088"/>
              <a:gd name="connsiteX2112" fmla="*/ 5698217 w 10728325"/>
              <a:gd name="connsiteY2112" fmla="*/ 839272 h 6034088"/>
              <a:gd name="connsiteX2113" fmla="*/ 5698217 w 10728325"/>
              <a:gd name="connsiteY2113" fmla="*/ 884801 h 6034088"/>
              <a:gd name="connsiteX2114" fmla="*/ 5743754 w 10728325"/>
              <a:gd name="connsiteY2114" fmla="*/ 884801 h 6034088"/>
              <a:gd name="connsiteX2115" fmla="*/ 5743754 w 10728325"/>
              <a:gd name="connsiteY2115" fmla="*/ 839272 h 6034088"/>
              <a:gd name="connsiteX2116" fmla="*/ 6037483 w 10728325"/>
              <a:gd name="connsiteY2116" fmla="*/ 833766 h 6034088"/>
              <a:gd name="connsiteX2117" fmla="*/ 6037483 w 10728325"/>
              <a:gd name="connsiteY2117" fmla="*/ 890336 h 6034088"/>
              <a:gd name="connsiteX2118" fmla="*/ 6094027 w 10728325"/>
              <a:gd name="connsiteY2118" fmla="*/ 890336 h 6034088"/>
              <a:gd name="connsiteX2119" fmla="*/ 6094027 w 10728325"/>
              <a:gd name="connsiteY2119" fmla="*/ 833766 h 6034088"/>
              <a:gd name="connsiteX2120" fmla="*/ 6376694 w 10728325"/>
              <a:gd name="connsiteY2120" fmla="*/ 828037 h 6034088"/>
              <a:gd name="connsiteX2121" fmla="*/ 6376694 w 10728325"/>
              <a:gd name="connsiteY2121" fmla="*/ 895842 h 6034088"/>
              <a:gd name="connsiteX2122" fmla="*/ 6444525 w 10728325"/>
              <a:gd name="connsiteY2122" fmla="*/ 895842 h 6034088"/>
              <a:gd name="connsiteX2123" fmla="*/ 6444525 w 10728325"/>
              <a:gd name="connsiteY2123" fmla="*/ 828037 h 6034088"/>
              <a:gd name="connsiteX2124" fmla="*/ 6715905 w 10728325"/>
              <a:gd name="connsiteY2124" fmla="*/ 822525 h 6034088"/>
              <a:gd name="connsiteX2125" fmla="*/ 6715905 w 10728325"/>
              <a:gd name="connsiteY2125" fmla="*/ 901365 h 6034088"/>
              <a:gd name="connsiteX2126" fmla="*/ 6794743 w 10728325"/>
              <a:gd name="connsiteY2126" fmla="*/ 901365 h 6034088"/>
              <a:gd name="connsiteX2127" fmla="*/ 6794743 w 10728325"/>
              <a:gd name="connsiteY2127" fmla="*/ 822525 h 6034088"/>
              <a:gd name="connsiteX2128" fmla="*/ 7055339 w 10728325"/>
              <a:gd name="connsiteY2128" fmla="*/ 817019 h 6034088"/>
              <a:gd name="connsiteX2129" fmla="*/ 7055339 w 10728325"/>
              <a:gd name="connsiteY2129" fmla="*/ 906892 h 6034088"/>
              <a:gd name="connsiteX2130" fmla="*/ 7145240 w 10728325"/>
              <a:gd name="connsiteY2130" fmla="*/ 906892 h 6034088"/>
              <a:gd name="connsiteX2131" fmla="*/ 7145240 w 10728325"/>
              <a:gd name="connsiteY2131" fmla="*/ 817019 h 6034088"/>
              <a:gd name="connsiteX2132" fmla="*/ 7394606 w 10728325"/>
              <a:gd name="connsiteY2132" fmla="*/ 811502 h 6034088"/>
              <a:gd name="connsiteX2133" fmla="*/ 7394606 w 10728325"/>
              <a:gd name="connsiteY2133" fmla="*/ 912421 h 6034088"/>
              <a:gd name="connsiteX2134" fmla="*/ 7495515 w 10728325"/>
              <a:gd name="connsiteY2134" fmla="*/ 912421 h 6034088"/>
              <a:gd name="connsiteX2135" fmla="*/ 7495515 w 10728325"/>
              <a:gd name="connsiteY2135" fmla="*/ 811502 h 6034088"/>
              <a:gd name="connsiteX2136" fmla="*/ 7733817 w 10728325"/>
              <a:gd name="connsiteY2136" fmla="*/ 805968 h 6034088"/>
              <a:gd name="connsiteX2137" fmla="*/ 7733817 w 10728325"/>
              <a:gd name="connsiteY2137" fmla="*/ 918117 h 6034088"/>
              <a:gd name="connsiteX2138" fmla="*/ 7845956 w 10728325"/>
              <a:gd name="connsiteY2138" fmla="*/ 918117 h 6034088"/>
              <a:gd name="connsiteX2139" fmla="*/ 7845956 w 10728325"/>
              <a:gd name="connsiteY2139" fmla="*/ 805968 h 6034088"/>
              <a:gd name="connsiteX2140" fmla="*/ 8073027 w 10728325"/>
              <a:gd name="connsiteY2140" fmla="*/ 800462 h 6034088"/>
              <a:gd name="connsiteX2141" fmla="*/ 8073027 w 10728325"/>
              <a:gd name="connsiteY2141" fmla="*/ 923646 h 6034088"/>
              <a:gd name="connsiteX2142" fmla="*/ 8196229 w 10728325"/>
              <a:gd name="connsiteY2142" fmla="*/ 923646 h 6034088"/>
              <a:gd name="connsiteX2143" fmla="*/ 8196229 w 10728325"/>
              <a:gd name="connsiteY2143" fmla="*/ 800462 h 6034088"/>
              <a:gd name="connsiteX2144" fmla="*/ 8412461 w 10728325"/>
              <a:gd name="connsiteY2144" fmla="*/ 794951 h 6034088"/>
              <a:gd name="connsiteX2145" fmla="*/ 8412461 w 10728325"/>
              <a:gd name="connsiteY2145" fmla="*/ 929175 h 6034088"/>
              <a:gd name="connsiteX2146" fmla="*/ 8546726 w 10728325"/>
              <a:gd name="connsiteY2146" fmla="*/ 929175 h 6034088"/>
              <a:gd name="connsiteX2147" fmla="*/ 8546726 w 10728325"/>
              <a:gd name="connsiteY2147" fmla="*/ 794951 h 6034088"/>
              <a:gd name="connsiteX2148" fmla="*/ 10648927 w 10728325"/>
              <a:gd name="connsiteY2148" fmla="*/ 792803 h 6034088"/>
              <a:gd name="connsiteX2149" fmla="*/ 10728325 w 10728325"/>
              <a:gd name="connsiteY2149" fmla="*/ 792803 h 6034088"/>
              <a:gd name="connsiteX2150" fmla="*/ 10728325 w 10728325"/>
              <a:gd name="connsiteY2150" fmla="*/ 931172 h 6034088"/>
              <a:gd name="connsiteX2151" fmla="*/ 10648927 w 10728325"/>
              <a:gd name="connsiteY2151" fmla="*/ 931172 h 6034088"/>
              <a:gd name="connsiteX2152" fmla="*/ 8751728 w 10728325"/>
              <a:gd name="connsiteY2152" fmla="*/ 789438 h 6034088"/>
              <a:gd name="connsiteX2153" fmla="*/ 8751728 w 10728325"/>
              <a:gd name="connsiteY2153" fmla="*/ 934702 h 6034088"/>
              <a:gd name="connsiteX2154" fmla="*/ 8897000 w 10728325"/>
              <a:gd name="connsiteY2154" fmla="*/ 934702 h 6034088"/>
              <a:gd name="connsiteX2155" fmla="*/ 8897000 w 10728325"/>
              <a:gd name="connsiteY2155" fmla="*/ 789438 h 6034088"/>
              <a:gd name="connsiteX2156" fmla="*/ 10298431 w 10728325"/>
              <a:gd name="connsiteY2156" fmla="*/ 787274 h 6034088"/>
              <a:gd name="connsiteX2157" fmla="*/ 10448228 w 10728325"/>
              <a:gd name="connsiteY2157" fmla="*/ 787274 h 6034088"/>
              <a:gd name="connsiteX2158" fmla="*/ 10448228 w 10728325"/>
              <a:gd name="connsiteY2158" fmla="*/ 936874 h 6034088"/>
              <a:gd name="connsiteX2159" fmla="*/ 10298431 w 10728325"/>
              <a:gd name="connsiteY2159" fmla="*/ 936874 h 6034088"/>
              <a:gd name="connsiteX2160" fmla="*/ 9091106 w 10728325"/>
              <a:gd name="connsiteY2160" fmla="*/ 783910 h 6034088"/>
              <a:gd name="connsiteX2161" fmla="*/ 9091106 w 10728325"/>
              <a:gd name="connsiteY2161" fmla="*/ 940209 h 6034088"/>
              <a:gd name="connsiteX2162" fmla="*/ 9247441 w 10728325"/>
              <a:gd name="connsiteY2162" fmla="*/ 940209 h 6034088"/>
              <a:gd name="connsiteX2163" fmla="*/ 9247441 w 10728325"/>
              <a:gd name="connsiteY2163" fmla="*/ 783910 h 6034088"/>
              <a:gd name="connsiteX2164" fmla="*/ 9948157 w 10728325"/>
              <a:gd name="connsiteY2164" fmla="*/ 781746 h 6034088"/>
              <a:gd name="connsiteX2165" fmla="*/ 10108794 w 10728325"/>
              <a:gd name="connsiteY2165" fmla="*/ 781746 h 6034088"/>
              <a:gd name="connsiteX2166" fmla="*/ 10108794 w 10728325"/>
              <a:gd name="connsiteY2166" fmla="*/ 942391 h 6034088"/>
              <a:gd name="connsiteX2167" fmla="*/ 9948157 w 10728325"/>
              <a:gd name="connsiteY2167" fmla="*/ 942391 h 6034088"/>
              <a:gd name="connsiteX2168" fmla="*/ 9430150 w 10728325"/>
              <a:gd name="connsiteY2168" fmla="*/ 778198 h 6034088"/>
              <a:gd name="connsiteX2169" fmla="*/ 9430150 w 10728325"/>
              <a:gd name="connsiteY2169" fmla="*/ 945738 h 6034088"/>
              <a:gd name="connsiteX2170" fmla="*/ 9597716 w 10728325"/>
              <a:gd name="connsiteY2170" fmla="*/ 945738 h 6034088"/>
              <a:gd name="connsiteX2171" fmla="*/ 9597716 w 10728325"/>
              <a:gd name="connsiteY2171" fmla="*/ 778198 h 6034088"/>
              <a:gd name="connsiteX2172" fmla="*/ 4510644 w 10728325"/>
              <a:gd name="connsiteY2172" fmla="*/ 686304 h 6034088"/>
              <a:gd name="connsiteX2173" fmla="*/ 4510644 w 10728325"/>
              <a:gd name="connsiteY2173" fmla="*/ 693003 h 6034088"/>
              <a:gd name="connsiteX2174" fmla="*/ 4517349 w 10728325"/>
              <a:gd name="connsiteY2174" fmla="*/ 693003 h 6034088"/>
              <a:gd name="connsiteX2175" fmla="*/ 4517349 w 10728325"/>
              <a:gd name="connsiteY2175" fmla="*/ 686304 h 6034088"/>
              <a:gd name="connsiteX2176" fmla="*/ 4849872 w 10728325"/>
              <a:gd name="connsiteY2176" fmla="*/ 680597 h 6034088"/>
              <a:gd name="connsiteX2177" fmla="*/ 4849872 w 10728325"/>
              <a:gd name="connsiteY2177" fmla="*/ 698532 h 6034088"/>
              <a:gd name="connsiteX2178" fmla="*/ 4867813 w 10728325"/>
              <a:gd name="connsiteY2178" fmla="*/ 698532 h 6034088"/>
              <a:gd name="connsiteX2179" fmla="*/ 4867813 w 10728325"/>
              <a:gd name="connsiteY2179" fmla="*/ 680597 h 6034088"/>
              <a:gd name="connsiteX2180" fmla="*/ 5189105 w 10728325"/>
              <a:gd name="connsiteY2180" fmla="*/ 675086 h 6034088"/>
              <a:gd name="connsiteX2181" fmla="*/ 5189105 w 10728325"/>
              <a:gd name="connsiteY2181" fmla="*/ 704061 h 6034088"/>
              <a:gd name="connsiteX2182" fmla="*/ 5218081 w 10728325"/>
              <a:gd name="connsiteY2182" fmla="*/ 704061 h 6034088"/>
              <a:gd name="connsiteX2183" fmla="*/ 5218081 w 10728325"/>
              <a:gd name="connsiteY2183" fmla="*/ 675086 h 6034088"/>
              <a:gd name="connsiteX2184" fmla="*/ 5528522 w 10728325"/>
              <a:gd name="connsiteY2184" fmla="*/ 669580 h 6034088"/>
              <a:gd name="connsiteX2185" fmla="*/ 5528522 w 10728325"/>
              <a:gd name="connsiteY2185" fmla="*/ 709589 h 6034088"/>
              <a:gd name="connsiteX2186" fmla="*/ 5568539 w 10728325"/>
              <a:gd name="connsiteY2186" fmla="*/ 709589 h 6034088"/>
              <a:gd name="connsiteX2187" fmla="*/ 5568539 w 10728325"/>
              <a:gd name="connsiteY2187" fmla="*/ 669580 h 6034088"/>
              <a:gd name="connsiteX2188" fmla="*/ 5867738 w 10728325"/>
              <a:gd name="connsiteY2188" fmla="*/ 664046 h 6034088"/>
              <a:gd name="connsiteX2189" fmla="*/ 5867738 w 10728325"/>
              <a:gd name="connsiteY2189" fmla="*/ 715096 h 6034088"/>
              <a:gd name="connsiteX2190" fmla="*/ 5918807 w 10728325"/>
              <a:gd name="connsiteY2190" fmla="*/ 715096 h 6034088"/>
              <a:gd name="connsiteX2191" fmla="*/ 5918807 w 10728325"/>
              <a:gd name="connsiteY2191" fmla="*/ 664046 h 6034088"/>
              <a:gd name="connsiteX2192" fmla="*/ 6207005 w 10728325"/>
              <a:gd name="connsiteY2192" fmla="*/ 658339 h 6034088"/>
              <a:gd name="connsiteX2193" fmla="*/ 6207005 w 10728325"/>
              <a:gd name="connsiteY2193" fmla="*/ 720624 h 6034088"/>
              <a:gd name="connsiteX2194" fmla="*/ 6269248 w 10728325"/>
              <a:gd name="connsiteY2194" fmla="*/ 720624 h 6034088"/>
              <a:gd name="connsiteX2195" fmla="*/ 6269248 w 10728325"/>
              <a:gd name="connsiteY2195" fmla="*/ 658339 h 6034088"/>
              <a:gd name="connsiteX2196" fmla="*/ 6546216 w 10728325"/>
              <a:gd name="connsiteY2196" fmla="*/ 652828 h 6034088"/>
              <a:gd name="connsiteX2197" fmla="*/ 6546216 w 10728325"/>
              <a:gd name="connsiteY2197" fmla="*/ 726153 h 6034088"/>
              <a:gd name="connsiteX2198" fmla="*/ 6619523 w 10728325"/>
              <a:gd name="connsiteY2198" fmla="*/ 726153 h 6034088"/>
              <a:gd name="connsiteX2199" fmla="*/ 6619523 w 10728325"/>
              <a:gd name="connsiteY2199" fmla="*/ 652828 h 6034088"/>
              <a:gd name="connsiteX2200" fmla="*/ 6885650 w 10728325"/>
              <a:gd name="connsiteY2200" fmla="*/ 647506 h 6034088"/>
              <a:gd name="connsiteX2201" fmla="*/ 6885650 w 10728325"/>
              <a:gd name="connsiteY2201" fmla="*/ 731866 h 6034088"/>
              <a:gd name="connsiteX2202" fmla="*/ 6970020 w 10728325"/>
              <a:gd name="connsiteY2202" fmla="*/ 731866 h 6034088"/>
              <a:gd name="connsiteX2203" fmla="*/ 6970020 w 10728325"/>
              <a:gd name="connsiteY2203" fmla="*/ 647506 h 6034088"/>
              <a:gd name="connsiteX2204" fmla="*/ 7224861 w 10728325"/>
              <a:gd name="connsiteY2204" fmla="*/ 641978 h 6034088"/>
              <a:gd name="connsiteX2205" fmla="*/ 7224861 w 10728325"/>
              <a:gd name="connsiteY2205" fmla="*/ 737378 h 6034088"/>
              <a:gd name="connsiteX2206" fmla="*/ 7320294 w 10728325"/>
              <a:gd name="connsiteY2206" fmla="*/ 737378 h 6034088"/>
              <a:gd name="connsiteX2207" fmla="*/ 7320294 w 10728325"/>
              <a:gd name="connsiteY2207" fmla="*/ 641978 h 6034088"/>
              <a:gd name="connsiteX2208" fmla="*/ 7564295 w 10728325"/>
              <a:gd name="connsiteY2208" fmla="*/ 636472 h 6034088"/>
              <a:gd name="connsiteX2209" fmla="*/ 7564295 w 10728325"/>
              <a:gd name="connsiteY2209" fmla="*/ 742907 h 6034088"/>
              <a:gd name="connsiteX2210" fmla="*/ 7670735 w 10728325"/>
              <a:gd name="connsiteY2210" fmla="*/ 742907 h 6034088"/>
              <a:gd name="connsiteX2211" fmla="*/ 7670735 w 10728325"/>
              <a:gd name="connsiteY2211" fmla="*/ 636472 h 6034088"/>
              <a:gd name="connsiteX2212" fmla="*/ 7903338 w 10728325"/>
              <a:gd name="connsiteY2212" fmla="*/ 630759 h 6034088"/>
              <a:gd name="connsiteX2213" fmla="*/ 7903338 w 10728325"/>
              <a:gd name="connsiteY2213" fmla="*/ 748429 h 6034088"/>
              <a:gd name="connsiteX2214" fmla="*/ 8021008 w 10728325"/>
              <a:gd name="connsiteY2214" fmla="*/ 748429 h 6034088"/>
              <a:gd name="connsiteX2215" fmla="*/ 8021008 w 10728325"/>
              <a:gd name="connsiteY2215" fmla="*/ 630759 h 6034088"/>
              <a:gd name="connsiteX2216" fmla="*/ 8242772 w 10728325"/>
              <a:gd name="connsiteY2216" fmla="*/ 625253 h 6034088"/>
              <a:gd name="connsiteX2217" fmla="*/ 8242772 w 10728325"/>
              <a:gd name="connsiteY2217" fmla="*/ 753958 h 6034088"/>
              <a:gd name="connsiteX2218" fmla="*/ 8371450 w 10728325"/>
              <a:gd name="connsiteY2218" fmla="*/ 753958 h 6034088"/>
              <a:gd name="connsiteX2219" fmla="*/ 8371450 w 10728325"/>
              <a:gd name="connsiteY2219" fmla="*/ 625253 h 6034088"/>
              <a:gd name="connsiteX2220" fmla="*/ 8581983 w 10728325"/>
              <a:gd name="connsiteY2220" fmla="*/ 619725 h 6034088"/>
              <a:gd name="connsiteX2221" fmla="*/ 8581983 w 10728325"/>
              <a:gd name="connsiteY2221" fmla="*/ 759470 h 6034088"/>
              <a:gd name="connsiteX2222" fmla="*/ 8721724 w 10728325"/>
              <a:gd name="connsiteY2222" fmla="*/ 759470 h 6034088"/>
              <a:gd name="connsiteX2223" fmla="*/ 8721724 w 10728325"/>
              <a:gd name="connsiteY2223" fmla="*/ 619725 h 6034088"/>
              <a:gd name="connsiteX2224" fmla="*/ 10473651 w 10728325"/>
              <a:gd name="connsiteY2224" fmla="*/ 617561 h 6034088"/>
              <a:gd name="connsiteX2225" fmla="*/ 10617583 w 10728325"/>
              <a:gd name="connsiteY2225" fmla="*/ 617561 h 6034088"/>
              <a:gd name="connsiteX2226" fmla="*/ 10617583 w 10728325"/>
              <a:gd name="connsiteY2226" fmla="*/ 761652 h 6034088"/>
              <a:gd name="connsiteX2227" fmla="*/ 10473651 w 10728325"/>
              <a:gd name="connsiteY2227" fmla="*/ 761652 h 6034088"/>
              <a:gd name="connsiteX2228" fmla="*/ 8921417 w 10728325"/>
              <a:gd name="connsiteY2228" fmla="*/ 614209 h 6034088"/>
              <a:gd name="connsiteX2229" fmla="*/ 8921417 w 10728325"/>
              <a:gd name="connsiteY2229" fmla="*/ 764992 h 6034088"/>
              <a:gd name="connsiteX2230" fmla="*/ 9072221 w 10728325"/>
              <a:gd name="connsiteY2230" fmla="*/ 764992 h 6034088"/>
              <a:gd name="connsiteX2231" fmla="*/ 9072221 w 10728325"/>
              <a:gd name="connsiteY2231" fmla="*/ 614209 h 6034088"/>
              <a:gd name="connsiteX2232" fmla="*/ 10123209 w 10728325"/>
              <a:gd name="connsiteY2232" fmla="*/ 612055 h 6034088"/>
              <a:gd name="connsiteX2233" fmla="*/ 10278539 w 10728325"/>
              <a:gd name="connsiteY2233" fmla="*/ 612055 h 6034088"/>
              <a:gd name="connsiteX2234" fmla="*/ 10278539 w 10728325"/>
              <a:gd name="connsiteY2234" fmla="*/ 767180 h 6034088"/>
              <a:gd name="connsiteX2235" fmla="*/ 10123209 w 10728325"/>
              <a:gd name="connsiteY2235" fmla="*/ 767180 h 6034088"/>
              <a:gd name="connsiteX2236" fmla="*/ 9260460 w 10728325"/>
              <a:gd name="connsiteY2236" fmla="*/ 608508 h 6034088"/>
              <a:gd name="connsiteX2237" fmla="*/ 9260460 w 10728325"/>
              <a:gd name="connsiteY2237" fmla="*/ 770521 h 6034088"/>
              <a:gd name="connsiteX2238" fmla="*/ 9422494 w 10728325"/>
              <a:gd name="connsiteY2238" fmla="*/ 770521 h 6034088"/>
              <a:gd name="connsiteX2239" fmla="*/ 9422494 w 10728325"/>
              <a:gd name="connsiteY2239" fmla="*/ 608508 h 6034088"/>
              <a:gd name="connsiteX2240" fmla="*/ 9772936 w 10728325"/>
              <a:gd name="connsiteY2240" fmla="*/ 606532 h 6034088"/>
              <a:gd name="connsiteX2241" fmla="*/ 9939105 w 10728325"/>
              <a:gd name="connsiteY2241" fmla="*/ 606532 h 6034088"/>
              <a:gd name="connsiteX2242" fmla="*/ 9939105 w 10728325"/>
              <a:gd name="connsiteY2242" fmla="*/ 772692 h 6034088"/>
              <a:gd name="connsiteX2243" fmla="*/ 9772936 w 10728325"/>
              <a:gd name="connsiteY2243" fmla="*/ 772692 h 6034088"/>
              <a:gd name="connsiteX2244" fmla="*/ 4680356 w 10728325"/>
              <a:gd name="connsiteY2244" fmla="*/ 511091 h 6034088"/>
              <a:gd name="connsiteX2245" fmla="*/ 4680356 w 10728325"/>
              <a:gd name="connsiteY2245" fmla="*/ 523312 h 6034088"/>
              <a:gd name="connsiteX2246" fmla="*/ 4692576 w 10728325"/>
              <a:gd name="connsiteY2246" fmla="*/ 523312 h 6034088"/>
              <a:gd name="connsiteX2247" fmla="*/ 4692576 w 10728325"/>
              <a:gd name="connsiteY2247" fmla="*/ 511091 h 6034088"/>
              <a:gd name="connsiteX2248" fmla="*/ 5019589 w 10728325"/>
              <a:gd name="connsiteY2248" fmla="*/ 505365 h 6034088"/>
              <a:gd name="connsiteX2249" fmla="*/ 5019589 w 10728325"/>
              <a:gd name="connsiteY2249" fmla="*/ 528820 h 6034088"/>
              <a:gd name="connsiteX2250" fmla="*/ 5043045 w 10728325"/>
              <a:gd name="connsiteY2250" fmla="*/ 528820 h 6034088"/>
              <a:gd name="connsiteX2251" fmla="*/ 5043045 w 10728325"/>
              <a:gd name="connsiteY2251" fmla="*/ 505365 h 6034088"/>
              <a:gd name="connsiteX2252" fmla="*/ 5358816 w 10728325"/>
              <a:gd name="connsiteY2252" fmla="*/ 499857 h 6034088"/>
              <a:gd name="connsiteX2253" fmla="*/ 5358816 w 10728325"/>
              <a:gd name="connsiteY2253" fmla="*/ 534350 h 6034088"/>
              <a:gd name="connsiteX2254" fmla="*/ 5393313 w 10728325"/>
              <a:gd name="connsiteY2254" fmla="*/ 534350 h 6034088"/>
              <a:gd name="connsiteX2255" fmla="*/ 5393313 w 10728325"/>
              <a:gd name="connsiteY2255" fmla="*/ 499857 h 6034088"/>
              <a:gd name="connsiteX2256" fmla="*/ 5698217 w 10728325"/>
              <a:gd name="connsiteY2256" fmla="*/ 494345 h 6034088"/>
              <a:gd name="connsiteX2257" fmla="*/ 5698217 w 10728325"/>
              <a:gd name="connsiteY2257" fmla="*/ 539875 h 6034088"/>
              <a:gd name="connsiteX2258" fmla="*/ 5743754 w 10728325"/>
              <a:gd name="connsiteY2258" fmla="*/ 539875 h 6034088"/>
              <a:gd name="connsiteX2259" fmla="*/ 5743754 w 10728325"/>
              <a:gd name="connsiteY2259" fmla="*/ 494345 h 6034088"/>
              <a:gd name="connsiteX2260" fmla="*/ 6037483 w 10728325"/>
              <a:gd name="connsiteY2260" fmla="*/ 489028 h 6034088"/>
              <a:gd name="connsiteX2261" fmla="*/ 6037483 w 10728325"/>
              <a:gd name="connsiteY2261" fmla="*/ 545596 h 6034088"/>
              <a:gd name="connsiteX2262" fmla="*/ 6094027 w 10728325"/>
              <a:gd name="connsiteY2262" fmla="*/ 545596 h 6034088"/>
              <a:gd name="connsiteX2263" fmla="*/ 6094027 w 10728325"/>
              <a:gd name="connsiteY2263" fmla="*/ 489028 h 6034088"/>
              <a:gd name="connsiteX2264" fmla="*/ 6376694 w 10728325"/>
              <a:gd name="connsiteY2264" fmla="*/ 483319 h 6034088"/>
              <a:gd name="connsiteX2265" fmla="*/ 6376694 w 10728325"/>
              <a:gd name="connsiteY2265" fmla="*/ 551122 h 6034088"/>
              <a:gd name="connsiteX2266" fmla="*/ 6444525 w 10728325"/>
              <a:gd name="connsiteY2266" fmla="*/ 551122 h 6034088"/>
              <a:gd name="connsiteX2267" fmla="*/ 6444525 w 10728325"/>
              <a:gd name="connsiteY2267" fmla="*/ 483319 h 6034088"/>
              <a:gd name="connsiteX2268" fmla="*/ 6715905 w 10728325"/>
              <a:gd name="connsiteY2268" fmla="*/ 477789 h 6034088"/>
              <a:gd name="connsiteX2269" fmla="*/ 6715905 w 10728325"/>
              <a:gd name="connsiteY2269" fmla="*/ 556629 h 6034088"/>
              <a:gd name="connsiteX2270" fmla="*/ 6794743 w 10728325"/>
              <a:gd name="connsiteY2270" fmla="*/ 556629 h 6034088"/>
              <a:gd name="connsiteX2271" fmla="*/ 6794743 w 10728325"/>
              <a:gd name="connsiteY2271" fmla="*/ 477789 h 6034088"/>
              <a:gd name="connsiteX2272" fmla="*/ 7055339 w 10728325"/>
              <a:gd name="connsiteY2272" fmla="*/ 472282 h 6034088"/>
              <a:gd name="connsiteX2273" fmla="*/ 7055339 w 10728325"/>
              <a:gd name="connsiteY2273" fmla="*/ 562159 h 6034088"/>
              <a:gd name="connsiteX2274" fmla="*/ 7145240 w 10728325"/>
              <a:gd name="connsiteY2274" fmla="*/ 562159 h 6034088"/>
              <a:gd name="connsiteX2275" fmla="*/ 7145240 w 10728325"/>
              <a:gd name="connsiteY2275" fmla="*/ 472282 h 6034088"/>
              <a:gd name="connsiteX2276" fmla="*/ 7394606 w 10728325"/>
              <a:gd name="connsiteY2276" fmla="*/ 466768 h 6034088"/>
              <a:gd name="connsiteX2277" fmla="*/ 7394606 w 10728325"/>
              <a:gd name="connsiteY2277" fmla="*/ 567686 h 6034088"/>
              <a:gd name="connsiteX2278" fmla="*/ 7495515 w 10728325"/>
              <a:gd name="connsiteY2278" fmla="*/ 567686 h 6034088"/>
              <a:gd name="connsiteX2279" fmla="*/ 7495515 w 10728325"/>
              <a:gd name="connsiteY2279" fmla="*/ 466768 h 6034088"/>
              <a:gd name="connsiteX2280" fmla="*/ 7733817 w 10728325"/>
              <a:gd name="connsiteY2280" fmla="*/ 461042 h 6034088"/>
              <a:gd name="connsiteX2281" fmla="*/ 7733817 w 10728325"/>
              <a:gd name="connsiteY2281" fmla="*/ 573193 h 6034088"/>
              <a:gd name="connsiteX2282" fmla="*/ 7845956 w 10728325"/>
              <a:gd name="connsiteY2282" fmla="*/ 573193 h 6034088"/>
              <a:gd name="connsiteX2283" fmla="*/ 7845956 w 10728325"/>
              <a:gd name="connsiteY2283" fmla="*/ 461042 h 6034088"/>
              <a:gd name="connsiteX2284" fmla="*/ 8073027 w 10728325"/>
              <a:gd name="connsiteY2284" fmla="*/ 455534 h 6034088"/>
              <a:gd name="connsiteX2285" fmla="*/ 8073027 w 10728325"/>
              <a:gd name="connsiteY2285" fmla="*/ 578722 h 6034088"/>
              <a:gd name="connsiteX2286" fmla="*/ 8196229 w 10728325"/>
              <a:gd name="connsiteY2286" fmla="*/ 578722 h 6034088"/>
              <a:gd name="connsiteX2287" fmla="*/ 8196229 w 10728325"/>
              <a:gd name="connsiteY2287" fmla="*/ 455534 h 6034088"/>
              <a:gd name="connsiteX2288" fmla="*/ 8412461 w 10728325"/>
              <a:gd name="connsiteY2288" fmla="*/ 450021 h 6034088"/>
              <a:gd name="connsiteX2289" fmla="*/ 8412461 w 10728325"/>
              <a:gd name="connsiteY2289" fmla="*/ 584245 h 6034088"/>
              <a:gd name="connsiteX2290" fmla="*/ 8546726 w 10728325"/>
              <a:gd name="connsiteY2290" fmla="*/ 584245 h 6034088"/>
              <a:gd name="connsiteX2291" fmla="*/ 8546726 w 10728325"/>
              <a:gd name="connsiteY2291" fmla="*/ 450021 h 6034088"/>
              <a:gd name="connsiteX2292" fmla="*/ 10648927 w 10728325"/>
              <a:gd name="connsiteY2292" fmla="*/ 447876 h 6034088"/>
              <a:gd name="connsiteX2293" fmla="*/ 10728325 w 10728325"/>
              <a:gd name="connsiteY2293" fmla="*/ 447876 h 6034088"/>
              <a:gd name="connsiteX2294" fmla="*/ 10728325 w 10728325"/>
              <a:gd name="connsiteY2294" fmla="*/ 586439 h 6034088"/>
              <a:gd name="connsiteX2295" fmla="*/ 10648927 w 10728325"/>
              <a:gd name="connsiteY2295" fmla="*/ 586439 h 6034088"/>
              <a:gd name="connsiteX2296" fmla="*/ 8751728 w 10728325"/>
              <a:gd name="connsiteY2296" fmla="*/ 444706 h 6034088"/>
              <a:gd name="connsiteX2297" fmla="*/ 8751728 w 10728325"/>
              <a:gd name="connsiteY2297" fmla="*/ 589970 h 6034088"/>
              <a:gd name="connsiteX2298" fmla="*/ 8897000 w 10728325"/>
              <a:gd name="connsiteY2298" fmla="*/ 589970 h 6034088"/>
              <a:gd name="connsiteX2299" fmla="*/ 8897000 w 10728325"/>
              <a:gd name="connsiteY2299" fmla="*/ 444706 h 6034088"/>
              <a:gd name="connsiteX2300" fmla="*/ 10298431 w 10728325"/>
              <a:gd name="connsiteY2300" fmla="*/ 442351 h 6034088"/>
              <a:gd name="connsiteX2301" fmla="*/ 10448228 w 10728325"/>
              <a:gd name="connsiteY2301" fmla="*/ 442351 h 6034088"/>
              <a:gd name="connsiteX2302" fmla="*/ 10448228 w 10728325"/>
              <a:gd name="connsiteY2302" fmla="*/ 592146 h 6034088"/>
              <a:gd name="connsiteX2303" fmla="*/ 10298431 w 10728325"/>
              <a:gd name="connsiteY2303" fmla="*/ 592146 h 6034088"/>
              <a:gd name="connsiteX2304" fmla="*/ 9091106 w 10728325"/>
              <a:gd name="connsiteY2304" fmla="*/ 439192 h 6034088"/>
              <a:gd name="connsiteX2305" fmla="*/ 9091106 w 10728325"/>
              <a:gd name="connsiteY2305" fmla="*/ 595492 h 6034088"/>
              <a:gd name="connsiteX2306" fmla="*/ 9247441 w 10728325"/>
              <a:gd name="connsiteY2306" fmla="*/ 595492 h 6034088"/>
              <a:gd name="connsiteX2307" fmla="*/ 9247441 w 10728325"/>
              <a:gd name="connsiteY2307" fmla="*/ 439192 h 6034088"/>
              <a:gd name="connsiteX2308" fmla="*/ 9948157 w 10728325"/>
              <a:gd name="connsiteY2308" fmla="*/ 436821 h 6034088"/>
              <a:gd name="connsiteX2309" fmla="*/ 10108794 w 10728325"/>
              <a:gd name="connsiteY2309" fmla="*/ 436821 h 6034088"/>
              <a:gd name="connsiteX2310" fmla="*/ 10108794 w 10728325"/>
              <a:gd name="connsiteY2310" fmla="*/ 597658 h 6034088"/>
              <a:gd name="connsiteX2311" fmla="*/ 9948157 w 10728325"/>
              <a:gd name="connsiteY2311" fmla="*/ 597658 h 6034088"/>
              <a:gd name="connsiteX2312" fmla="*/ 9430150 w 10728325"/>
              <a:gd name="connsiteY2312" fmla="*/ 433466 h 6034088"/>
              <a:gd name="connsiteX2313" fmla="*/ 9430150 w 10728325"/>
              <a:gd name="connsiteY2313" fmla="*/ 601004 h 6034088"/>
              <a:gd name="connsiteX2314" fmla="*/ 9597716 w 10728325"/>
              <a:gd name="connsiteY2314" fmla="*/ 601004 h 6034088"/>
              <a:gd name="connsiteX2315" fmla="*/ 9597716 w 10728325"/>
              <a:gd name="connsiteY2315" fmla="*/ 433466 h 6034088"/>
              <a:gd name="connsiteX2316" fmla="*/ 4510644 w 10728325"/>
              <a:gd name="connsiteY2316" fmla="*/ 341375 h 6034088"/>
              <a:gd name="connsiteX2317" fmla="*/ 4510644 w 10728325"/>
              <a:gd name="connsiteY2317" fmla="*/ 348076 h 6034088"/>
              <a:gd name="connsiteX2318" fmla="*/ 4517349 w 10728325"/>
              <a:gd name="connsiteY2318" fmla="*/ 348076 h 6034088"/>
              <a:gd name="connsiteX2319" fmla="*/ 4517349 w 10728325"/>
              <a:gd name="connsiteY2319" fmla="*/ 341375 h 6034088"/>
              <a:gd name="connsiteX2320" fmla="*/ 4849872 w 10728325"/>
              <a:gd name="connsiteY2320" fmla="*/ 335860 h 6034088"/>
              <a:gd name="connsiteX2321" fmla="*/ 4849872 w 10728325"/>
              <a:gd name="connsiteY2321" fmla="*/ 353796 h 6034088"/>
              <a:gd name="connsiteX2322" fmla="*/ 4867813 w 10728325"/>
              <a:gd name="connsiteY2322" fmla="*/ 353796 h 6034088"/>
              <a:gd name="connsiteX2323" fmla="*/ 4867813 w 10728325"/>
              <a:gd name="connsiteY2323" fmla="*/ 335860 h 6034088"/>
              <a:gd name="connsiteX2324" fmla="*/ 5189105 w 10728325"/>
              <a:gd name="connsiteY2324" fmla="*/ 330348 h 6034088"/>
              <a:gd name="connsiteX2325" fmla="*/ 5189105 w 10728325"/>
              <a:gd name="connsiteY2325" fmla="*/ 359323 h 6034088"/>
              <a:gd name="connsiteX2326" fmla="*/ 5218081 w 10728325"/>
              <a:gd name="connsiteY2326" fmla="*/ 359323 h 6034088"/>
              <a:gd name="connsiteX2327" fmla="*/ 5218081 w 10728325"/>
              <a:gd name="connsiteY2327" fmla="*/ 330348 h 6034088"/>
              <a:gd name="connsiteX2328" fmla="*/ 5528522 w 10728325"/>
              <a:gd name="connsiteY2328" fmla="*/ 324841 h 6034088"/>
              <a:gd name="connsiteX2329" fmla="*/ 5528522 w 10728325"/>
              <a:gd name="connsiteY2329" fmla="*/ 364853 h 6034088"/>
              <a:gd name="connsiteX2330" fmla="*/ 5568539 w 10728325"/>
              <a:gd name="connsiteY2330" fmla="*/ 364853 h 6034088"/>
              <a:gd name="connsiteX2331" fmla="*/ 5568539 w 10728325"/>
              <a:gd name="connsiteY2331" fmla="*/ 324841 h 6034088"/>
              <a:gd name="connsiteX2332" fmla="*/ 5867738 w 10728325"/>
              <a:gd name="connsiteY2332" fmla="*/ 319328 h 6034088"/>
              <a:gd name="connsiteX2333" fmla="*/ 5867738 w 10728325"/>
              <a:gd name="connsiteY2333" fmla="*/ 370378 h 6034088"/>
              <a:gd name="connsiteX2334" fmla="*/ 5918807 w 10728325"/>
              <a:gd name="connsiteY2334" fmla="*/ 370378 h 6034088"/>
              <a:gd name="connsiteX2335" fmla="*/ 5918807 w 10728325"/>
              <a:gd name="connsiteY2335" fmla="*/ 319328 h 6034088"/>
              <a:gd name="connsiteX2336" fmla="*/ 6207005 w 10728325"/>
              <a:gd name="connsiteY2336" fmla="*/ 313601 h 6034088"/>
              <a:gd name="connsiteX2337" fmla="*/ 6207005 w 10728325"/>
              <a:gd name="connsiteY2337" fmla="*/ 375885 h 6034088"/>
              <a:gd name="connsiteX2338" fmla="*/ 6269248 w 10728325"/>
              <a:gd name="connsiteY2338" fmla="*/ 375885 h 6034088"/>
              <a:gd name="connsiteX2339" fmla="*/ 6269248 w 10728325"/>
              <a:gd name="connsiteY2339" fmla="*/ 313601 h 6034088"/>
              <a:gd name="connsiteX2340" fmla="*/ 6546216 w 10728325"/>
              <a:gd name="connsiteY2340" fmla="*/ 308094 h 6034088"/>
              <a:gd name="connsiteX2341" fmla="*/ 6546216 w 10728325"/>
              <a:gd name="connsiteY2341" fmla="*/ 381416 h 6034088"/>
              <a:gd name="connsiteX2342" fmla="*/ 6619523 w 10728325"/>
              <a:gd name="connsiteY2342" fmla="*/ 381416 h 6034088"/>
              <a:gd name="connsiteX2343" fmla="*/ 6619523 w 10728325"/>
              <a:gd name="connsiteY2343" fmla="*/ 308094 h 6034088"/>
              <a:gd name="connsiteX2344" fmla="*/ 6885650 w 10728325"/>
              <a:gd name="connsiteY2344" fmla="*/ 302581 h 6034088"/>
              <a:gd name="connsiteX2345" fmla="*/ 6885650 w 10728325"/>
              <a:gd name="connsiteY2345" fmla="*/ 386941 h 6034088"/>
              <a:gd name="connsiteX2346" fmla="*/ 6970020 w 10728325"/>
              <a:gd name="connsiteY2346" fmla="*/ 386941 h 6034088"/>
              <a:gd name="connsiteX2347" fmla="*/ 6970020 w 10728325"/>
              <a:gd name="connsiteY2347" fmla="*/ 302581 h 6034088"/>
              <a:gd name="connsiteX2348" fmla="*/ 7224861 w 10728325"/>
              <a:gd name="connsiteY2348" fmla="*/ 297052 h 6034088"/>
              <a:gd name="connsiteX2349" fmla="*/ 7224861 w 10728325"/>
              <a:gd name="connsiteY2349" fmla="*/ 392448 h 6034088"/>
              <a:gd name="connsiteX2350" fmla="*/ 7320294 w 10728325"/>
              <a:gd name="connsiteY2350" fmla="*/ 392448 h 6034088"/>
              <a:gd name="connsiteX2351" fmla="*/ 7320294 w 10728325"/>
              <a:gd name="connsiteY2351" fmla="*/ 297052 h 6034088"/>
              <a:gd name="connsiteX2352" fmla="*/ 7564295 w 10728325"/>
              <a:gd name="connsiteY2352" fmla="*/ 291545 h 6034088"/>
              <a:gd name="connsiteX2353" fmla="*/ 7564295 w 10728325"/>
              <a:gd name="connsiteY2353" fmla="*/ 397979 h 6034088"/>
              <a:gd name="connsiteX2354" fmla="*/ 7670735 w 10728325"/>
              <a:gd name="connsiteY2354" fmla="*/ 397979 h 6034088"/>
              <a:gd name="connsiteX2355" fmla="*/ 7670735 w 10728325"/>
              <a:gd name="connsiteY2355" fmla="*/ 291545 h 6034088"/>
              <a:gd name="connsiteX2356" fmla="*/ 7903338 w 10728325"/>
              <a:gd name="connsiteY2356" fmla="*/ 286025 h 6034088"/>
              <a:gd name="connsiteX2357" fmla="*/ 7903338 w 10728325"/>
              <a:gd name="connsiteY2357" fmla="*/ 403694 h 6034088"/>
              <a:gd name="connsiteX2358" fmla="*/ 8021008 w 10728325"/>
              <a:gd name="connsiteY2358" fmla="*/ 403694 h 6034088"/>
              <a:gd name="connsiteX2359" fmla="*/ 8021008 w 10728325"/>
              <a:gd name="connsiteY2359" fmla="*/ 286025 h 6034088"/>
              <a:gd name="connsiteX2360" fmla="*/ 8242772 w 10728325"/>
              <a:gd name="connsiteY2360" fmla="*/ 280518 h 6034088"/>
              <a:gd name="connsiteX2361" fmla="*/ 8242772 w 10728325"/>
              <a:gd name="connsiteY2361" fmla="*/ 409226 h 6034088"/>
              <a:gd name="connsiteX2362" fmla="*/ 8371450 w 10728325"/>
              <a:gd name="connsiteY2362" fmla="*/ 409226 h 6034088"/>
              <a:gd name="connsiteX2363" fmla="*/ 8371450 w 10728325"/>
              <a:gd name="connsiteY2363" fmla="*/ 280518 h 6034088"/>
              <a:gd name="connsiteX2364" fmla="*/ 8581983 w 10728325"/>
              <a:gd name="connsiteY2364" fmla="*/ 275006 h 6034088"/>
              <a:gd name="connsiteX2365" fmla="*/ 8581983 w 10728325"/>
              <a:gd name="connsiteY2365" fmla="*/ 414751 h 6034088"/>
              <a:gd name="connsiteX2366" fmla="*/ 8721724 w 10728325"/>
              <a:gd name="connsiteY2366" fmla="*/ 414751 h 6034088"/>
              <a:gd name="connsiteX2367" fmla="*/ 8721724 w 10728325"/>
              <a:gd name="connsiteY2367" fmla="*/ 275006 h 6034088"/>
              <a:gd name="connsiteX2368" fmla="*/ 10473651 w 10728325"/>
              <a:gd name="connsiteY2368" fmla="*/ 272851 h 6034088"/>
              <a:gd name="connsiteX2369" fmla="*/ 10617583 w 10728325"/>
              <a:gd name="connsiteY2369" fmla="*/ 272851 h 6034088"/>
              <a:gd name="connsiteX2370" fmla="*/ 10617583 w 10728325"/>
              <a:gd name="connsiteY2370" fmla="*/ 416916 h 6034088"/>
              <a:gd name="connsiteX2371" fmla="*/ 10473651 w 10728325"/>
              <a:gd name="connsiteY2371" fmla="*/ 416916 h 6034088"/>
              <a:gd name="connsiteX2372" fmla="*/ 8921417 w 10728325"/>
              <a:gd name="connsiteY2372" fmla="*/ 269476 h 6034088"/>
              <a:gd name="connsiteX2373" fmla="*/ 8921417 w 10728325"/>
              <a:gd name="connsiteY2373" fmla="*/ 420258 h 6034088"/>
              <a:gd name="connsiteX2374" fmla="*/ 9072221 w 10728325"/>
              <a:gd name="connsiteY2374" fmla="*/ 420258 h 6034088"/>
              <a:gd name="connsiteX2375" fmla="*/ 9072221 w 10728325"/>
              <a:gd name="connsiteY2375" fmla="*/ 269476 h 6034088"/>
              <a:gd name="connsiteX2376" fmla="*/ 10123209 w 10728325"/>
              <a:gd name="connsiteY2376" fmla="*/ 267321 h 6034088"/>
              <a:gd name="connsiteX2377" fmla="*/ 10278539 w 10728325"/>
              <a:gd name="connsiteY2377" fmla="*/ 267321 h 6034088"/>
              <a:gd name="connsiteX2378" fmla="*/ 10278539 w 10728325"/>
              <a:gd name="connsiteY2378" fmla="*/ 422445 h 6034088"/>
              <a:gd name="connsiteX2379" fmla="*/ 10123209 w 10728325"/>
              <a:gd name="connsiteY2379" fmla="*/ 422445 h 6034088"/>
              <a:gd name="connsiteX2380" fmla="*/ 9260460 w 10728325"/>
              <a:gd name="connsiteY2380" fmla="*/ 263772 h 6034088"/>
              <a:gd name="connsiteX2381" fmla="*/ 9260460 w 10728325"/>
              <a:gd name="connsiteY2381" fmla="*/ 425789 h 6034088"/>
              <a:gd name="connsiteX2382" fmla="*/ 9422494 w 10728325"/>
              <a:gd name="connsiteY2382" fmla="*/ 425789 h 6034088"/>
              <a:gd name="connsiteX2383" fmla="*/ 9422494 w 10728325"/>
              <a:gd name="connsiteY2383" fmla="*/ 263772 h 6034088"/>
              <a:gd name="connsiteX2384" fmla="*/ 9772936 w 10728325"/>
              <a:gd name="connsiteY2384" fmla="*/ 261605 h 6034088"/>
              <a:gd name="connsiteX2385" fmla="*/ 9939105 w 10728325"/>
              <a:gd name="connsiteY2385" fmla="*/ 261605 h 6034088"/>
              <a:gd name="connsiteX2386" fmla="*/ 9939105 w 10728325"/>
              <a:gd name="connsiteY2386" fmla="*/ 427958 h 6034088"/>
              <a:gd name="connsiteX2387" fmla="*/ 9772936 w 10728325"/>
              <a:gd name="connsiteY2387" fmla="*/ 427958 h 6034088"/>
              <a:gd name="connsiteX2388" fmla="*/ 4680356 w 10728325"/>
              <a:gd name="connsiteY2388" fmla="*/ 166354 h 6034088"/>
              <a:gd name="connsiteX2389" fmla="*/ 4680356 w 10728325"/>
              <a:gd name="connsiteY2389" fmla="*/ 178575 h 6034088"/>
              <a:gd name="connsiteX2390" fmla="*/ 4692576 w 10728325"/>
              <a:gd name="connsiteY2390" fmla="*/ 178575 h 6034088"/>
              <a:gd name="connsiteX2391" fmla="*/ 4692576 w 10728325"/>
              <a:gd name="connsiteY2391" fmla="*/ 166354 h 6034088"/>
              <a:gd name="connsiteX2392" fmla="*/ 5019589 w 10728325"/>
              <a:gd name="connsiteY2392" fmla="*/ 160649 h 6034088"/>
              <a:gd name="connsiteX2393" fmla="*/ 5019589 w 10728325"/>
              <a:gd name="connsiteY2393" fmla="*/ 184104 h 6034088"/>
              <a:gd name="connsiteX2394" fmla="*/ 5043045 w 10728325"/>
              <a:gd name="connsiteY2394" fmla="*/ 184104 h 6034088"/>
              <a:gd name="connsiteX2395" fmla="*/ 5043045 w 10728325"/>
              <a:gd name="connsiteY2395" fmla="*/ 160649 h 6034088"/>
              <a:gd name="connsiteX2396" fmla="*/ 5358816 w 10728325"/>
              <a:gd name="connsiteY2396" fmla="*/ 155121 h 6034088"/>
              <a:gd name="connsiteX2397" fmla="*/ 5358816 w 10728325"/>
              <a:gd name="connsiteY2397" fmla="*/ 189614 h 6034088"/>
              <a:gd name="connsiteX2398" fmla="*/ 5393313 w 10728325"/>
              <a:gd name="connsiteY2398" fmla="*/ 189614 h 6034088"/>
              <a:gd name="connsiteX2399" fmla="*/ 5393313 w 10728325"/>
              <a:gd name="connsiteY2399" fmla="*/ 155121 h 6034088"/>
              <a:gd name="connsiteX2400" fmla="*/ 5698217 w 10728325"/>
              <a:gd name="connsiteY2400" fmla="*/ 149608 h 6034088"/>
              <a:gd name="connsiteX2401" fmla="*/ 5698217 w 10728325"/>
              <a:gd name="connsiteY2401" fmla="*/ 195139 h 6034088"/>
              <a:gd name="connsiteX2402" fmla="*/ 5743754 w 10728325"/>
              <a:gd name="connsiteY2402" fmla="*/ 195139 h 6034088"/>
              <a:gd name="connsiteX2403" fmla="*/ 5743754 w 10728325"/>
              <a:gd name="connsiteY2403" fmla="*/ 149608 h 6034088"/>
              <a:gd name="connsiteX2404" fmla="*/ 6037483 w 10728325"/>
              <a:gd name="connsiteY2404" fmla="*/ 144100 h 6034088"/>
              <a:gd name="connsiteX2405" fmla="*/ 6037483 w 10728325"/>
              <a:gd name="connsiteY2405" fmla="*/ 200668 h 6034088"/>
              <a:gd name="connsiteX2406" fmla="*/ 6094027 w 10728325"/>
              <a:gd name="connsiteY2406" fmla="*/ 200668 h 6034088"/>
              <a:gd name="connsiteX2407" fmla="*/ 6094027 w 10728325"/>
              <a:gd name="connsiteY2407" fmla="*/ 144100 h 6034088"/>
              <a:gd name="connsiteX2408" fmla="*/ 6376694 w 10728325"/>
              <a:gd name="connsiteY2408" fmla="*/ 138390 h 6034088"/>
              <a:gd name="connsiteX2409" fmla="*/ 6376694 w 10728325"/>
              <a:gd name="connsiteY2409" fmla="*/ 206193 h 6034088"/>
              <a:gd name="connsiteX2410" fmla="*/ 6444525 w 10728325"/>
              <a:gd name="connsiteY2410" fmla="*/ 206193 h 6034088"/>
              <a:gd name="connsiteX2411" fmla="*/ 6444525 w 10728325"/>
              <a:gd name="connsiteY2411" fmla="*/ 138390 h 6034088"/>
              <a:gd name="connsiteX2412" fmla="*/ 6715905 w 10728325"/>
              <a:gd name="connsiteY2412" fmla="*/ 132862 h 6034088"/>
              <a:gd name="connsiteX2413" fmla="*/ 6715905 w 10728325"/>
              <a:gd name="connsiteY2413" fmla="*/ 211703 h 6034088"/>
              <a:gd name="connsiteX2414" fmla="*/ 6794743 w 10728325"/>
              <a:gd name="connsiteY2414" fmla="*/ 211703 h 6034088"/>
              <a:gd name="connsiteX2415" fmla="*/ 6794743 w 10728325"/>
              <a:gd name="connsiteY2415" fmla="*/ 132862 h 6034088"/>
              <a:gd name="connsiteX2416" fmla="*/ 7055339 w 10728325"/>
              <a:gd name="connsiteY2416" fmla="*/ 127545 h 6034088"/>
              <a:gd name="connsiteX2417" fmla="*/ 7055339 w 10728325"/>
              <a:gd name="connsiteY2417" fmla="*/ 217424 h 6034088"/>
              <a:gd name="connsiteX2418" fmla="*/ 7145240 w 10728325"/>
              <a:gd name="connsiteY2418" fmla="*/ 217424 h 6034088"/>
              <a:gd name="connsiteX2419" fmla="*/ 7145240 w 10728325"/>
              <a:gd name="connsiteY2419" fmla="*/ 127545 h 6034088"/>
              <a:gd name="connsiteX2420" fmla="*/ 7394606 w 10728325"/>
              <a:gd name="connsiteY2420" fmla="*/ 122031 h 6034088"/>
              <a:gd name="connsiteX2421" fmla="*/ 7394606 w 10728325"/>
              <a:gd name="connsiteY2421" fmla="*/ 222948 h 6034088"/>
              <a:gd name="connsiteX2422" fmla="*/ 7495515 w 10728325"/>
              <a:gd name="connsiteY2422" fmla="*/ 222948 h 6034088"/>
              <a:gd name="connsiteX2423" fmla="*/ 7495515 w 10728325"/>
              <a:gd name="connsiteY2423" fmla="*/ 122031 h 6034088"/>
              <a:gd name="connsiteX2424" fmla="*/ 7733817 w 10728325"/>
              <a:gd name="connsiteY2424" fmla="*/ 116328 h 6034088"/>
              <a:gd name="connsiteX2425" fmla="*/ 7733817 w 10728325"/>
              <a:gd name="connsiteY2425" fmla="*/ 228478 h 6034088"/>
              <a:gd name="connsiteX2426" fmla="*/ 7845956 w 10728325"/>
              <a:gd name="connsiteY2426" fmla="*/ 228478 h 6034088"/>
              <a:gd name="connsiteX2427" fmla="*/ 7845956 w 10728325"/>
              <a:gd name="connsiteY2427" fmla="*/ 116328 h 6034088"/>
              <a:gd name="connsiteX2428" fmla="*/ 8073027 w 10728325"/>
              <a:gd name="connsiteY2428" fmla="*/ 110799 h 6034088"/>
              <a:gd name="connsiteX2429" fmla="*/ 8073027 w 10728325"/>
              <a:gd name="connsiteY2429" fmla="*/ 233987 h 6034088"/>
              <a:gd name="connsiteX2430" fmla="*/ 8196229 w 10728325"/>
              <a:gd name="connsiteY2430" fmla="*/ 233987 h 6034088"/>
              <a:gd name="connsiteX2431" fmla="*/ 8196229 w 10728325"/>
              <a:gd name="connsiteY2431" fmla="*/ 110799 h 6034088"/>
              <a:gd name="connsiteX2432" fmla="*/ 8412461 w 10728325"/>
              <a:gd name="connsiteY2432" fmla="*/ 105286 h 6034088"/>
              <a:gd name="connsiteX2433" fmla="*/ 8412461 w 10728325"/>
              <a:gd name="connsiteY2433" fmla="*/ 239512 h 6034088"/>
              <a:gd name="connsiteX2434" fmla="*/ 8546726 w 10728325"/>
              <a:gd name="connsiteY2434" fmla="*/ 239512 h 6034088"/>
              <a:gd name="connsiteX2435" fmla="*/ 8546726 w 10728325"/>
              <a:gd name="connsiteY2435" fmla="*/ 105286 h 6034088"/>
              <a:gd name="connsiteX2436" fmla="*/ 10648927 w 10728325"/>
              <a:gd name="connsiteY2436" fmla="*/ 103143 h 6034088"/>
              <a:gd name="connsiteX2437" fmla="*/ 10728325 w 10728325"/>
              <a:gd name="connsiteY2437" fmla="*/ 103143 h 6034088"/>
              <a:gd name="connsiteX2438" fmla="*/ 10728325 w 10728325"/>
              <a:gd name="connsiteY2438" fmla="*/ 241513 h 6034088"/>
              <a:gd name="connsiteX2439" fmla="*/ 10648927 w 10728325"/>
              <a:gd name="connsiteY2439" fmla="*/ 241513 h 6034088"/>
              <a:gd name="connsiteX2440" fmla="*/ 8751728 w 10728325"/>
              <a:gd name="connsiteY2440" fmla="*/ 99779 h 6034088"/>
              <a:gd name="connsiteX2441" fmla="*/ 8751728 w 10728325"/>
              <a:gd name="connsiteY2441" fmla="*/ 245043 h 6034088"/>
              <a:gd name="connsiteX2442" fmla="*/ 8897000 w 10728325"/>
              <a:gd name="connsiteY2442" fmla="*/ 245043 h 6034088"/>
              <a:gd name="connsiteX2443" fmla="*/ 8897000 w 10728325"/>
              <a:gd name="connsiteY2443" fmla="*/ 99780 h 6034088"/>
              <a:gd name="connsiteX2444" fmla="*/ 10298431 w 10728325"/>
              <a:gd name="connsiteY2444" fmla="*/ 97619 h 6034088"/>
              <a:gd name="connsiteX2445" fmla="*/ 10448228 w 10728325"/>
              <a:gd name="connsiteY2445" fmla="*/ 97619 h 6034088"/>
              <a:gd name="connsiteX2446" fmla="*/ 10448228 w 10728325"/>
              <a:gd name="connsiteY2446" fmla="*/ 247222 h 6034088"/>
              <a:gd name="connsiteX2447" fmla="*/ 10298431 w 10728325"/>
              <a:gd name="connsiteY2447" fmla="*/ 247222 h 6034088"/>
              <a:gd name="connsiteX2448" fmla="*/ 9091106 w 10728325"/>
              <a:gd name="connsiteY2448" fmla="*/ 94266 h 6034088"/>
              <a:gd name="connsiteX2449" fmla="*/ 9091106 w 10728325"/>
              <a:gd name="connsiteY2449" fmla="*/ 250566 h 6034088"/>
              <a:gd name="connsiteX2450" fmla="*/ 9247441 w 10728325"/>
              <a:gd name="connsiteY2450" fmla="*/ 250566 h 6034088"/>
              <a:gd name="connsiteX2451" fmla="*/ 9247441 w 10728325"/>
              <a:gd name="connsiteY2451" fmla="*/ 94266 h 6034088"/>
              <a:gd name="connsiteX2452" fmla="*/ 9948157 w 10728325"/>
              <a:gd name="connsiteY2452" fmla="*/ 92110 h 6034088"/>
              <a:gd name="connsiteX2453" fmla="*/ 10108794 w 10728325"/>
              <a:gd name="connsiteY2453" fmla="*/ 92110 h 6034088"/>
              <a:gd name="connsiteX2454" fmla="*/ 10108794 w 10728325"/>
              <a:gd name="connsiteY2454" fmla="*/ 252730 h 6034088"/>
              <a:gd name="connsiteX2455" fmla="*/ 9948157 w 10728325"/>
              <a:gd name="connsiteY2455" fmla="*/ 252730 h 6034088"/>
              <a:gd name="connsiteX2456" fmla="*/ 9430150 w 10728325"/>
              <a:gd name="connsiteY2456" fmla="*/ 88540 h 6034088"/>
              <a:gd name="connsiteX2457" fmla="*/ 9430150 w 10728325"/>
              <a:gd name="connsiteY2457" fmla="*/ 256075 h 6034088"/>
              <a:gd name="connsiteX2458" fmla="*/ 9597716 w 10728325"/>
              <a:gd name="connsiteY2458" fmla="*/ 256075 h 6034088"/>
              <a:gd name="connsiteX2459" fmla="*/ 9597716 w 10728325"/>
              <a:gd name="connsiteY2459" fmla="*/ 88540 h 6034088"/>
              <a:gd name="connsiteX2460" fmla="*/ 10473651 w 10728325"/>
              <a:gd name="connsiteY2460" fmla="*/ 0 h 6034088"/>
              <a:gd name="connsiteX2461" fmla="*/ 10617583 w 10728325"/>
              <a:gd name="connsiteY2461" fmla="*/ 0 h 6034088"/>
              <a:gd name="connsiteX2462" fmla="*/ 10617583 w 10728325"/>
              <a:gd name="connsiteY2462" fmla="*/ 72203 h 6034088"/>
              <a:gd name="connsiteX2463" fmla="*/ 10473651 w 10728325"/>
              <a:gd name="connsiteY2463" fmla="*/ 72203 h 6034088"/>
              <a:gd name="connsiteX2464" fmla="*/ 10123209 w 10728325"/>
              <a:gd name="connsiteY2464" fmla="*/ 0 h 6034088"/>
              <a:gd name="connsiteX2465" fmla="*/ 10278539 w 10728325"/>
              <a:gd name="connsiteY2465" fmla="*/ 0 h 6034088"/>
              <a:gd name="connsiteX2466" fmla="*/ 10278539 w 10728325"/>
              <a:gd name="connsiteY2466" fmla="*/ 77711 h 6034088"/>
              <a:gd name="connsiteX2467" fmla="*/ 10123209 w 10728325"/>
              <a:gd name="connsiteY2467" fmla="*/ 77711 h 6034088"/>
              <a:gd name="connsiteX2468" fmla="*/ 9772936 w 10728325"/>
              <a:gd name="connsiteY2468" fmla="*/ 0 h 6034088"/>
              <a:gd name="connsiteX2469" fmla="*/ 9939105 w 10728325"/>
              <a:gd name="connsiteY2469" fmla="*/ 0 h 6034088"/>
              <a:gd name="connsiteX2470" fmla="*/ 9939105 w 10728325"/>
              <a:gd name="connsiteY2470" fmla="*/ 83033 h 6034088"/>
              <a:gd name="connsiteX2471" fmla="*/ 9772936 w 10728325"/>
              <a:gd name="connsiteY2471" fmla="*/ 83033 h 6034088"/>
              <a:gd name="connsiteX2472" fmla="*/ 0 w 10728325"/>
              <a:gd name="connsiteY2472" fmla="*/ 0 h 6034088"/>
              <a:gd name="connsiteX2473" fmla="*/ 4510644 w 10728325"/>
              <a:gd name="connsiteY2473" fmla="*/ 0 h 6034088"/>
              <a:gd name="connsiteX2474" fmla="*/ 4510644 w 10728325"/>
              <a:gd name="connsiteY2474" fmla="*/ 3423 h 6034088"/>
              <a:gd name="connsiteX2475" fmla="*/ 4517349 w 10728325"/>
              <a:gd name="connsiteY2475" fmla="*/ 3423 h 6034088"/>
              <a:gd name="connsiteX2476" fmla="*/ 4517349 w 10728325"/>
              <a:gd name="connsiteY2476" fmla="*/ 0 h 6034088"/>
              <a:gd name="connsiteX2477" fmla="*/ 4849872 w 10728325"/>
              <a:gd name="connsiteY2477" fmla="*/ 0 h 6034088"/>
              <a:gd name="connsiteX2478" fmla="*/ 4849872 w 10728325"/>
              <a:gd name="connsiteY2478" fmla="*/ 8869 h 6034088"/>
              <a:gd name="connsiteX2479" fmla="*/ 4867813 w 10728325"/>
              <a:gd name="connsiteY2479" fmla="*/ 8869 h 6034088"/>
              <a:gd name="connsiteX2480" fmla="*/ 4867813 w 10728325"/>
              <a:gd name="connsiteY2480" fmla="*/ 0 h 6034088"/>
              <a:gd name="connsiteX2481" fmla="*/ 5189105 w 10728325"/>
              <a:gd name="connsiteY2481" fmla="*/ 0 h 6034088"/>
              <a:gd name="connsiteX2482" fmla="*/ 5189105 w 10728325"/>
              <a:gd name="connsiteY2482" fmla="*/ 14395 h 6034088"/>
              <a:gd name="connsiteX2483" fmla="*/ 5218081 w 10728325"/>
              <a:gd name="connsiteY2483" fmla="*/ 14395 h 6034088"/>
              <a:gd name="connsiteX2484" fmla="*/ 5218081 w 10728325"/>
              <a:gd name="connsiteY2484" fmla="*/ 0 h 6034088"/>
              <a:gd name="connsiteX2485" fmla="*/ 5528522 w 10728325"/>
              <a:gd name="connsiteY2485" fmla="*/ 0 h 6034088"/>
              <a:gd name="connsiteX2486" fmla="*/ 5528522 w 10728325"/>
              <a:gd name="connsiteY2486" fmla="*/ 19926 h 6034088"/>
              <a:gd name="connsiteX2487" fmla="*/ 5568539 w 10728325"/>
              <a:gd name="connsiteY2487" fmla="*/ 19926 h 6034088"/>
              <a:gd name="connsiteX2488" fmla="*/ 5568539 w 10728325"/>
              <a:gd name="connsiteY2488" fmla="*/ 0 h 6034088"/>
              <a:gd name="connsiteX2489" fmla="*/ 5867738 w 10728325"/>
              <a:gd name="connsiteY2489" fmla="*/ 0 h 6034088"/>
              <a:gd name="connsiteX2490" fmla="*/ 5867738 w 10728325"/>
              <a:gd name="connsiteY2490" fmla="*/ 25450 h 6034088"/>
              <a:gd name="connsiteX2491" fmla="*/ 5918807 w 10728325"/>
              <a:gd name="connsiteY2491" fmla="*/ 25450 h 6034088"/>
              <a:gd name="connsiteX2492" fmla="*/ 5918807 w 10728325"/>
              <a:gd name="connsiteY2492" fmla="*/ 0 h 6034088"/>
              <a:gd name="connsiteX2493" fmla="*/ 6207005 w 10728325"/>
              <a:gd name="connsiteY2493" fmla="*/ 0 h 6034088"/>
              <a:gd name="connsiteX2494" fmla="*/ 6207005 w 10728325"/>
              <a:gd name="connsiteY2494" fmla="*/ 31156 h 6034088"/>
              <a:gd name="connsiteX2495" fmla="*/ 6269248 w 10728325"/>
              <a:gd name="connsiteY2495" fmla="*/ 31156 h 6034088"/>
              <a:gd name="connsiteX2496" fmla="*/ 6269248 w 10728325"/>
              <a:gd name="connsiteY2496" fmla="*/ 0 h 6034088"/>
              <a:gd name="connsiteX2497" fmla="*/ 6546216 w 10728325"/>
              <a:gd name="connsiteY2497" fmla="*/ 0 h 6034088"/>
              <a:gd name="connsiteX2498" fmla="*/ 6546216 w 10728325"/>
              <a:gd name="connsiteY2498" fmla="*/ 36681 h 6034088"/>
              <a:gd name="connsiteX2499" fmla="*/ 6619523 w 10728325"/>
              <a:gd name="connsiteY2499" fmla="*/ 36681 h 6034088"/>
              <a:gd name="connsiteX2500" fmla="*/ 6619523 w 10728325"/>
              <a:gd name="connsiteY2500" fmla="*/ 0 h 6034088"/>
              <a:gd name="connsiteX2501" fmla="*/ 6885650 w 10728325"/>
              <a:gd name="connsiteY2501" fmla="*/ 0 h 6034088"/>
              <a:gd name="connsiteX2502" fmla="*/ 6885650 w 10728325"/>
              <a:gd name="connsiteY2502" fmla="*/ 42206 h 6034088"/>
              <a:gd name="connsiteX2503" fmla="*/ 6970020 w 10728325"/>
              <a:gd name="connsiteY2503" fmla="*/ 42206 h 6034088"/>
              <a:gd name="connsiteX2504" fmla="*/ 6970020 w 10728325"/>
              <a:gd name="connsiteY2504" fmla="*/ 0 h 6034088"/>
              <a:gd name="connsiteX2505" fmla="*/ 7224861 w 10728325"/>
              <a:gd name="connsiteY2505" fmla="*/ 0 h 6034088"/>
              <a:gd name="connsiteX2506" fmla="*/ 7224861 w 10728325"/>
              <a:gd name="connsiteY2506" fmla="*/ 47736 h 6034088"/>
              <a:gd name="connsiteX2507" fmla="*/ 7320294 w 10728325"/>
              <a:gd name="connsiteY2507" fmla="*/ 47736 h 6034088"/>
              <a:gd name="connsiteX2508" fmla="*/ 7320294 w 10728325"/>
              <a:gd name="connsiteY2508" fmla="*/ 0 h 6034088"/>
              <a:gd name="connsiteX2509" fmla="*/ 7564295 w 10728325"/>
              <a:gd name="connsiteY2509" fmla="*/ 0 h 6034088"/>
              <a:gd name="connsiteX2510" fmla="*/ 7564295 w 10728325"/>
              <a:gd name="connsiteY2510" fmla="*/ 53245 h 6034088"/>
              <a:gd name="connsiteX2511" fmla="*/ 7670735 w 10728325"/>
              <a:gd name="connsiteY2511" fmla="*/ 53245 h 6034088"/>
              <a:gd name="connsiteX2512" fmla="*/ 7670735 w 10728325"/>
              <a:gd name="connsiteY2512" fmla="*/ 0 h 6034088"/>
              <a:gd name="connsiteX2513" fmla="*/ 7903338 w 10728325"/>
              <a:gd name="connsiteY2513" fmla="*/ 0 h 6034088"/>
              <a:gd name="connsiteX2514" fmla="*/ 7903338 w 10728325"/>
              <a:gd name="connsiteY2514" fmla="*/ 58769 h 6034088"/>
              <a:gd name="connsiteX2515" fmla="*/ 8021008 w 10728325"/>
              <a:gd name="connsiteY2515" fmla="*/ 58769 h 6034088"/>
              <a:gd name="connsiteX2516" fmla="*/ 8021008 w 10728325"/>
              <a:gd name="connsiteY2516" fmla="*/ 0 h 6034088"/>
              <a:gd name="connsiteX2517" fmla="*/ 8242772 w 10728325"/>
              <a:gd name="connsiteY2517" fmla="*/ 0 h 6034088"/>
              <a:gd name="connsiteX2518" fmla="*/ 8242772 w 10728325"/>
              <a:gd name="connsiteY2518" fmla="*/ 64300 h 6034088"/>
              <a:gd name="connsiteX2519" fmla="*/ 8371450 w 10728325"/>
              <a:gd name="connsiteY2519" fmla="*/ 64300 h 6034088"/>
              <a:gd name="connsiteX2520" fmla="*/ 8371450 w 10728325"/>
              <a:gd name="connsiteY2520" fmla="*/ 0 h 6034088"/>
              <a:gd name="connsiteX2521" fmla="*/ 8581983 w 10728325"/>
              <a:gd name="connsiteY2521" fmla="*/ 0 h 6034088"/>
              <a:gd name="connsiteX2522" fmla="*/ 8581983 w 10728325"/>
              <a:gd name="connsiteY2522" fmla="*/ 69825 h 6034088"/>
              <a:gd name="connsiteX2523" fmla="*/ 8721724 w 10728325"/>
              <a:gd name="connsiteY2523" fmla="*/ 69825 h 6034088"/>
              <a:gd name="connsiteX2524" fmla="*/ 8721724 w 10728325"/>
              <a:gd name="connsiteY2524" fmla="*/ 0 h 6034088"/>
              <a:gd name="connsiteX2525" fmla="*/ 8921417 w 10728325"/>
              <a:gd name="connsiteY2525" fmla="*/ 0 h 6034088"/>
              <a:gd name="connsiteX2526" fmla="*/ 8921417 w 10728325"/>
              <a:gd name="connsiteY2526" fmla="*/ 75529 h 6034088"/>
              <a:gd name="connsiteX2527" fmla="*/ 9072221 w 10728325"/>
              <a:gd name="connsiteY2527" fmla="*/ 75529 h 6034088"/>
              <a:gd name="connsiteX2528" fmla="*/ 9072221 w 10728325"/>
              <a:gd name="connsiteY2528" fmla="*/ 0 h 6034088"/>
              <a:gd name="connsiteX2529" fmla="*/ 9260460 w 10728325"/>
              <a:gd name="connsiteY2529" fmla="*/ 0 h 6034088"/>
              <a:gd name="connsiteX2530" fmla="*/ 9260460 w 10728325"/>
              <a:gd name="connsiteY2530" fmla="*/ 81055 h 6034088"/>
              <a:gd name="connsiteX2531" fmla="*/ 9422494 w 10728325"/>
              <a:gd name="connsiteY2531" fmla="*/ 81055 h 6034088"/>
              <a:gd name="connsiteX2532" fmla="*/ 9422494 w 10728325"/>
              <a:gd name="connsiteY2532" fmla="*/ 0 h 6034088"/>
              <a:gd name="connsiteX2533" fmla="*/ 9599895 w 10728325"/>
              <a:gd name="connsiteY2533" fmla="*/ 0 h 6034088"/>
              <a:gd name="connsiteX2534" fmla="*/ 9599895 w 10728325"/>
              <a:gd name="connsiteY2534" fmla="*/ 86579 h 6034088"/>
              <a:gd name="connsiteX2535" fmla="*/ 9769584 w 10728325"/>
              <a:gd name="connsiteY2535" fmla="*/ 86579 h 6034088"/>
              <a:gd name="connsiteX2536" fmla="*/ 9769584 w 10728325"/>
              <a:gd name="connsiteY2536" fmla="*/ 258258 h 6034088"/>
              <a:gd name="connsiteX2537" fmla="*/ 9599895 w 10728325"/>
              <a:gd name="connsiteY2537" fmla="*/ 258258 h 6034088"/>
              <a:gd name="connsiteX2538" fmla="*/ 9599895 w 10728325"/>
              <a:gd name="connsiteY2538" fmla="*/ 431313 h 6034088"/>
              <a:gd name="connsiteX2539" fmla="*/ 9769584 w 10728325"/>
              <a:gd name="connsiteY2539" fmla="*/ 431313 h 6034088"/>
              <a:gd name="connsiteX2540" fmla="*/ 9769584 w 10728325"/>
              <a:gd name="connsiteY2540" fmla="*/ 602979 h 6034088"/>
              <a:gd name="connsiteX2541" fmla="*/ 9599895 w 10728325"/>
              <a:gd name="connsiteY2541" fmla="*/ 602979 h 6034088"/>
              <a:gd name="connsiteX2542" fmla="*/ 9599895 w 10728325"/>
              <a:gd name="connsiteY2542" fmla="*/ 776032 h 6034088"/>
              <a:gd name="connsiteX2543" fmla="*/ 9769584 w 10728325"/>
              <a:gd name="connsiteY2543" fmla="*/ 776032 h 6034088"/>
              <a:gd name="connsiteX2544" fmla="*/ 9769584 w 10728325"/>
              <a:gd name="connsiteY2544" fmla="*/ 947903 h 6034088"/>
              <a:gd name="connsiteX2545" fmla="*/ 9599895 w 10728325"/>
              <a:gd name="connsiteY2545" fmla="*/ 947903 h 6034088"/>
              <a:gd name="connsiteX2546" fmla="*/ 9599895 w 10728325"/>
              <a:gd name="connsiteY2546" fmla="*/ 1120978 h 6034088"/>
              <a:gd name="connsiteX2547" fmla="*/ 9769584 w 10728325"/>
              <a:gd name="connsiteY2547" fmla="*/ 1120978 h 6034088"/>
              <a:gd name="connsiteX2548" fmla="*/ 9769584 w 10728325"/>
              <a:gd name="connsiteY2548" fmla="*/ 1292649 h 6034088"/>
              <a:gd name="connsiteX2549" fmla="*/ 9599895 w 10728325"/>
              <a:gd name="connsiteY2549" fmla="*/ 1292649 h 6034088"/>
              <a:gd name="connsiteX2550" fmla="*/ 9599895 w 10728325"/>
              <a:gd name="connsiteY2550" fmla="*/ 1465699 h 6034088"/>
              <a:gd name="connsiteX2551" fmla="*/ 9769584 w 10728325"/>
              <a:gd name="connsiteY2551" fmla="*/ 1465699 h 6034088"/>
              <a:gd name="connsiteX2552" fmla="*/ 9769584 w 10728325"/>
              <a:gd name="connsiteY2552" fmla="*/ 1637568 h 6034088"/>
              <a:gd name="connsiteX2553" fmla="*/ 9599895 w 10728325"/>
              <a:gd name="connsiteY2553" fmla="*/ 1637568 h 6034088"/>
              <a:gd name="connsiteX2554" fmla="*/ 9599895 w 10728325"/>
              <a:gd name="connsiteY2554" fmla="*/ 1810624 h 6034088"/>
              <a:gd name="connsiteX2555" fmla="*/ 9769584 w 10728325"/>
              <a:gd name="connsiteY2555" fmla="*/ 1810624 h 6034088"/>
              <a:gd name="connsiteX2556" fmla="*/ 9769584 w 10728325"/>
              <a:gd name="connsiteY2556" fmla="*/ 1982320 h 6034088"/>
              <a:gd name="connsiteX2557" fmla="*/ 9599895 w 10728325"/>
              <a:gd name="connsiteY2557" fmla="*/ 1982320 h 6034088"/>
              <a:gd name="connsiteX2558" fmla="*/ 9599895 w 10728325"/>
              <a:gd name="connsiteY2558" fmla="*/ 2155349 h 6034088"/>
              <a:gd name="connsiteX2559" fmla="*/ 9769584 w 10728325"/>
              <a:gd name="connsiteY2559" fmla="*/ 2155349 h 6034088"/>
              <a:gd name="connsiteX2560" fmla="*/ 9769584 w 10728325"/>
              <a:gd name="connsiteY2560" fmla="*/ 2327028 h 6034088"/>
              <a:gd name="connsiteX2561" fmla="*/ 9599895 w 10728325"/>
              <a:gd name="connsiteY2561" fmla="*/ 2327028 h 6034088"/>
              <a:gd name="connsiteX2562" fmla="*/ 9599895 w 10728325"/>
              <a:gd name="connsiteY2562" fmla="*/ 2500094 h 6034088"/>
              <a:gd name="connsiteX2563" fmla="*/ 9769584 w 10728325"/>
              <a:gd name="connsiteY2563" fmla="*/ 2500094 h 6034088"/>
              <a:gd name="connsiteX2564" fmla="*/ 9769584 w 10728325"/>
              <a:gd name="connsiteY2564" fmla="*/ 2671969 h 6034088"/>
              <a:gd name="connsiteX2565" fmla="*/ 9599895 w 10728325"/>
              <a:gd name="connsiteY2565" fmla="*/ 2671969 h 6034088"/>
              <a:gd name="connsiteX2566" fmla="*/ 9599895 w 10728325"/>
              <a:gd name="connsiteY2566" fmla="*/ 2845003 h 6034088"/>
              <a:gd name="connsiteX2567" fmla="*/ 9769584 w 10728325"/>
              <a:gd name="connsiteY2567" fmla="*/ 2845003 h 6034088"/>
              <a:gd name="connsiteX2568" fmla="*/ 9769584 w 10728325"/>
              <a:gd name="connsiteY2568" fmla="*/ 3016636 h 6034088"/>
              <a:gd name="connsiteX2569" fmla="*/ 9599895 w 10728325"/>
              <a:gd name="connsiteY2569" fmla="*/ 3016636 h 6034088"/>
              <a:gd name="connsiteX2570" fmla="*/ 9599895 w 10728325"/>
              <a:gd name="connsiteY2570" fmla="*/ 3189691 h 6034088"/>
              <a:gd name="connsiteX2571" fmla="*/ 9769584 w 10728325"/>
              <a:gd name="connsiteY2571" fmla="*/ 3189691 h 6034088"/>
              <a:gd name="connsiteX2572" fmla="*/ 9769584 w 10728325"/>
              <a:gd name="connsiteY2572" fmla="*/ 3361568 h 6034088"/>
              <a:gd name="connsiteX2573" fmla="*/ 9599895 w 10728325"/>
              <a:gd name="connsiteY2573" fmla="*/ 3361568 h 6034088"/>
              <a:gd name="connsiteX2574" fmla="*/ 9599895 w 10728325"/>
              <a:gd name="connsiteY2574" fmla="*/ 3534623 h 6034088"/>
              <a:gd name="connsiteX2575" fmla="*/ 9769584 w 10728325"/>
              <a:gd name="connsiteY2575" fmla="*/ 3534623 h 6034088"/>
              <a:gd name="connsiteX2576" fmla="*/ 9769584 w 10728325"/>
              <a:gd name="connsiteY2576" fmla="*/ 3706304 h 6034088"/>
              <a:gd name="connsiteX2577" fmla="*/ 9599895 w 10728325"/>
              <a:gd name="connsiteY2577" fmla="*/ 3706304 h 6034088"/>
              <a:gd name="connsiteX2578" fmla="*/ 9599895 w 10728325"/>
              <a:gd name="connsiteY2578" fmla="*/ 3879359 h 6034088"/>
              <a:gd name="connsiteX2579" fmla="*/ 9769584 w 10728325"/>
              <a:gd name="connsiteY2579" fmla="*/ 3879359 h 6034088"/>
              <a:gd name="connsiteX2580" fmla="*/ 9769584 w 10728325"/>
              <a:gd name="connsiteY2580" fmla="*/ 4051040 h 6034088"/>
              <a:gd name="connsiteX2581" fmla="*/ 9599895 w 10728325"/>
              <a:gd name="connsiteY2581" fmla="*/ 4051040 h 6034088"/>
              <a:gd name="connsiteX2582" fmla="*/ 9599895 w 10728325"/>
              <a:gd name="connsiteY2582" fmla="*/ 4224095 h 6034088"/>
              <a:gd name="connsiteX2583" fmla="*/ 9769584 w 10728325"/>
              <a:gd name="connsiteY2583" fmla="*/ 4224095 h 6034088"/>
              <a:gd name="connsiteX2584" fmla="*/ 9769584 w 10728325"/>
              <a:gd name="connsiteY2584" fmla="*/ 4395967 h 6034088"/>
              <a:gd name="connsiteX2585" fmla="*/ 9599895 w 10728325"/>
              <a:gd name="connsiteY2585" fmla="*/ 4395967 h 6034088"/>
              <a:gd name="connsiteX2586" fmla="*/ 9599895 w 10728325"/>
              <a:gd name="connsiteY2586" fmla="*/ 4569022 h 6034088"/>
              <a:gd name="connsiteX2587" fmla="*/ 9769584 w 10728325"/>
              <a:gd name="connsiteY2587" fmla="*/ 4569022 h 6034088"/>
              <a:gd name="connsiteX2588" fmla="*/ 9769584 w 10728325"/>
              <a:gd name="connsiteY2588" fmla="*/ 4740703 h 6034088"/>
              <a:gd name="connsiteX2589" fmla="*/ 9599895 w 10728325"/>
              <a:gd name="connsiteY2589" fmla="*/ 4740703 h 6034088"/>
              <a:gd name="connsiteX2590" fmla="*/ 9599895 w 10728325"/>
              <a:gd name="connsiteY2590" fmla="*/ 4913758 h 6034088"/>
              <a:gd name="connsiteX2591" fmla="*/ 9769584 w 10728325"/>
              <a:gd name="connsiteY2591" fmla="*/ 4913758 h 6034088"/>
              <a:gd name="connsiteX2592" fmla="*/ 9769584 w 10728325"/>
              <a:gd name="connsiteY2592" fmla="*/ 5085440 h 6034088"/>
              <a:gd name="connsiteX2593" fmla="*/ 9599895 w 10728325"/>
              <a:gd name="connsiteY2593" fmla="*/ 5085440 h 6034088"/>
              <a:gd name="connsiteX2594" fmla="*/ 9599895 w 10728325"/>
              <a:gd name="connsiteY2594" fmla="*/ 5258495 h 6034088"/>
              <a:gd name="connsiteX2595" fmla="*/ 9769584 w 10728325"/>
              <a:gd name="connsiteY2595" fmla="*/ 5258495 h 6034088"/>
              <a:gd name="connsiteX2596" fmla="*/ 9769584 w 10728325"/>
              <a:gd name="connsiteY2596" fmla="*/ 5430366 h 6034088"/>
              <a:gd name="connsiteX2597" fmla="*/ 9599895 w 10728325"/>
              <a:gd name="connsiteY2597" fmla="*/ 5430366 h 6034088"/>
              <a:gd name="connsiteX2598" fmla="*/ 9599895 w 10728325"/>
              <a:gd name="connsiteY2598" fmla="*/ 5603433 h 6034088"/>
              <a:gd name="connsiteX2599" fmla="*/ 9769584 w 10728325"/>
              <a:gd name="connsiteY2599" fmla="*/ 5603433 h 6034088"/>
              <a:gd name="connsiteX2600" fmla="*/ 9769584 w 10728325"/>
              <a:gd name="connsiteY2600" fmla="*/ 5775069 h 6034088"/>
              <a:gd name="connsiteX2601" fmla="*/ 9599895 w 10728325"/>
              <a:gd name="connsiteY2601" fmla="*/ 5775069 h 6034088"/>
              <a:gd name="connsiteX2602" fmla="*/ 9599895 w 10728325"/>
              <a:gd name="connsiteY2602" fmla="*/ 5948158 h 6034088"/>
              <a:gd name="connsiteX2603" fmla="*/ 9769584 w 10728325"/>
              <a:gd name="connsiteY2603" fmla="*/ 5948158 h 6034088"/>
              <a:gd name="connsiteX2604" fmla="*/ 9769584 w 10728325"/>
              <a:gd name="connsiteY2604" fmla="*/ 6034088 h 6034088"/>
              <a:gd name="connsiteX2605" fmla="*/ 9597716 w 10728325"/>
              <a:gd name="connsiteY2605" fmla="*/ 6034088 h 6034088"/>
              <a:gd name="connsiteX2606" fmla="*/ 9597716 w 10728325"/>
              <a:gd name="connsiteY2606" fmla="*/ 5950337 h 6034088"/>
              <a:gd name="connsiteX2607" fmla="*/ 9430150 w 10728325"/>
              <a:gd name="connsiteY2607" fmla="*/ 5950337 h 6034088"/>
              <a:gd name="connsiteX2608" fmla="*/ 9430150 w 10728325"/>
              <a:gd name="connsiteY2608" fmla="*/ 6034088 h 6034088"/>
              <a:gd name="connsiteX2609" fmla="*/ 9247441 w 10728325"/>
              <a:gd name="connsiteY2609" fmla="*/ 6034088 h 6034088"/>
              <a:gd name="connsiteX2610" fmla="*/ 9247441 w 10728325"/>
              <a:gd name="connsiteY2610" fmla="*/ 5956036 h 6034088"/>
              <a:gd name="connsiteX2611" fmla="*/ 9091106 w 10728325"/>
              <a:gd name="connsiteY2611" fmla="*/ 5956036 h 6034088"/>
              <a:gd name="connsiteX2612" fmla="*/ 9091106 w 10728325"/>
              <a:gd name="connsiteY2612" fmla="*/ 6034088 h 6034088"/>
              <a:gd name="connsiteX2613" fmla="*/ 8897000 w 10728325"/>
              <a:gd name="connsiteY2613" fmla="*/ 6034088 h 6034088"/>
              <a:gd name="connsiteX2614" fmla="*/ 8897000 w 10728325"/>
              <a:gd name="connsiteY2614" fmla="*/ 5961511 h 6034088"/>
              <a:gd name="connsiteX2615" fmla="*/ 8751728 w 10728325"/>
              <a:gd name="connsiteY2615" fmla="*/ 5961511 h 6034088"/>
              <a:gd name="connsiteX2616" fmla="*/ 8751728 w 10728325"/>
              <a:gd name="connsiteY2616" fmla="*/ 6034088 h 6034088"/>
              <a:gd name="connsiteX2617" fmla="*/ 8546726 w 10728325"/>
              <a:gd name="connsiteY2617" fmla="*/ 6034088 h 6034088"/>
              <a:gd name="connsiteX2618" fmla="*/ 8546726 w 10728325"/>
              <a:gd name="connsiteY2618" fmla="*/ 5967098 h 6034088"/>
              <a:gd name="connsiteX2619" fmla="*/ 8412461 w 10728325"/>
              <a:gd name="connsiteY2619" fmla="*/ 5967098 h 6034088"/>
              <a:gd name="connsiteX2620" fmla="*/ 8412461 w 10728325"/>
              <a:gd name="connsiteY2620" fmla="*/ 6034088 h 6034088"/>
              <a:gd name="connsiteX2621" fmla="*/ 8196229 w 10728325"/>
              <a:gd name="connsiteY2621" fmla="*/ 6034088 h 6034088"/>
              <a:gd name="connsiteX2622" fmla="*/ 8196229 w 10728325"/>
              <a:gd name="connsiteY2622" fmla="*/ 5972405 h 6034088"/>
              <a:gd name="connsiteX2623" fmla="*/ 8073027 w 10728325"/>
              <a:gd name="connsiteY2623" fmla="*/ 5972405 h 6034088"/>
              <a:gd name="connsiteX2624" fmla="*/ 8073027 w 10728325"/>
              <a:gd name="connsiteY2624" fmla="*/ 6034088 h 6034088"/>
              <a:gd name="connsiteX2625" fmla="*/ 7845956 w 10728325"/>
              <a:gd name="connsiteY2625" fmla="*/ 6034088 h 6034088"/>
              <a:gd name="connsiteX2626" fmla="*/ 7845956 w 10728325"/>
              <a:gd name="connsiteY2626" fmla="*/ 5977881 h 6034088"/>
              <a:gd name="connsiteX2627" fmla="*/ 7733817 w 10728325"/>
              <a:gd name="connsiteY2627" fmla="*/ 5977881 h 6034088"/>
              <a:gd name="connsiteX2628" fmla="*/ 7733817 w 10728325"/>
              <a:gd name="connsiteY2628" fmla="*/ 6034088 h 6034088"/>
              <a:gd name="connsiteX2629" fmla="*/ 7495515 w 10728325"/>
              <a:gd name="connsiteY2629" fmla="*/ 6034088 h 6034088"/>
              <a:gd name="connsiteX2630" fmla="*/ 7495515 w 10728325"/>
              <a:gd name="connsiteY2630" fmla="*/ 5983636 h 6034088"/>
              <a:gd name="connsiteX2631" fmla="*/ 7394606 w 10728325"/>
              <a:gd name="connsiteY2631" fmla="*/ 5983636 h 6034088"/>
              <a:gd name="connsiteX2632" fmla="*/ 7394606 w 10728325"/>
              <a:gd name="connsiteY2632" fmla="*/ 6034088 h 6034088"/>
              <a:gd name="connsiteX2633" fmla="*/ 7145240 w 10728325"/>
              <a:gd name="connsiteY2633" fmla="*/ 6034088 h 6034088"/>
              <a:gd name="connsiteX2634" fmla="*/ 7145240 w 10728325"/>
              <a:gd name="connsiteY2634" fmla="*/ 5989167 h 6034088"/>
              <a:gd name="connsiteX2635" fmla="*/ 7055339 w 10728325"/>
              <a:gd name="connsiteY2635" fmla="*/ 5989167 h 6034088"/>
              <a:gd name="connsiteX2636" fmla="*/ 7055339 w 10728325"/>
              <a:gd name="connsiteY2636" fmla="*/ 6034088 h 6034088"/>
              <a:gd name="connsiteX2637" fmla="*/ 6794743 w 10728325"/>
              <a:gd name="connsiteY2637" fmla="*/ 6034088 h 6034088"/>
              <a:gd name="connsiteX2638" fmla="*/ 6794743 w 10728325"/>
              <a:gd name="connsiteY2638" fmla="*/ 5994642 h 6034088"/>
              <a:gd name="connsiteX2639" fmla="*/ 6715905 w 10728325"/>
              <a:gd name="connsiteY2639" fmla="*/ 5994642 h 6034088"/>
              <a:gd name="connsiteX2640" fmla="*/ 6715905 w 10728325"/>
              <a:gd name="connsiteY2640" fmla="*/ 6034088 h 6034088"/>
              <a:gd name="connsiteX2641" fmla="*/ 6444525 w 10728325"/>
              <a:gd name="connsiteY2641" fmla="*/ 6034088 h 6034088"/>
              <a:gd name="connsiteX2642" fmla="*/ 6444525 w 10728325"/>
              <a:gd name="connsiteY2642" fmla="*/ 6000174 h 6034088"/>
              <a:gd name="connsiteX2643" fmla="*/ 6376694 w 10728325"/>
              <a:gd name="connsiteY2643" fmla="*/ 6000174 h 6034088"/>
              <a:gd name="connsiteX2644" fmla="*/ 6376694 w 10728325"/>
              <a:gd name="connsiteY2644" fmla="*/ 6034088 h 6034088"/>
              <a:gd name="connsiteX2645" fmla="*/ 6094027 w 10728325"/>
              <a:gd name="connsiteY2645" fmla="*/ 6034088 h 6034088"/>
              <a:gd name="connsiteX2646" fmla="*/ 6094027 w 10728325"/>
              <a:gd name="connsiteY2646" fmla="*/ 6005872 h 6034088"/>
              <a:gd name="connsiteX2647" fmla="*/ 6037483 w 10728325"/>
              <a:gd name="connsiteY2647" fmla="*/ 6005872 h 6034088"/>
              <a:gd name="connsiteX2648" fmla="*/ 6037483 w 10728325"/>
              <a:gd name="connsiteY2648" fmla="*/ 6034088 h 6034088"/>
              <a:gd name="connsiteX2649" fmla="*/ 5743754 w 10728325"/>
              <a:gd name="connsiteY2649" fmla="*/ 6034088 h 6034088"/>
              <a:gd name="connsiteX2650" fmla="*/ 5743754 w 10728325"/>
              <a:gd name="connsiteY2650" fmla="*/ 6011403 h 6034088"/>
              <a:gd name="connsiteX2651" fmla="*/ 5698217 w 10728325"/>
              <a:gd name="connsiteY2651" fmla="*/ 6011403 h 6034088"/>
              <a:gd name="connsiteX2652" fmla="*/ 5698217 w 10728325"/>
              <a:gd name="connsiteY2652" fmla="*/ 6034088 h 6034088"/>
              <a:gd name="connsiteX2653" fmla="*/ 5393313 w 10728325"/>
              <a:gd name="connsiteY2653" fmla="*/ 6034088 h 6034088"/>
              <a:gd name="connsiteX2654" fmla="*/ 5393313 w 10728325"/>
              <a:gd name="connsiteY2654" fmla="*/ 6016712 h 6034088"/>
              <a:gd name="connsiteX2655" fmla="*/ 5358822 w 10728325"/>
              <a:gd name="connsiteY2655" fmla="*/ 6016712 h 6034088"/>
              <a:gd name="connsiteX2656" fmla="*/ 5358822 w 10728325"/>
              <a:gd name="connsiteY2656" fmla="*/ 6034088 h 6034088"/>
              <a:gd name="connsiteX2657" fmla="*/ 5043045 w 10728325"/>
              <a:gd name="connsiteY2657" fmla="*/ 6034088 h 6034088"/>
              <a:gd name="connsiteX2658" fmla="*/ 5043045 w 10728325"/>
              <a:gd name="connsiteY2658" fmla="*/ 6022243 h 6034088"/>
              <a:gd name="connsiteX2659" fmla="*/ 5019589 w 10728325"/>
              <a:gd name="connsiteY2659" fmla="*/ 6022243 h 6034088"/>
              <a:gd name="connsiteX2660" fmla="*/ 5019589 w 10728325"/>
              <a:gd name="connsiteY2660" fmla="*/ 6034088 h 6034088"/>
              <a:gd name="connsiteX2661" fmla="*/ 4692576 w 10728325"/>
              <a:gd name="connsiteY2661" fmla="*/ 6034088 h 6034088"/>
              <a:gd name="connsiteX2662" fmla="*/ 4692576 w 10728325"/>
              <a:gd name="connsiteY2662" fmla="*/ 6027942 h 6034088"/>
              <a:gd name="connsiteX2663" fmla="*/ 4680356 w 10728325"/>
              <a:gd name="connsiteY2663" fmla="*/ 6027942 h 6034088"/>
              <a:gd name="connsiteX2664" fmla="*/ 4680356 w 10728325"/>
              <a:gd name="connsiteY2664" fmla="*/ 6034088 h 6034088"/>
              <a:gd name="connsiteX2665" fmla="*/ 0 w 10728325"/>
              <a:gd name="connsiteY2665" fmla="*/ 6034088 h 603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Lst>
            <a:rect l="l" t="t" r="r" b="b"/>
            <a:pathLst>
              <a:path w="10728325" h="6034088">
                <a:moveTo>
                  <a:pt x="10648927" y="5964919"/>
                </a:moveTo>
                <a:lnTo>
                  <a:pt x="10728325" y="5964919"/>
                </a:lnTo>
                <a:lnTo>
                  <a:pt x="10728325" y="6034088"/>
                </a:lnTo>
                <a:lnTo>
                  <a:pt x="10648927" y="6034088"/>
                </a:lnTo>
                <a:close/>
                <a:moveTo>
                  <a:pt x="10298431" y="5959164"/>
                </a:moveTo>
                <a:lnTo>
                  <a:pt x="10448228" y="5959164"/>
                </a:lnTo>
                <a:lnTo>
                  <a:pt x="10448228" y="6034088"/>
                </a:lnTo>
                <a:lnTo>
                  <a:pt x="10298431" y="6034088"/>
                </a:lnTo>
                <a:close/>
                <a:moveTo>
                  <a:pt x="9948157" y="5953689"/>
                </a:moveTo>
                <a:lnTo>
                  <a:pt x="10108794" y="5953689"/>
                </a:lnTo>
                <a:lnTo>
                  <a:pt x="10108794" y="6034088"/>
                </a:lnTo>
                <a:lnTo>
                  <a:pt x="9948157" y="6034088"/>
                </a:lnTo>
                <a:close/>
                <a:moveTo>
                  <a:pt x="4510650" y="5858261"/>
                </a:moveTo>
                <a:lnTo>
                  <a:pt x="4510650" y="5864965"/>
                </a:lnTo>
                <a:lnTo>
                  <a:pt x="4517355" y="5864965"/>
                </a:lnTo>
                <a:lnTo>
                  <a:pt x="4517355" y="5858261"/>
                </a:lnTo>
                <a:close/>
                <a:moveTo>
                  <a:pt x="4849872" y="5852730"/>
                </a:moveTo>
                <a:lnTo>
                  <a:pt x="4849872" y="5870664"/>
                </a:lnTo>
                <a:lnTo>
                  <a:pt x="4867813" y="5870664"/>
                </a:lnTo>
                <a:lnTo>
                  <a:pt x="4867813" y="5852730"/>
                </a:lnTo>
                <a:close/>
                <a:moveTo>
                  <a:pt x="5189105" y="5847255"/>
                </a:moveTo>
                <a:lnTo>
                  <a:pt x="5189105" y="5876196"/>
                </a:lnTo>
                <a:lnTo>
                  <a:pt x="5218081" y="5876196"/>
                </a:lnTo>
                <a:lnTo>
                  <a:pt x="5218081" y="5847255"/>
                </a:lnTo>
                <a:close/>
                <a:moveTo>
                  <a:pt x="5528528" y="5841723"/>
                </a:moveTo>
                <a:lnTo>
                  <a:pt x="5528528" y="5881727"/>
                </a:lnTo>
                <a:lnTo>
                  <a:pt x="5568539" y="5881727"/>
                </a:lnTo>
                <a:lnTo>
                  <a:pt x="5568539" y="5841723"/>
                </a:lnTo>
                <a:close/>
                <a:moveTo>
                  <a:pt x="5867738" y="5836192"/>
                </a:moveTo>
                <a:lnTo>
                  <a:pt x="5867738" y="5887258"/>
                </a:lnTo>
                <a:lnTo>
                  <a:pt x="5918807" y="5887258"/>
                </a:lnTo>
                <a:lnTo>
                  <a:pt x="5918807" y="5836192"/>
                </a:lnTo>
                <a:close/>
                <a:moveTo>
                  <a:pt x="6207005" y="5830493"/>
                </a:moveTo>
                <a:lnTo>
                  <a:pt x="6207005" y="5892789"/>
                </a:lnTo>
                <a:lnTo>
                  <a:pt x="6269304" y="5892789"/>
                </a:lnTo>
                <a:lnTo>
                  <a:pt x="6269304" y="5830493"/>
                </a:lnTo>
                <a:close/>
                <a:moveTo>
                  <a:pt x="6546216" y="5824961"/>
                </a:moveTo>
                <a:lnTo>
                  <a:pt x="6546216" y="5898264"/>
                </a:lnTo>
                <a:lnTo>
                  <a:pt x="6619523" y="5898264"/>
                </a:lnTo>
                <a:lnTo>
                  <a:pt x="6619523" y="5824961"/>
                </a:lnTo>
                <a:close/>
                <a:moveTo>
                  <a:pt x="6885650" y="5819430"/>
                </a:moveTo>
                <a:lnTo>
                  <a:pt x="6885650" y="5903796"/>
                </a:lnTo>
                <a:lnTo>
                  <a:pt x="6970020" y="5903796"/>
                </a:lnTo>
                <a:lnTo>
                  <a:pt x="6970020" y="5819430"/>
                </a:lnTo>
                <a:close/>
                <a:moveTo>
                  <a:pt x="7224861" y="5813899"/>
                </a:moveTo>
                <a:lnTo>
                  <a:pt x="7224861" y="5909327"/>
                </a:lnTo>
                <a:lnTo>
                  <a:pt x="7320294" y="5909327"/>
                </a:lnTo>
                <a:lnTo>
                  <a:pt x="7320294" y="5813899"/>
                </a:lnTo>
                <a:close/>
                <a:moveTo>
                  <a:pt x="7564295" y="5808591"/>
                </a:moveTo>
                <a:lnTo>
                  <a:pt x="7564295" y="5915025"/>
                </a:lnTo>
                <a:lnTo>
                  <a:pt x="7670735" y="5915025"/>
                </a:lnTo>
                <a:lnTo>
                  <a:pt x="7670735" y="5808591"/>
                </a:lnTo>
                <a:close/>
                <a:moveTo>
                  <a:pt x="7903338" y="5802893"/>
                </a:moveTo>
                <a:lnTo>
                  <a:pt x="7903338" y="5920558"/>
                </a:lnTo>
                <a:lnTo>
                  <a:pt x="8021008" y="5920558"/>
                </a:lnTo>
                <a:lnTo>
                  <a:pt x="8021008" y="5802893"/>
                </a:lnTo>
                <a:close/>
                <a:moveTo>
                  <a:pt x="8242772" y="5797361"/>
                </a:moveTo>
                <a:lnTo>
                  <a:pt x="8242772" y="5926088"/>
                </a:lnTo>
                <a:lnTo>
                  <a:pt x="8371450" y="5926088"/>
                </a:lnTo>
                <a:lnTo>
                  <a:pt x="8371450" y="5797361"/>
                </a:lnTo>
                <a:close/>
                <a:moveTo>
                  <a:pt x="8581983" y="5791830"/>
                </a:moveTo>
                <a:lnTo>
                  <a:pt x="8581983" y="5931564"/>
                </a:lnTo>
                <a:lnTo>
                  <a:pt x="8721724" y="5931564"/>
                </a:lnTo>
                <a:lnTo>
                  <a:pt x="8721724" y="5791830"/>
                </a:lnTo>
                <a:close/>
                <a:moveTo>
                  <a:pt x="10473651" y="5789651"/>
                </a:moveTo>
                <a:lnTo>
                  <a:pt x="10617583" y="5789651"/>
                </a:lnTo>
                <a:lnTo>
                  <a:pt x="10617583" y="5933743"/>
                </a:lnTo>
                <a:lnTo>
                  <a:pt x="10473651" y="5933743"/>
                </a:lnTo>
                <a:close/>
                <a:moveTo>
                  <a:pt x="8921417" y="5786299"/>
                </a:moveTo>
                <a:lnTo>
                  <a:pt x="8921417" y="5937095"/>
                </a:lnTo>
                <a:lnTo>
                  <a:pt x="9072221" y="5937095"/>
                </a:lnTo>
                <a:lnTo>
                  <a:pt x="9072221" y="5786299"/>
                </a:lnTo>
                <a:close/>
                <a:moveTo>
                  <a:pt x="10123209" y="5784176"/>
                </a:moveTo>
                <a:lnTo>
                  <a:pt x="10278539" y="5784176"/>
                </a:lnTo>
                <a:lnTo>
                  <a:pt x="10278539" y="5939274"/>
                </a:lnTo>
                <a:lnTo>
                  <a:pt x="10123209" y="5939274"/>
                </a:lnTo>
                <a:close/>
                <a:moveTo>
                  <a:pt x="9260460" y="5780600"/>
                </a:moveTo>
                <a:lnTo>
                  <a:pt x="9260460" y="5942626"/>
                </a:lnTo>
                <a:lnTo>
                  <a:pt x="9422494" y="5942626"/>
                </a:lnTo>
                <a:lnTo>
                  <a:pt x="9422494" y="5780600"/>
                </a:lnTo>
                <a:close/>
                <a:moveTo>
                  <a:pt x="9772936" y="5778644"/>
                </a:moveTo>
                <a:lnTo>
                  <a:pt x="9939105" y="5778644"/>
                </a:lnTo>
                <a:lnTo>
                  <a:pt x="9939105" y="5944805"/>
                </a:lnTo>
                <a:lnTo>
                  <a:pt x="9772936" y="5944805"/>
                </a:lnTo>
                <a:close/>
                <a:moveTo>
                  <a:pt x="4680356" y="5683272"/>
                </a:moveTo>
                <a:lnTo>
                  <a:pt x="4680356" y="5695452"/>
                </a:lnTo>
                <a:lnTo>
                  <a:pt x="4692576" y="5695452"/>
                </a:lnTo>
                <a:lnTo>
                  <a:pt x="4692576" y="5683272"/>
                </a:lnTo>
                <a:close/>
                <a:moveTo>
                  <a:pt x="5019589" y="5677518"/>
                </a:moveTo>
                <a:lnTo>
                  <a:pt x="5019589" y="5700984"/>
                </a:lnTo>
                <a:lnTo>
                  <a:pt x="5043045" y="5700984"/>
                </a:lnTo>
                <a:lnTo>
                  <a:pt x="5043045" y="5677518"/>
                </a:lnTo>
                <a:close/>
                <a:moveTo>
                  <a:pt x="5358822" y="5671986"/>
                </a:moveTo>
                <a:lnTo>
                  <a:pt x="5358822" y="5706514"/>
                </a:lnTo>
                <a:lnTo>
                  <a:pt x="5393313" y="5706514"/>
                </a:lnTo>
                <a:lnTo>
                  <a:pt x="5393313" y="5671986"/>
                </a:lnTo>
                <a:close/>
                <a:moveTo>
                  <a:pt x="5698217" y="5666511"/>
                </a:moveTo>
                <a:lnTo>
                  <a:pt x="5698217" y="5712046"/>
                </a:lnTo>
                <a:lnTo>
                  <a:pt x="5743754" y="5712046"/>
                </a:lnTo>
                <a:lnTo>
                  <a:pt x="5743754" y="5666511"/>
                </a:lnTo>
                <a:close/>
                <a:moveTo>
                  <a:pt x="6037483" y="5660980"/>
                </a:moveTo>
                <a:lnTo>
                  <a:pt x="6037483" y="5717522"/>
                </a:lnTo>
                <a:lnTo>
                  <a:pt x="6094027" y="5717522"/>
                </a:lnTo>
                <a:lnTo>
                  <a:pt x="6094027" y="5660980"/>
                </a:lnTo>
                <a:close/>
                <a:moveTo>
                  <a:pt x="6376694" y="5655225"/>
                </a:moveTo>
                <a:lnTo>
                  <a:pt x="6376694" y="5723052"/>
                </a:lnTo>
                <a:lnTo>
                  <a:pt x="6444525" y="5723052"/>
                </a:lnTo>
                <a:lnTo>
                  <a:pt x="6444525" y="5655225"/>
                </a:lnTo>
                <a:close/>
                <a:moveTo>
                  <a:pt x="6715905" y="5649917"/>
                </a:moveTo>
                <a:lnTo>
                  <a:pt x="6715905" y="5728751"/>
                </a:lnTo>
                <a:lnTo>
                  <a:pt x="6794743" y="5728751"/>
                </a:lnTo>
                <a:lnTo>
                  <a:pt x="6794743" y="5649917"/>
                </a:lnTo>
                <a:close/>
                <a:moveTo>
                  <a:pt x="7055339" y="5644442"/>
                </a:moveTo>
                <a:lnTo>
                  <a:pt x="7055339" y="5734283"/>
                </a:lnTo>
                <a:lnTo>
                  <a:pt x="7145240" y="5734283"/>
                </a:lnTo>
                <a:lnTo>
                  <a:pt x="7145240" y="5644442"/>
                </a:lnTo>
                <a:close/>
                <a:moveTo>
                  <a:pt x="7394606" y="5638911"/>
                </a:moveTo>
                <a:lnTo>
                  <a:pt x="7394606" y="5739814"/>
                </a:lnTo>
                <a:lnTo>
                  <a:pt x="7495515" y="5739814"/>
                </a:lnTo>
                <a:lnTo>
                  <a:pt x="7495515" y="5638911"/>
                </a:lnTo>
                <a:close/>
                <a:moveTo>
                  <a:pt x="7733817" y="5633156"/>
                </a:moveTo>
                <a:lnTo>
                  <a:pt x="7733817" y="5745345"/>
                </a:lnTo>
                <a:lnTo>
                  <a:pt x="7845956" y="5745345"/>
                </a:lnTo>
                <a:lnTo>
                  <a:pt x="7845956" y="5633156"/>
                </a:lnTo>
                <a:close/>
                <a:moveTo>
                  <a:pt x="8073027" y="5627681"/>
                </a:moveTo>
                <a:lnTo>
                  <a:pt x="8073027" y="5750821"/>
                </a:lnTo>
                <a:lnTo>
                  <a:pt x="8196229" y="5750821"/>
                </a:lnTo>
                <a:lnTo>
                  <a:pt x="8196229" y="5627681"/>
                </a:lnTo>
                <a:close/>
                <a:moveTo>
                  <a:pt x="8412461" y="5622149"/>
                </a:moveTo>
                <a:lnTo>
                  <a:pt x="8412461" y="5756352"/>
                </a:lnTo>
                <a:lnTo>
                  <a:pt x="8546726" y="5756352"/>
                </a:lnTo>
                <a:lnTo>
                  <a:pt x="8546726" y="5622149"/>
                </a:lnTo>
                <a:close/>
                <a:moveTo>
                  <a:pt x="10648927" y="5619970"/>
                </a:moveTo>
                <a:lnTo>
                  <a:pt x="10728325" y="5619970"/>
                </a:lnTo>
                <a:lnTo>
                  <a:pt x="10728325" y="5758531"/>
                </a:lnTo>
                <a:lnTo>
                  <a:pt x="10648927" y="5758531"/>
                </a:lnTo>
                <a:close/>
                <a:moveTo>
                  <a:pt x="8751728" y="5616618"/>
                </a:moveTo>
                <a:lnTo>
                  <a:pt x="8751728" y="5761883"/>
                </a:lnTo>
                <a:lnTo>
                  <a:pt x="8897000" y="5761883"/>
                </a:lnTo>
                <a:lnTo>
                  <a:pt x="8897000" y="5616618"/>
                </a:lnTo>
                <a:close/>
                <a:moveTo>
                  <a:pt x="10298431" y="5614439"/>
                </a:moveTo>
                <a:lnTo>
                  <a:pt x="10448228" y="5614439"/>
                </a:lnTo>
                <a:lnTo>
                  <a:pt x="10448228" y="5764062"/>
                </a:lnTo>
                <a:lnTo>
                  <a:pt x="10298431" y="5764062"/>
                </a:lnTo>
                <a:close/>
                <a:moveTo>
                  <a:pt x="9091106" y="5611087"/>
                </a:moveTo>
                <a:lnTo>
                  <a:pt x="9091106" y="5767415"/>
                </a:lnTo>
                <a:lnTo>
                  <a:pt x="9247441" y="5767415"/>
                </a:lnTo>
                <a:lnTo>
                  <a:pt x="9247441" y="5611087"/>
                </a:lnTo>
                <a:close/>
                <a:moveTo>
                  <a:pt x="9948157" y="5608907"/>
                </a:moveTo>
                <a:lnTo>
                  <a:pt x="10108794" y="5608907"/>
                </a:lnTo>
                <a:lnTo>
                  <a:pt x="10108794" y="5769594"/>
                </a:lnTo>
                <a:lnTo>
                  <a:pt x="9948157" y="5769594"/>
                </a:lnTo>
                <a:close/>
                <a:moveTo>
                  <a:pt x="9430150" y="5605388"/>
                </a:moveTo>
                <a:lnTo>
                  <a:pt x="9430150" y="5772946"/>
                </a:lnTo>
                <a:lnTo>
                  <a:pt x="9597716" y="5772946"/>
                </a:lnTo>
                <a:lnTo>
                  <a:pt x="9597716" y="5605388"/>
                </a:lnTo>
                <a:close/>
                <a:moveTo>
                  <a:pt x="4510650" y="5513530"/>
                </a:moveTo>
                <a:lnTo>
                  <a:pt x="4510650" y="5520229"/>
                </a:lnTo>
                <a:lnTo>
                  <a:pt x="4517355" y="5520229"/>
                </a:lnTo>
                <a:lnTo>
                  <a:pt x="4517355" y="5513530"/>
                </a:lnTo>
                <a:close/>
                <a:moveTo>
                  <a:pt x="4849872" y="5507820"/>
                </a:moveTo>
                <a:lnTo>
                  <a:pt x="4849872" y="5525760"/>
                </a:lnTo>
                <a:lnTo>
                  <a:pt x="4867813" y="5525760"/>
                </a:lnTo>
                <a:lnTo>
                  <a:pt x="4867813" y="5507820"/>
                </a:lnTo>
                <a:close/>
                <a:moveTo>
                  <a:pt x="5189105" y="5502306"/>
                </a:moveTo>
                <a:lnTo>
                  <a:pt x="5189105" y="5531281"/>
                </a:lnTo>
                <a:lnTo>
                  <a:pt x="5218081" y="5531281"/>
                </a:lnTo>
                <a:lnTo>
                  <a:pt x="5218081" y="5502306"/>
                </a:lnTo>
                <a:close/>
                <a:moveTo>
                  <a:pt x="5528528" y="5496774"/>
                </a:moveTo>
                <a:lnTo>
                  <a:pt x="5528528" y="5536783"/>
                </a:lnTo>
                <a:lnTo>
                  <a:pt x="5568539" y="5536783"/>
                </a:lnTo>
                <a:lnTo>
                  <a:pt x="5568539" y="5496774"/>
                </a:lnTo>
                <a:close/>
                <a:moveTo>
                  <a:pt x="5867738" y="5491455"/>
                </a:moveTo>
                <a:lnTo>
                  <a:pt x="5867738" y="5542505"/>
                </a:lnTo>
                <a:lnTo>
                  <a:pt x="5918807" y="5542505"/>
                </a:lnTo>
                <a:lnTo>
                  <a:pt x="5918807" y="5491455"/>
                </a:lnTo>
                <a:close/>
                <a:moveTo>
                  <a:pt x="6207005" y="5485740"/>
                </a:moveTo>
                <a:lnTo>
                  <a:pt x="6207005" y="5548025"/>
                </a:lnTo>
                <a:lnTo>
                  <a:pt x="6269304" y="5548025"/>
                </a:lnTo>
                <a:lnTo>
                  <a:pt x="6269304" y="5485740"/>
                </a:lnTo>
                <a:close/>
                <a:moveTo>
                  <a:pt x="6546216" y="5480231"/>
                </a:moveTo>
                <a:lnTo>
                  <a:pt x="6546216" y="5553551"/>
                </a:lnTo>
                <a:lnTo>
                  <a:pt x="6619523" y="5553551"/>
                </a:lnTo>
                <a:lnTo>
                  <a:pt x="6619523" y="5480231"/>
                </a:lnTo>
                <a:close/>
                <a:moveTo>
                  <a:pt x="6885650" y="5474716"/>
                </a:moveTo>
                <a:lnTo>
                  <a:pt x="6885650" y="5559070"/>
                </a:lnTo>
                <a:lnTo>
                  <a:pt x="6970020" y="5559070"/>
                </a:lnTo>
                <a:lnTo>
                  <a:pt x="6970020" y="5474716"/>
                </a:lnTo>
                <a:close/>
                <a:moveTo>
                  <a:pt x="7224861" y="5469179"/>
                </a:moveTo>
                <a:lnTo>
                  <a:pt x="7224861" y="5564579"/>
                </a:lnTo>
                <a:lnTo>
                  <a:pt x="7320294" y="5564579"/>
                </a:lnTo>
                <a:lnTo>
                  <a:pt x="7320294" y="5469179"/>
                </a:lnTo>
                <a:close/>
                <a:moveTo>
                  <a:pt x="7564295" y="5463671"/>
                </a:moveTo>
                <a:lnTo>
                  <a:pt x="7564295" y="5570106"/>
                </a:lnTo>
                <a:lnTo>
                  <a:pt x="7670735" y="5570106"/>
                </a:lnTo>
                <a:lnTo>
                  <a:pt x="7670735" y="5463671"/>
                </a:lnTo>
                <a:close/>
                <a:moveTo>
                  <a:pt x="7903338" y="5457955"/>
                </a:moveTo>
                <a:lnTo>
                  <a:pt x="7903338" y="5575625"/>
                </a:lnTo>
                <a:lnTo>
                  <a:pt x="8021008" y="5575625"/>
                </a:lnTo>
                <a:lnTo>
                  <a:pt x="8021008" y="5457955"/>
                </a:lnTo>
                <a:close/>
                <a:moveTo>
                  <a:pt x="8242772" y="5452424"/>
                </a:moveTo>
                <a:lnTo>
                  <a:pt x="8242772" y="5581134"/>
                </a:lnTo>
                <a:lnTo>
                  <a:pt x="8371450" y="5581134"/>
                </a:lnTo>
                <a:lnTo>
                  <a:pt x="8371450" y="5452424"/>
                </a:lnTo>
                <a:close/>
                <a:moveTo>
                  <a:pt x="8581983" y="5446915"/>
                </a:moveTo>
                <a:lnTo>
                  <a:pt x="8581983" y="5586660"/>
                </a:lnTo>
                <a:lnTo>
                  <a:pt x="8721724" y="5586660"/>
                </a:lnTo>
                <a:lnTo>
                  <a:pt x="8721724" y="5446915"/>
                </a:lnTo>
                <a:close/>
                <a:moveTo>
                  <a:pt x="10473651" y="5444741"/>
                </a:moveTo>
                <a:lnTo>
                  <a:pt x="10617583" y="5444741"/>
                </a:lnTo>
                <a:lnTo>
                  <a:pt x="10617583" y="5589018"/>
                </a:lnTo>
                <a:lnTo>
                  <a:pt x="10473651" y="5589018"/>
                </a:lnTo>
                <a:close/>
                <a:moveTo>
                  <a:pt x="8921417" y="5441590"/>
                </a:moveTo>
                <a:lnTo>
                  <a:pt x="8921417" y="5592370"/>
                </a:lnTo>
                <a:lnTo>
                  <a:pt x="9072221" y="5592370"/>
                </a:lnTo>
                <a:lnTo>
                  <a:pt x="9072221" y="5441590"/>
                </a:lnTo>
                <a:close/>
                <a:moveTo>
                  <a:pt x="10123209" y="5439233"/>
                </a:moveTo>
                <a:lnTo>
                  <a:pt x="10278539" y="5439233"/>
                </a:lnTo>
                <a:lnTo>
                  <a:pt x="10278539" y="5594549"/>
                </a:lnTo>
                <a:lnTo>
                  <a:pt x="10123209" y="5594549"/>
                </a:lnTo>
                <a:close/>
                <a:moveTo>
                  <a:pt x="9260460" y="5435880"/>
                </a:moveTo>
                <a:lnTo>
                  <a:pt x="9260460" y="5597901"/>
                </a:lnTo>
                <a:lnTo>
                  <a:pt x="9422494" y="5597901"/>
                </a:lnTo>
                <a:lnTo>
                  <a:pt x="9422494" y="5435880"/>
                </a:lnTo>
                <a:close/>
                <a:moveTo>
                  <a:pt x="9772936" y="5433713"/>
                </a:moveTo>
                <a:lnTo>
                  <a:pt x="9939105" y="5433713"/>
                </a:lnTo>
                <a:lnTo>
                  <a:pt x="9939105" y="5600080"/>
                </a:lnTo>
                <a:lnTo>
                  <a:pt x="9772936" y="5600080"/>
                </a:lnTo>
                <a:close/>
                <a:moveTo>
                  <a:pt x="4680356" y="5338318"/>
                </a:moveTo>
                <a:lnTo>
                  <a:pt x="4680356" y="5350537"/>
                </a:lnTo>
                <a:lnTo>
                  <a:pt x="4692576" y="5350537"/>
                </a:lnTo>
                <a:lnTo>
                  <a:pt x="4692576" y="5338318"/>
                </a:lnTo>
                <a:close/>
                <a:moveTo>
                  <a:pt x="5019589" y="5332804"/>
                </a:moveTo>
                <a:lnTo>
                  <a:pt x="5019589" y="5356259"/>
                </a:lnTo>
                <a:lnTo>
                  <a:pt x="5043045" y="5356259"/>
                </a:lnTo>
                <a:lnTo>
                  <a:pt x="5043045" y="5332804"/>
                </a:lnTo>
                <a:close/>
                <a:moveTo>
                  <a:pt x="5358822" y="5327267"/>
                </a:moveTo>
                <a:lnTo>
                  <a:pt x="5358822" y="5361762"/>
                </a:lnTo>
                <a:lnTo>
                  <a:pt x="5393313" y="5361762"/>
                </a:lnTo>
                <a:lnTo>
                  <a:pt x="5393313" y="5327267"/>
                </a:lnTo>
                <a:close/>
                <a:moveTo>
                  <a:pt x="5698217" y="5321752"/>
                </a:moveTo>
                <a:lnTo>
                  <a:pt x="5698217" y="5367281"/>
                </a:lnTo>
                <a:lnTo>
                  <a:pt x="5743754" y="5367281"/>
                </a:lnTo>
                <a:lnTo>
                  <a:pt x="5743754" y="5321752"/>
                </a:lnTo>
                <a:close/>
                <a:moveTo>
                  <a:pt x="6037483" y="5316243"/>
                </a:moveTo>
                <a:lnTo>
                  <a:pt x="6037483" y="5372813"/>
                </a:lnTo>
                <a:lnTo>
                  <a:pt x="6094027" y="5372813"/>
                </a:lnTo>
                <a:lnTo>
                  <a:pt x="6094027" y="5316243"/>
                </a:lnTo>
                <a:close/>
                <a:moveTo>
                  <a:pt x="6376694" y="5310511"/>
                </a:moveTo>
                <a:lnTo>
                  <a:pt x="6376694" y="5378316"/>
                </a:lnTo>
                <a:lnTo>
                  <a:pt x="6444525" y="5378316"/>
                </a:lnTo>
                <a:lnTo>
                  <a:pt x="6444525" y="5310511"/>
                </a:lnTo>
                <a:close/>
                <a:moveTo>
                  <a:pt x="6715905" y="5304996"/>
                </a:moveTo>
                <a:lnTo>
                  <a:pt x="6715905" y="5383836"/>
                </a:lnTo>
                <a:lnTo>
                  <a:pt x="6794743" y="5383836"/>
                </a:lnTo>
                <a:lnTo>
                  <a:pt x="6794743" y="5304996"/>
                </a:lnTo>
                <a:close/>
                <a:moveTo>
                  <a:pt x="7055339" y="5299487"/>
                </a:moveTo>
                <a:lnTo>
                  <a:pt x="7055339" y="5389361"/>
                </a:lnTo>
                <a:lnTo>
                  <a:pt x="7145240" y="5389361"/>
                </a:lnTo>
                <a:lnTo>
                  <a:pt x="7145240" y="5299487"/>
                </a:lnTo>
                <a:close/>
                <a:moveTo>
                  <a:pt x="7394606" y="5293968"/>
                </a:moveTo>
                <a:lnTo>
                  <a:pt x="7394606" y="5394888"/>
                </a:lnTo>
                <a:lnTo>
                  <a:pt x="7495515" y="5394888"/>
                </a:lnTo>
                <a:lnTo>
                  <a:pt x="7495515" y="5293968"/>
                </a:lnTo>
                <a:close/>
                <a:moveTo>
                  <a:pt x="7733817" y="5288453"/>
                </a:moveTo>
                <a:lnTo>
                  <a:pt x="7733817" y="5400603"/>
                </a:lnTo>
                <a:lnTo>
                  <a:pt x="7845956" y="5400603"/>
                </a:lnTo>
                <a:lnTo>
                  <a:pt x="7845956" y="5288453"/>
                </a:lnTo>
                <a:close/>
                <a:moveTo>
                  <a:pt x="8073027" y="5282922"/>
                </a:moveTo>
                <a:lnTo>
                  <a:pt x="8073027" y="5406112"/>
                </a:lnTo>
                <a:lnTo>
                  <a:pt x="8196229" y="5406112"/>
                </a:lnTo>
                <a:lnTo>
                  <a:pt x="8196229" y="5282922"/>
                </a:lnTo>
                <a:close/>
                <a:moveTo>
                  <a:pt x="8412461" y="5277407"/>
                </a:moveTo>
                <a:lnTo>
                  <a:pt x="8412461" y="5411632"/>
                </a:lnTo>
                <a:lnTo>
                  <a:pt x="8546726" y="5411632"/>
                </a:lnTo>
                <a:lnTo>
                  <a:pt x="8546726" y="5277407"/>
                </a:lnTo>
                <a:close/>
                <a:moveTo>
                  <a:pt x="10648927" y="5275240"/>
                </a:moveTo>
                <a:lnTo>
                  <a:pt x="10728325" y="5275240"/>
                </a:lnTo>
                <a:lnTo>
                  <a:pt x="10728325" y="5413610"/>
                </a:lnTo>
                <a:lnTo>
                  <a:pt x="10648927" y="5413610"/>
                </a:lnTo>
                <a:close/>
                <a:moveTo>
                  <a:pt x="8751728" y="5271893"/>
                </a:moveTo>
                <a:lnTo>
                  <a:pt x="8751728" y="5417158"/>
                </a:lnTo>
                <a:lnTo>
                  <a:pt x="8897000" y="5417158"/>
                </a:lnTo>
                <a:lnTo>
                  <a:pt x="8897000" y="5271893"/>
                </a:lnTo>
                <a:close/>
                <a:moveTo>
                  <a:pt x="10298431" y="5269714"/>
                </a:moveTo>
                <a:lnTo>
                  <a:pt x="10448228" y="5269714"/>
                </a:lnTo>
                <a:lnTo>
                  <a:pt x="10448228" y="5419320"/>
                </a:lnTo>
                <a:lnTo>
                  <a:pt x="10298431" y="5419320"/>
                </a:lnTo>
                <a:close/>
                <a:moveTo>
                  <a:pt x="9091106" y="5266362"/>
                </a:moveTo>
                <a:lnTo>
                  <a:pt x="9091106" y="5422662"/>
                </a:lnTo>
                <a:lnTo>
                  <a:pt x="9247441" y="5422662"/>
                </a:lnTo>
                <a:lnTo>
                  <a:pt x="9247441" y="5266362"/>
                </a:lnTo>
                <a:close/>
                <a:moveTo>
                  <a:pt x="9948157" y="5264194"/>
                </a:moveTo>
                <a:lnTo>
                  <a:pt x="10108794" y="5264194"/>
                </a:lnTo>
                <a:lnTo>
                  <a:pt x="10108794" y="5424834"/>
                </a:lnTo>
                <a:lnTo>
                  <a:pt x="9948157" y="5424834"/>
                </a:lnTo>
                <a:close/>
                <a:moveTo>
                  <a:pt x="9430150" y="5260646"/>
                </a:moveTo>
                <a:lnTo>
                  <a:pt x="9430150" y="5428187"/>
                </a:lnTo>
                <a:lnTo>
                  <a:pt x="9597716" y="5428187"/>
                </a:lnTo>
                <a:lnTo>
                  <a:pt x="9597716" y="5260646"/>
                </a:lnTo>
                <a:close/>
                <a:moveTo>
                  <a:pt x="4510650" y="5168794"/>
                </a:moveTo>
                <a:lnTo>
                  <a:pt x="4510650" y="5175493"/>
                </a:lnTo>
                <a:lnTo>
                  <a:pt x="4517355" y="5175493"/>
                </a:lnTo>
                <a:lnTo>
                  <a:pt x="4517355" y="5168794"/>
                </a:lnTo>
                <a:close/>
                <a:moveTo>
                  <a:pt x="4849872" y="5163084"/>
                </a:moveTo>
                <a:lnTo>
                  <a:pt x="4849872" y="5181019"/>
                </a:lnTo>
                <a:lnTo>
                  <a:pt x="4867813" y="5181019"/>
                </a:lnTo>
                <a:lnTo>
                  <a:pt x="4867813" y="5163084"/>
                </a:lnTo>
                <a:close/>
                <a:moveTo>
                  <a:pt x="5189105" y="5157569"/>
                </a:moveTo>
                <a:lnTo>
                  <a:pt x="5189105" y="5186544"/>
                </a:lnTo>
                <a:lnTo>
                  <a:pt x="5218081" y="5186544"/>
                </a:lnTo>
                <a:lnTo>
                  <a:pt x="5218081" y="5157569"/>
                </a:lnTo>
                <a:close/>
                <a:moveTo>
                  <a:pt x="5528528" y="5152060"/>
                </a:moveTo>
                <a:lnTo>
                  <a:pt x="5528528" y="5192069"/>
                </a:lnTo>
                <a:lnTo>
                  <a:pt x="5568539" y="5192069"/>
                </a:lnTo>
                <a:lnTo>
                  <a:pt x="5568539" y="5152060"/>
                </a:lnTo>
                <a:close/>
                <a:moveTo>
                  <a:pt x="5867738" y="5146523"/>
                </a:moveTo>
                <a:lnTo>
                  <a:pt x="5867738" y="5197573"/>
                </a:lnTo>
                <a:lnTo>
                  <a:pt x="5918807" y="5197573"/>
                </a:lnTo>
                <a:lnTo>
                  <a:pt x="5918807" y="5146523"/>
                </a:lnTo>
                <a:close/>
                <a:moveTo>
                  <a:pt x="6207005" y="5140814"/>
                </a:moveTo>
                <a:lnTo>
                  <a:pt x="6207005" y="5203099"/>
                </a:lnTo>
                <a:lnTo>
                  <a:pt x="6269304" y="5203099"/>
                </a:lnTo>
                <a:lnTo>
                  <a:pt x="6269304" y="5140814"/>
                </a:lnTo>
                <a:close/>
                <a:moveTo>
                  <a:pt x="6546216" y="5135299"/>
                </a:moveTo>
                <a:lnTo>
                  <a:pt x="6546216" y="5208624"/>
                </a:lnTo>
                <a:lnTo>
                  <a:pt x="6619523" y="5208624"/>
                </a:lnTo>
                <a:lnTo>
                  <a:pt x="6619523" y="5135299"/>
                </a:lnTo>
                <a:close/>
                <a:moveTo>
                  <a:pt x="6885650" y="5129980"/>
                </a:moveTo>
                <a:lnTo>
                  <a:pt x="6885650" y="5214340"/>
                </a:lnTo>
                <a:lnTo>
                  <a:pt x="6970020" y="5214340"/>
                </a:lnTo>
                <a:lnTo>
                  <a:pt x="6970020" y="5129980"/>
                </a:lnTo>
                <a:close/>
                <a:moveTo>
                  <a:pt x="7224861" y="5124443"/>
                </a:moveTo>
                <a:lnTo>
                  <a:pt x="7224861" y="5219843"/>
                </a:lnTo>
                <a:lnTo>
                  <a:pt x="7320294" y="5219843"/>
                </a:lnTo>
                <a:lnTo>
                  <a:pt x="7320294" y="5124443"/>
                </a:lnTo>
                <a:close/>
                <a:moveTo>
                  <a:pt x="7564295" y="5118934"/>
                </a:moveTo>
                <a:lnTo>
                  <a:pt x="7564295" y="5225369"/>
                </a:lnTo>
                <a:lnTo>
                  <a:pt x="7670735" y="5225369"/>
                </a:lnTo>
                <a:lnTo>
                  <a:pt x="7670735" y="5118934"/>
                </a:lnTo>
                <a:close/>
                <a:moveTo>
                  <a:pt x="7903338" y="5113219"/>
                </a:moveTo>
                <a:lnTo>
                  <a:pt x="7903338" y="5230890"/>
                </a:lnTo>
                <a:lnTo>
                  <a:pt x="8021008" y="5230890"/>
                </a:lnTo>
                <a:lnTo>
                  <a:pt x="8021008" y="5113219"/>
                </a:lnTo>
                <a:close/>
                <a:moveTo>
                  <a:pt x="8242772" y="5107710"/>
                </a:moveTo>
                <a:lnTo>
                  <a:pt x="8242772" y="5236415"/>
                </a:lnTo>
                <a:lnTo>
                  <a:pt x="8371450" y="5236415"/>
                </a:lnTo>
                <a:lnTo>
                  <a:pt x="8371450" y="5107710"/>
                </a:lnTo>
                <a:close/>
                <a:moveTo>
                  <a:pt x="8581983" y="5102178"/>
                </a:moveTo>
                <a:lnTo>
                  <a:pt x="8581983" y="5241923"/>
                </a:lnTo>
                <a:lnTo>
                  <a:pt x="8721724" y="5241923"/>
                </a:lnTo>
                <a:lnTo>
                  <a:pt x="8721724" y="5102178"/>
                </a:lnTo>
                <a:close/>
                <a:moveTo>
                  <a:pt x="10473651" y="5100022"/>
                </a:moveTo>
                <a:lnTo>
                  <a:pt x="10617583" y="5100022"/>
                </a:lnTo>
                <a:lnTo>
                  <a:pt x="10617583" y="5244091"/>
                </a:lnTo>
                <a:lnTo>
                  <a:pt x="10473651" y="5244091"/>
                </a:lnTo>
                <a:close/>
                <a:moveTo>
                  <a:pt x="8921417" y="5096658"/>
                </a:moveTo>
                <a:lnTo>
                  <a:pt x="8921417" y="5247443"/>
                </a:lnTo>
                <a:lnTo>
                  <a:pt x="9072221" y="5247443"/>
                </a:lnTo>
                <a:lnTo>
                  <a:pt x="9072221" y="5096658"/>
                </a:lnTo>
                <a:close/>
                <a:moveTo>
                  <a:pt x="10123209" y="5094496"/>
                </a:moveTo>
                <a:lnTo>
                  <a:pt x="10278539" y="5094496"/>
                </a:lnTo>
                <a:lnTo>
                  <a:pt x="10278539" y="5249623"/>
                </a:lnTo>
                <a:lnTo>
                  <a:pt x="10123209" y="5249623"/>
                </a:lnTo>
                <a:close/>
                <a:moveTo>
                  <a:pt x="9260460" y="5090954"/>
                </a:moveTo>
                <a:lnTo>
                  <a:pt x="9260460" y="5252969"/>
                </a:lnTo>
                <a:lnTo>
                  <a:pt x="9422494" y="5252969"/>
                </a:lnTo>
                <a:lnTo>
                  <a:pt x="9422494" y="5090954"/>
                </a:lnTo>
                <a:close/>
                <a:moveTo>
                  <a:pt x="9772936" y="5088976"/>
                </a:moveTo>
                <a:lnTo>
                  <a:pt x="9939105" y="5088976"/>
                </a:lnTo>
                <a:lnTo>
                  <a:pt x="9939105" y="5255137"/>
                </a:lnTo>
                <a:lnTo>
                  <a:pt x="9772936" y="5255137"/>
                </a:lnTo>
                <a:close/>
                <a:moveTo>
                  <a:pt x="4680356" y="4993582"/>
                </a:moveTo>
                <a:lnTo>
                  <a:pt x="4680356" y="5005801"/>
                </a:lnTo>
                <a:lnTo>
                  <a:pt x="4692576" y="5005801"/>
                </a:lnTo>
                <a:lnTo>
                  <a:pt x="4692576" y="4993582"/>
                </a:lnTo>
                <a:close/>
                <a:moveTo>
                  <a:pt x="5019589" y="4987872"/>
                </a:moveTo>
                <a:lnTo>
                  <a:pt x="5019589" y="5011327"/>
                </a:lnTo>
                <a:lnTo>
                  <a:pt x="5043045" y="5011327"/>
                </a:lnTo>
                <a:lnTo>
                  <a:pt x="5043045" y="4987872"/>
                </a:lnTo>
                <a:close/>
                <a:moveTo>
                  <a:pt x="5358822" y="4982340"/>
                </a:moveTo>
                <a:lnTo>
                  <a:pt x="5358822" y="5016835"/>
                </a:lnTo>
                <a:lnTo>
                  <a:pt x="5393313" y="5016835"/>
                </a:lnTo>
                <a:lnTo>
                  <a:pt x="5393313" y="4982340"/>
                </a:lnTo>
                <a:close/>
                <a:moveTo>
                  <a:pt x="5698217" y="4976826"/>
                </a:moveTo>
                <a:lnTo>
                  <a:pt x="5698217" y="5022355"/>
                </a:lnTo>
                <a:lnTo>
                  <a:pt x="5743754" y="5022355"/>
                </a:lnTo>
                <a:lnTo>
                  <a:pt x="5743754" y="4976826"/>
                </a:lnTo>
                <a:close/>
                <a:moveTo>
                  <a:pt x="6037483" y="4971507"/>
                </a:moveTo>
                <a:lnTo>
                  <a:pt x="6037483" y="5028071"/>
                </a:lnTo>
                <a:lnTo>
                  <a:pt x="6094027" y="5028071"/>
                </a:lnTo>
                <a:lnTo>
                  <a:pt x="6094027" y="4971507"/>
                </a:lnTo>
                <a:close/>
                <a:moveTo>
                  <a:pt x="6376694" y="4965797"/>
                </a:moveTo>
                <a:lnTo>
                  <a:pt x="6376694" y="5033602"/>
                </a:lnTo>
                <a:lnTo>
                  <a:pt x="6444525" y="5033602"/>
                </a:lnTo>
                <a:lnTo>
                  <a:pt x="6444525" y="4965797"/>
                </a:lnTo>
                <a:close/>
                <a:moveTo>
                  <a:pt x="6715905" y="4960260"/>
                </a:moveTo>
                <a:lnTo>
                  <a:pt x="6715905" y="5039100"/>
                </a:lnTo>
                <a:lnTo>
                  <a:pt x="6794743" y="5039100"/>
                </a:lnTo>
                <a:lnTo>
                  <a:pt x="6794743" y="4960260"/>
                </a:lnTo>
                <a:close/>
                <a:moveTo>
                  <a:pt x="7055339" y="4954751"/>
                </a:moveTo>
                <a:lnTo>
                  <a:pt x="7055339" y="5044625"/>
                </a:lnTo>
                <a:lnTo>
                  <a:pt x="7145240" y="5044625"/>
                </a:lnTo>
                <a:lnTo>
                  <a:pt x="7145240" y="4954751"/>
                </a:lnTo>
                <a:close/>
                <a:moveTo>
                  <a:pt x="7394606" y="4949231"/>
                </a:moveTo>
                <a:lnTo>
                  <a:pt x="7394606" y="5050151"/>
                </a:lnTo>
                <a:lnTo>
                  <a:pt x="7495515" y="5050151"/>
                </a:lnTo>
                <a:lnTo>
                  <a:pt x="7495515" y="4949231"/>
                </a:lnTo>
                <a:close/>
                <a:moveTo>
                  <a:pt x="7733817" y="4943527"/>
                </a:moveTo>
                <a:lnTo>
                  <a:pt x="7733817" y="5055677"/>
                </a:lnTo>
                <a:lnTo>
                  <a:pt x="7845956" y="5055677"/>
                </a:lnTo>
                <a:lnTo>
                  <a:pt x="7845956" y="4943527"/>
                </a:lnTo>
                <a:close/>
                <a:moveTo>
                  <a:pt x="8073027" y="4937995"/>
                </a:moveTo>
                <a:lnTo>
                  <a:pt x="8073027" y="5061180"/>
                </a:lnTo>
                <a:lnTo>
                  <a:pt x="8196229" y="5061180"/>
                </a:lnTo>
                <a:lnTo>
                  <a:pt x="8196229" y="4937995"/>
                </a:lnTo>
                <a:close/>
                <a:moveTo>
                  <a:pt x="8412461" y="4932475"/>
                </a:moveTo>
                <a:lnTo>
                  <a:pt x="8412461" y="5066700"/>
                </a:lnTo>
                <a:lnTo>
                  <a:pt x="8546726" y="5066700"/>
                </a:lnTo>
                <a:lnTo>
                  <a:pt x="8546726" y="4932475"/>
                </a:lnTo>
                <a:close/>
                <a:moveTo>
                  <a:pt x="10648927" y="4930308"/>
                </a:moveTo>
                <a:lnTo>
                  <a:pt x="10728325" y="4930308"/>
                </a:lnTo>
                <a:lnTo>
                  <a:pt x="10728325" y="5068874"/>
                </a:lnTo>
                <a:lnTo>
                  <a:pt x="10648927" y="5068874"/>
                </a:lnTo>
                <a:close/>
                <a:moveTo>
                  <a:pt x="8751728" y="4926966"/>
                </a:moveTo>
                <a:lnTo>
                  <a:pt x="8751728" y="5072231"/>
                </a:lnTo>
                <a:lnTo>
                  <a:pt x="8897000" y="5072231"/>
                </a:lnTo>
                <a:lnTo>
                  <a:pt x="8897000" y="4926966"/>
                </a:lnTo>
                <a:close/>
                <a:moveTo>
                  <a:pt x="10298431" y="4924787"/>
                </a:moveTo>
                <a:lnTo>
                  <a:pt x="10448228" y="4924787"/>
                </a:lnTo>
                <a:lnTo>
                  <a:pt x="10448228" y="5074584"/>
                </a:lnTo>
                <a:lnTo>
                  <a:pt x="10298431" y="5074584"/>
                </a:lnTo>
                <a:close/>
                <a:moveTo>
                  <a:pt x="9091106" y="4921648"/>
                </a:moveTo>
                <a:lnTo>
                  <a:pt x="9091106" y="5077948"/>
                </a:lnTo>
                <a:lnTo>
                  <a:pt x="9247441" y="5077948"/>
                </a:lnTo>
                <a:lnTo>
                  <a:pt x="9247441" y="4921648"/>
                </a:lnTo>
                <a:close/>
                <a:moveTo>
                  <a:pt x="9948157" y="4919262"/>
                </a:moveTo>
                <a:lnTo>
                  <a:pt x="10108794" y="4919262"/>
                </a:lnTo>
                <a:lnTo>
                  <a:pt x="10108794" y="5080104"/>
                </a:lnTo>
                <a:lnTo>
                  <a:pt x="9948157" y="5080104"/>
                </a:lnTo>
                <a:close/>
                <a:moveTo>
                  <a:pt x="9430150" y="4915915"/>
                </a:moveTo>
                <a:lnTo>
                  <a:pt x="9430150" y="5083456"/>
                </a:lnTo>
                <a:lnTo>
                  <a:pt x="9597716" y="5083456"/>
                </a:lnTo>
                <a:lnTo>
                  <a:pt x="9597716" y="4915915"/>
                </a:lnTo>
                <a:close/>
                <a:moveTo>
                  <a:pt x="4510650" y="4823862"/>
                </a:moveTo>
                <a:lnTo>
                  <a:pt x="4510650" y="4830567"/>
                </a:lnTo>
                <a:lnTo>
                  <a:pt x="4517355" y="4830567"/>
                </a:lnTo>
                <a:lnTo>
                  <a:pt x="4517355" y="4823862"/>
                </a:lnTo>
                <a:close/>
                <a:moveTo>
                  <a:pt x="4849872" y="4818157"/>
                </a:moveTo>
                <a:lnTo>
                  <a:pt x="4849872" y="4836091"/>
                </a:lnTo>
                <a:lnTo>
                  <a:pt x="4867813" y="4836091"/>
                </a:lnTo>
                <a:lnTo>
                  <a:pt x="4867813" y="4818157"/>
                </a:lnTo>
                <a:close/>
                <a:moveTo>
                  <a:pt x="5189105" y="4812838"/>
                </a:moveTo>
                <a:lnTo>
                  <a:pt x="5189105" y="4841813"/>
                </a:lnTo>
                <a:lnTo>
                  <a:pt x="5218081" y="4841813"/>
                </a:lnTo>
                <a:lnTo>
                  <a:pt x="5218081" y="4812838"/>
                </a:lnTo>
                <a:close/>
                <a:moveTo>
                  <a:pt x="5528528" y="4807318"/>
                </a:moveTo>
                <a:lnTo>
                  <a:pt x="5528528" y="4847333"/>
                </a:lnTo>
                <a:lnTo>
                  <a:pt x="5568539" y="4847333"/>
                </a:lnTo>
                <a:lnTo>
                  <a:pt x="5568539" y="4807318"/>
                </a:lnTo>
                <a:close/>
                <a:moveTo>
                  <a:pt x="5867738" y="4801809"/>
                </a:moveTo>
                <a:lnTo>
                  <a:pt x="5867738" y="4852859"/>
                </a:lnTo>
                <a:lnTo>
                  <a:pt x="5918807" y="4852859"/>
                </a:lnTo>
                <a:lnTo>
                  <a:pt x="5918807" y="4801809"/>
                </a:lnTo>
                <a:close/>
                <a:moveTo>
                  <a:pt x="6207005" y="4796083"/>
                </a:moveTo>
                <a:lnTo>
                  <a:pt x="6207005" y="4858362"/>
                </a:lnTo>
                <a:lnTo>
                  <a:pt x="6269304" y="4858362"/>
                </a:lnTo>
                <a:lnTo>
                  <a:pt x="6269304" y="4796083"/>
                </a:lnTo>
                <a:close/>
                <a:moveTo>
                  <a:pt x="6546216" y="4790562"/>
                </a:moveTo>
                <a:lnTo>
                  <a:pt x="6546216" y="4863887"/>
                </a:lnTo>
                <a:lnTo>
                  <a:pt x="6619523" y="4863887"/>
                </a:lnTo>
                <a:lnTo>
                  <a:pt x="6619523" y="4790562"/>
                </a:lnTo>
                <a:close/>
                <a:moveTo>
                  <a:pt x="6885650" y="4785053"/>
                </a:moveTo>
                <a:lnTo>
                  <a:pt x="6885650" y="4869413"/>
                </a:lnTo>
                <a:lnTo>
                  <a:pt x="6970020" y="4869413"/>
                </a:lnTo>
                <a:lnTo>
                  <a:pt x="6970020" y="4785053"/>
                </a:lnTo>
                <a:close/>
                <a:moveTo>
                  <a:pt x="7224861" y="4779517"/>
                </a:moveTo>
                <a:lnTo>
                  <a:pt x="7224861" y="4874911"/>
                </a:lnTo>
                <a:lnTo>
                  <a:pt x="7320294" y="4874911"/>
                </a:lnTo>
                <a:lnTo>
                  <a:pt x="7320294" y="4779517"/>
                </a:lnTo>
                <a:close/>
                <a:moveTo>
                  <a:pt x="7564295" y="4774008"/>
                </a:moveTo>
                <a:lnTo>
                  <a:pt x="7564295" y="4880443"/>
                </a:lnTo>
                <a:lnTo>
                  <a:pt x="7670735" y="4880443"/>
                </a:lnTo>
                <a:lnTo>
                  <a:pt x="7670735" y="4774008"/>
                </a:lnTo>
                <a:close/>
                <a:moveTo>
                  <a:pt x="7903338" y="4768292"/>
                </a:moveTo>
                <a:lnTo>
                  <a:pt x="7903338" y="4885963"/>
                </a:lnTo>
                <a:lnTo>
                  <a:pt x="8021008" y="4885963"/>
                </a:lnTo>
                <a:lnTo>
                  <a:pt x="8021008" y="4768292"/>
                </a:lnTo>
                <a:close/>
                <a:moveTo>
                  <a:pt x="8242772" y="4762973"/>
                </a:moveTo>
                <a:lnTo>
                  <a:pt x="8242772" y="4891678"/>
                </a:lnTo>
                <a:lnTo>
                  <a:pt x="8371450" y="4891678"/>
                </a:lnTo>
                <a:lnTo>
                  <a:pt x="8371450" y="4762973"/>
                </a:lnTo>
                <a:close/>
                <a:moveTo>
                  <a:pt x="8581983" y="4757464"/>
                </a:moveTo>
                <a:lnTo>
                  <a:pt x="8581983" y="4897209"/>
                </a:lnTo>
                <a:lnTo>
                  <a:pt x="8721724" y="4897209"/>
                </a:lnTo>
                <a:lnTo>
                  <a:pt x="8721724" y="4757464"/>
                </a:lnTo>
                <a:close/>
                <a:moveTo>
                  <a:pt x="10473651" y="4755285"/>
                </a:moveTo>
                <a:lnTo>
                  <a:pt x="10617583" y="4755285"/>
                </a:lnTo>
                <a:lnTo>
                  <a:pt x="10617583" y="4899372"/>
                </a:lnTo>
                <a:lnTo>
                  <a:pt x="10473651" y="4899372"/>
                </a:lnTo>
                <a:close/>
                <a:moveTo>
                  <a:pt x="8921417" y="4751928"/>
                </a:moveTo>
                <a:lnTo>
                  <a:pt x="8921417" y="4902713"/>
                </a:lnTo>
                <a:lnTo>
                  <a:pt x="9072221" y="4902713"/>
                </a:lnTo>
                <a:lnTo>
                  <a:pt x="9072221" y="4751928"/>
                </a:lnTo>
                <a:close/>
                <a:moveTo>
                  <a:pt x="10123209" y="4749765"/>
                </a:moveTo>
                <a:lnTo>
                  <a:pt x="10278539" y="4749765"/>
                </a:lnTo>
                <a:lnTo>
                  <a:pt x="10278539" y="4904886"/>
                </a:lnTo>
                <a:lnTo>
                  <a:pt x="10123209" y="4904886"/>
                </a:lnTo>
                <a:close/>
                <a:moveTo>
                  <a:pt x="9260460" y="4746217"/>
                </a:moveTo>
                <a:lnTo>
                  <a:pt x="9260460" y="4908233"/>
                </a:lnTo>
                <a:lnTo>
                  <a:pt x="9422494" y="4908233"/>
                </a:lnTo>
                <a:lnTo>
                  <a:pt x="9422494" y="4746217"/>
                </a:lnTo>
                <a:close/>
                <a:moveTo>
                  <a:pt x="9772936" y="4744044"/>
                </a:moveTo>
                <a:lnTo>
                  <a:pt x="9939105" y="4744044"/>
                </a:lnTo>
                <a:lnTo>
                  <a:pt x="9939105" y="4910401"/>
                </a:lnTo>
                <a:lnTo>
                  <a:pt x="9772936" y="4910401"/>
                </a:lnTo>
                <a:close/>
                <a:moveTo>
                  <a:pt x="4680356" y="4648851"/>
                </a:moveTo>
                <a:lnTo>
                  <a:pt x="4680356" y="4661070"/>
                </a:lnTo>
                <a:lnTo>
                  <a:pt x="4692576" y="4661070"/>
                </a:lnTo>
                <a:lnTo>
                  <a:pt x="4692576" y="4648851"/>
                </a:lnTo>
                <a:close/>
                <a:moveTo>
                  <a:pt x="5019589" y="4643135"/>
                </a:moveTo>
                <a:lnTo>
                  <a:pt x="5019589" y="4666590"/>
                </a:lnTo>
                <a:lnTo>
                  <a:pt x="5043045" y="4666590"/>
                </a:lnTo>
                <a:lnTo>
                  <a:pt x="5043045" y="4643135"/>
                </a:lnTo>
                <a:close/>
                <a:moveTo>
                  <a:pt x="5358822" y="4637626"/>
                </a:moveTo>
                <a:lnTo>
                  <a:pt x="5358822" y="4672115"/>
                </a:lnTo>
                <a:lnTo>
                  <a:pt x="5393313" y="4672115"/>
                </a:lnTo>
                <a:lnTo>
                  <a:pt x="5393313" y="4637626"/>
                </a:lnTo>
                <a:close/>
                <a:moveTo>
                  <a:pt x="5698217" y="4632095"/>
                </a:moveTo>
                <a:lnTo>
                  <a:pt x="5698217" y="4677624"/>
                </a:lnTo>
                <a:lnTo>
                  <a:pt x="5743754" y="4677624"/>
                </a:lnTo>
                <a:lnTo>
                  <a:pt x="5743754" y="4632095"/>
                </a:lnTo>
                <a:close/>
                <a:moveTo>
                  <a:pt x="6037483" y="4626575"/>
                </a:moveTo>
                <a:lnTo>
                  <a:pt x="6037483" y="4683145"/>
                </a:lnTo>
                <a:lnTo>
                  <a:pt x="6094027" y="4683145"/>
                </a:lnTo>
                <a:lnTo>
                  <a:pt x="6094027" y="4626575"/>
                </a:lnTo>
                <a:close/>
                <a:moveTo>
                  <a:pt x="6376694" y="4620870"/>
                </a:moveTo>
                <a:lnTo>
                  <a:pt x="6376694" y="4688670"/>
                </a:lnTo>
                <a:lnTo>
                  <a:pt x="6444525" y="4688670"/>
                </a:lnTo>
                <a:lnTo>
                  <a:pt x="6444525" y="4620870"/>
                </a:lnTo>
                <a:close/>
                <a:moveTo>
                  <a:pt x="6715905" y="4615334"/>
                </a:moveTo>
                <a:lnTo>
                  <a:pt x="6715905" y="4694174"/>
                </a:lnTo>
                <a:lnTo>
                  <a:pt x="6794743" y="4694174"/>
                </a:lnTo>
                <a:lnTo>
                  <a:pt x="6794743" y="4615334"/>
                </a:lnTo>
                <a:close/>
                <a:moveTo>
                  <a:pt x="7055339" y="4610009"/>
                </a:moveTo>
                <a:lnTo>
                  <a:pt x="7055339" y="4699889"/>
                </a:lnTo>
                <a:lnTo>
                  <a:pt x="7145240" y="4699889"/>
                </a:lnTo>
                <a:lnTo>
                  <a:pt x="7145240" y="4610009"/>
                </a:lnTo>
                <a:close/>
                <a:moveTo>
                  <a:pt x="7394606" y="4604500"/>
                </a:moveTo>
                <a:lnTo>
                  <a:pt x="7394606" y="4705415"/>
                </a:lnTo>
                <a:lnTo>
                  <a:pt x="7495515" y="4705415"/>
                </a:lnTo>
                <a:lnTo>
                  <a:pt x="7495515" y="4604500"/>
                </a:lnTo>
                <a:close/>
                <a:moveTo>
                  <a:pt x="7733817" y="4598790"/>
                </a:moveTo>
                <a:lnTo>
                  <a:pt x="7733817" y="4710940"/>
                </a:lnTo>
                <a:lnTo>
                  <a:pt x="7845956" y="4710940"/>
                </a:lnTo>
                <a:lnTo>
                  <a:pt x="7845956" y="4598790"/>
                </a:lnTo>
                <a:close/>
                <a:moveTo>
                  <a:pt x="8073027" y="4593276"/>
                </a:moveTo>
                <a:lnTo>
                  <a:pt x="8073027" y="4716466"/>
                </a:lnTo>
                <a:lnTo>
                  <a:pt x="8196229" y="4716466"/>
                </a:lnTo>
                <a:lnTo>
                  <a:pt x="8196229" y="4593276"/>
                </a:lnTo>
                <a:close/>
                <a:moveTo>
                  <a:pt x="8412461" y="4587745"/>
                </a:moveTo>
                <a:lnTo>
                  <a:pt x="8412461" y="4721970"/>
                </a:lnTo>
                <a:lnTo>
                  <a:pt x="8546726" y="4721970"/>
                </a:lnTo>
                <a:lnTo>
                  <a:pt x="8546726" y="4587745"/>
                </a:lnTo>
                <a:close/>
                <a:moveTo>
                  <a:pt x="10648927" y="4585577"/>
                </a:moveTo>
                <a:lnTo>
                  <a:pt x="10728325" y="4585577"/>
                </a:lnTo>
                <a:lnTo>
                  <a:pt x="10728325" y="4723942"/>
                </a:lnTo>
                <a:lnTo>
                  <a:pt x="10648927" y="4723942"/>
                </a:lnTo>
                <a:close/>
                <a:moveTo>
                  <a:pt x="8751728" y="4582230"/>
                </a:moveTo>
                <a:lnTo>
                  <a:pt x="8751728" y="4727495"/>
                </a:lnTo>
                <a:lnTo>
                  <a:pt x="8897000" y="4727495"/>
                </a:lnTo>
                <a:lnTo>
                  <a:pt x="8897000" y="4582230"/>
                </a:lnTo>
                <a:close/>
                <a:moveTo>
                  <a:pt x="10298431" y="4580051"/>
                </a:moveTo>
                <a:lnTo>
                  <a:pt x="10448228" y="4580051"/>
                </a:lnTo>
                <a:lnTo>
                  <a:pt x="10448228" y="4729657"/>
                </a:lnTo>
                <a:lnTo>
                  <a:pt x="10298431" y="4729657"/>
                </a:lnTo>
                <a:close/>
                <a:moveTo>
                  <a:pt x="9091106" y="4576716"/>
                </a:moveTo>
                <a:lnTo>
                  <a:pt x="9091106" y="4733021"/>
                </a:lnTo>
                <a:lnTo>
                  <a:pt x="9247441" y="4733021"/>
                </a:lnTo>
                <a:lnTo>
                  <a:pt x="9247441" y="4576716"/>
                </a:lnTo>
                <a:close/>
                <a:moveTo>
                  <a:pt x="9948157" y="4574548"/>
                </a:moveTo>
                <a:lnTo>
                  <a:pt x="10108794" y="4574548"/>
                </a:lnTo>
                <a:lnTo>
                  <a:pt x="10108794" y="4735166"/>
                </a:lnTo>
                <a:lnTo>
                  <a:pt x="9948157" y="4735166"/>
                </a:lnTo>
                <a:close/>
                <a:moveTo>
                  <a:pt x="9430150" y="4570989"/>
                </a:moveTo>
                <a:lnTo>
                  <a:pt x="9430150" y="4738524"/>
                </a:lnTo>
                <a:lnTo>
                  <a:pt x="9597716" y="4738524"/>
                </a:lnTo>
                <a:lnTo>
                  <a:pt x="9597716" y="4570989"/>
                </a:lnTo>
                <a:close/>
                <a:moveTo>
                  <a:pt x="4510650" y="4479148"/>
                </a:moveTo>
                <a:lnTo>
                  <a:pt x="4510650" y="4485853"/>
                </a:lnTo>
                <a:lnTo>
                  <a:pt x="4517355" y="4485853"/>
                </a:lnTo>
                <a:lnTo>
                  <a:pt x="4517355" y="4479148"/>
                </a:lnTo>
                <a:close/>
                <a:moveTo>
                  <a:pt x="4849872" y="4473421"/>
                </a:moveTo>
                <a:lnTo>
                  <a:pt x="4849872" y="4491356"/>
                </a:lnTo>
                <a:lnTo>
                  <a:pt x="4867813" y="4491356"/>
                </a:lnTo>
                <a:lnTo>
                  <a:pt x="4867813" y="4473421"/>
                </a:lnTo>
                <a:close/>
                <a:moveTo>
                  <a:pt x="5189105" y="4467906"/>
                </a:moveTo>
                <a:lnTo>
                  <a:pt x="5189105" y="4496881"/>
                </a:lnTo>
                <a:lnTo>
                  <a:pt x="5218081" y="4496881"/>
                </a:lnTo>
                <a:lnTo>
                  <a:pt x="5218081" y="4467906"/>
                </a:lnTo>
                <a:close/>
                <a:moveTo>
                  <a:pt x="5528528" y="4462392"/>
                </a:moveTo>
                <a:lnTo>
                  <a:pt x="5528528" y="4502401"/>
                </a:lnTo>
                <a:lnTo>
                  <a:pt x="5568539" y="4502401"/>
                </a:lnTo>
                <a:lnTo>
                  <a:pt x="5568539" y="4462392"/>
                </a:lnTo>
                <a:close/>
                <a:moveTo>
                  <a:pt x="5867738" y="4456883"/>
                </a:moveTo>
                <a:lnTo>
                  <a:pt x="5867738" y="4507933"/>
                </a:lnTo>
                <a:lnTo>
                  <a:pt x="5918807" y="4507933"/>
                </a:lnTo>
                <a:lnTo>
                  <a:pt x="5918807" y="4456883"/>
                </a:lnTo>
                <a:close/>
                <a:moveTo>
                  <a:pt x="6207005" y="4451357"/>
                </a:moveTo>
                <a:lnTo>
                  <a:pt x="6207005" y="4513642"/>
                </a:lnTo>
                <a:lnTo>
                  <a:pt x="6269248" y="4513642"/>
                </a:lnTo>
                <a:lnTo>
                  <a:pt x="6269248" y="4451357"/>
                </a:lnTo>
                <a:close/>
                <a:moveTo>
                  <a:pt x="6546216" y="4445826"/>
                </a:moveTo>
                <a:lnTo>
                  <a:pt x="6546216" y="4519151"/>
                </a:lnTo>
                <a:lnTo>
                  <a:pt x="6619523" y="4519151"/>
                </a:lnTo>
                <a:lnTo>
                  <a:pt x="6619523" y="4445826"/>
                </a:lnTo>
                <a:close/>
                <a:moveTo>
                  <a:pt x="6885650" y="4440317"/>
                </a:moveTo>
                <a:lnTo>
                  <a:pt x="6885650" y="4524677"/>
                </a:lnTo>
                <a:lnTo>
                  <a:pt x="6970020" y="4524677"/>
                </a:lnTo>
                <a:lnTo>
                  <a:pt x="6970020" y="4440317"/>
                </a:lnTo>
                <a:close/>
                <a:moveTo>
                  <a:pt x="7224861" y="4434803"/>
                </a:moveTo>
                <a:lnTo>
                  <a:pt x="7224861" y="4530197"/>
                </a:lnTo>
                <a:lnTo>
                  <a:pt x="7320294" y="4530197"/>
                </a:lnTo>
                <a:lnTo>
                  <a:pt x="7320294" y="4434803"/>
                </a:lnTo>
                <a:close/>
                <a:moveTo>
                  <a:pt x="7564295" y="4429266"/>
                </a:moveTo>
                <a:lnTo>
                  <a:pt x="7564295" y="4535701"/>
                </a:lnTo>
                <a:lnTo>
                  <a:pt x="7670735" y="4535701"/>
                </a:lnTo>
                <a:lnTo>
                  <a:pt x="7670735" y="4429266"/>
                </a:lnTo>
                <a:close/>
                <a:moveTo>
                  <a:pt x="7903338" y="4423561"/>
                </a:moveTo>
                <a:lnTo>
                  <a:pt x="7903338" y="4541232"/>
                </a:lnTo>
                <a:lnTo>
                  <a:pt x="8021008" y="4541232"/>
                </a:lnTo>
                <a:lnTo>
                  <a:pt x="8021008" y="4423561"/>
                </a:lnTo>
                <a:close/>
                <a:moveTo>
                  <a:pt x="8242772" y="4418047"/>
                </a:moveTo>
                <a:lnTo>
                  <a:pt x="8242772" y="4546752"/>
                </a:lnTo>
                <a:lnTo>
                  <a:pt x="8371450" y="4546752"/>
                </a:lnTo>
                <a:lnTo>
                  <a:pt x="8371450" y="4418047"/>
                </a:lnTo>
                <a:close/>
                <a:moveTo>
                  <a:pt x="8581983" y="4412532"/>
                </a:moveTo>
                <a:lnTo>
                  <a:pt x="8581983" y="4552277"/>
                </a:lnTo>
                <a:lnTo>
                  <a:pt x="8721724" y="4552277"/>
                </a:lnTo>
                <a:lnTo>
                  <a:pt x="8721724" y="4412532"/>
                </a:lnTo>
                <a:close/>
                <a:moveTo>
                  <a:pt x="10473651" y="4410359"/>
                </a:moveTo>
                <a:lnTo>
                  <a:pt x="10617583" y="4410359"/>
                </a:lnTo>
                <a:lnTo>
                  <a:pt x="10617583" y="4554635"/>
                </a:lnTo>
                <a:lnTo>
                  <a:pt x="10473651" y="4554635"/>
                </a:lnTo>
                <a:close/>
                <a:moveTo>
                  <a:pt x="8921417" y="4407001"/>
                </a:moveTo>
                <a:lnTo>
                  <a:pt x="8921417" y="4557786"/>
                </a:lnTo>
                <a:lnTo>
                  <a:pt x="9072221" y="4557786"/>
                </a:lnTo>
                <a:lnTo>
                  <a:pt x="9072221" y="4407001"/>
                </a:lnTo>
                <a:close/>
                <a:moveTo>
                  <a:pt x="10123209" y="4404839"/>
                </a:moveTo>
                <a:lnTo>
                  <a:pt x="10278539" y="4404839"/>
                </a:lnTo>
                <a:lnTo>
                  <a:pt x="10278539" y="4560155"/>
                </a:lnTo>
                <a:lnTo>
                  <a:pt x="10123209" y="4560155"/>
                </a:lnTo>
                <a:close/>
                <a:moveTo>
                  <a:pt x="9260460" y="4401481"/>
                </a:moveTo>
                <a:lnTo>
                  <a:pt x="9260460" y="4563496"/>
                </a:lnTo>
                <a:lnTo>
                  <a:pt x="9422494" y="4563496"/>
                </a:lnTo>
                <a:lnTo>
                  <a:pt x="9422494" y="4401481"/>
                </a:lnTo>
                <a:close/>
                <a:moveTo>
                  <a:pt x="9772936" y="4399308"/>
                </a:moveTo>
                <a:lnTo>
                  <a:pt x="9939105" y="4399308"/>
                </a:lnTo>
                <a:lnTo>
                  <a:pt x="9939105" y="4565474"/>
                </a:lnTo>
                <a:lnTo>
                  <a:pt x="9772936" y="4565474"/>
                </a:lnTo>
                <a:close/>
                <a:moveTo>
                  <a:pt x="4680356" y="4303919"/>
                </a:moveTo>
                <a:lnTo>
                  <a:pt x="4680356" y="4316144"/>
                </a:lnTo>
                <a:lnTo>
                  <a:pt x="4692576" y="4316144"/>
                </a:lnTo>
                <a:lnTo>
                  <a:pt x="4692576" y="4303919"/>
                </a:lnTo>
                <a:close/>
                <a:moveTo>
                  <a:pt x="5019589" y="4298209"/>
                </a:moveTo>
                <a:lnTo>
                  <a:pt x="5019589" y="4321664"/>
                </a:lnTo>
                <a:lnTo>
                  <a:pt x="5043045" y="4321664"/>
                </a:lnTo>
                <a:lnTo>
                  <a:pt x="5043045" y="4298209"/>
                </a:lnTo>
                <a:close/>
                <a:moveTo>
                  <a:pt x="5358822" y="4292890"/>
                </a:moveTo>
                <a:lnTo>
                  <a:pt x="5358822" y="4327379"/>
                </a:lnTo>
                <a:lnTo>
                  <a:pt x="5393313" y="4327379"/>
                </a:lnTo>
                <a:lnTo>
                  <a:pt x="5393313" y="4292890"/>
                </a:lnTo>
                <a:close/>
                <a:moveTo>
                  <a:pt x="5698217" y="4287353"/>
                </a:moveTo>
                <a:lnTo>
                  <a:pt x="5698217" y="4332888"/>
                </a:lnTo>
                <a:lnTo>
                  <a:pt x="5743754" y="4332888"/>
                </a:lnTo>
                <a:lnTo>
                  <a:pt x="5743754" y="4287353"/>
                </a:lnTo>
                <a:close/>
                <a:moveTo>
                  <a:pt x="6037483" y="4281839"/>
                </a:moveTo>
                <a:lnTo>
                  <a:pt x="6037483" y="4338409"/>
                </a:lnTo>
                <a:lnTo>
                  <a:pt x="6094027" y="4338409"/>
                </a:lnTo>
                <a:lnTo>
                  <a:pt x="6094027" y="4281839"/>
                </a:lnTo>
                <a:close/>
                <a:moveTo>
                  <a:pt x="6376694" y="4276134"/>
                </a:moveTo>
                <a:lnTo>
                  <a:pt x="6376694" y="4343934"/>
                </a:lnTo>
                <a:lnTo>
                  <a:pt x="6444525" y="4343934"/>
                </a:lnTo>
                <a:lnTo>
                  <a:pt x="6444525" y="4276134"/>
                </a:lnTo>
                <a:close/>
                <a:moveTo>
                  <a:pt x="6715905" y="4270614"/>
                </a:moveTo>
                <a:lnTo>
                  <a:pt x="6715905" y="4349454"/>
                </a:lnTo>
                <a:lnTo>
                  <a:pt x="6794743" y="4349454"/>
                </a:lnTo>
                <a:lnTo>
                  <a:pt x="6794743" y="4270614"/>
                </a:lnTo>
                <a:close/>
                <a:moveTo>
                  <a:pt x="7055339" y="4265083"/>
                </a:moveTo>
                <a:lnTo>
                  <a:pt x="7055339" y="4354963"/>
                </a:lnTo>
                <a:lnTo>
                  <a:pt x="7145240" y="4354963"/>
                </a:lnTo>
                <a:lnTo>
                  <a:pt x="7145240" y="4265083"/>
                </a:lnTo>
                <a:close/>
                <a:moveTo>
                  <a:pt x="7394606" y="4259574"/>
                </a:moveTo>
                <a:lnTo>
                  <a:pt x="7394606" y="4360488"/>
                </a:lnTo>
                <a:lnTo>
                  <a:pt x="7495515" y="4360488"/>
                </a:lnTo>
                <a:lnTo>
                  <a:pt x="7495515" y="4259574"/>
                </a:lnTo>
                <a:close/>
                <a:moveTo>
                  <a:pt x="7733817" y="4253858"/>
                </a:moveTo>
                <a:lnTo>
                  <a:pt x="7733817" y="4366008"/>
                </a:lnTo>
                <a:lnTo>
                  <a:pt x="7845956" y="4366008"/>
                </a:lnTo>
                <a:lnTo>
                  <a:pt x="7845956" y="4253858"/>
                </a:lnTo>
                <a:close/>
                <a:moveTo>
                  <a:pt x="8073027" y="4248349"/>
                </a:moveTo>
                <a:lnTo>
                  <a:pt x="8073027" y="4371539"/>
                </a:lnTo>
                <a:lnTo>
                  <a:pt x="8196229" y="4371539"/>
                </a:lnTo>
                <a:lnTo>
                  <a:pt x="8196229" y="4248349"/>
                </a:lnTo>
                <a:close/>
                <a:moveTo>
                  <a:pt x="8412461" y="4243008"/>
                </a:moveTo>
                <a:lnTo>
                  <a:pt x="8412461" y="4377233"/>
                </a:lnTo>
                <a:lnTo>
                  <a:pt x="8546726" y="4377233"/>
                </a:lnTo>
                <a:lnTo>
                  <a:pt x="8546726" y="4243008"/>
                </a:lnTo>
                <a:close/>
                <a:moveTo>
                  <a:pt x="10648927" y="4240841"/>
                </a:moveTo>
                <a:lnTo>
                  <a:pt x="10728325" y="4240841"/>
                </a:lnTo>
                <a:lnTo>
                  <a:pt x="10728325" y="4379211"/>
                </a:lnTo>
                <a:lnTo>
                  <a:pt x="10648927" y="4379211"/>
                </a:lnTo>
                <a:close/>
                <a:moveTo>
                  <a:pt x="8751728" y="4237494"/>
                </a:moveTo>
                <a:lnTo>
                  <a:pt x="8751728" y="4382754"/>
                </a:lnTo>
                <a:lnTo>
                  <a:pt x="8897000" y="4382754"/>
                </a:lnTo>
                <a:lnTo>
                  <a:pt x="8897000" y="4237494"/>
                </a:lnTo>
                <a:close/>
                <a:moveTo>
                  <a:pt x="10298431" y="4235337"/>
                </a:moveTo>
                <a:lnTo>
                  <a:pt x="10448228" y="4235337"/>
                </a:lnTo>
                <a:lnTo>
                  <a:pt x="10448228" y="4384921"/>
                </a:lnTo>
                <a:lnTo>
                  <a:pt x="10298431" y="4384921"/>
                </a:lnTo>
                <a:close/>
                <a:moveTo>
                  <a:pt x="9091106" y="4231979"/>
                </a:moveTo>
                <a:lnTo>
                  <a:pt x="9091106" y="4388284"/>
                </a:lnTo>
                <a:lnTo>
                  <a:pt x="9247441" y="4388284"/>
                </a:lnTo>
                <a:lnTo>
                  <a:pt x="9247441" y="4231979"/>
                </a:lnTo>
                <a:close/>
                <a:moveTo>
                  <a:pt x="9948157" y="4229616"/>
                </a:moveTo>
                <a:lnTo>
                  <a:pt x="10108794" y="4229616"/>
                </a:lnTo>
                <a:lnTo>
                  <a:pt x="10108794" y="4390452"/>
                </a:lnTo>
                <a:lnTo>
                  <a:pt x="9948157" y="4390452"/>
                </a:lnTo>
                <a:close/>
                <a:moveTo>
                  <a:pt x="9430150" y="4226269"/>
                </a:moveTo>
                <a:lnTo>
                  <a:pt x="9430150" y="4393804"/>
                </a:lnTo>
                <a:lnTo>
                  <a:pt x="9597716" y="4393804"/>
                </a:lnTo>
                <a:lnTo>
                  <a:pt x="9597716" y="4226269"/>
                </a:lnTo>
                <a:close/>
                <a:moveTo>
                  <a:pt x="4510650" y="4134411"/>
                </a:moveTo>
                <a:lnTo>
                  <a:pt x="4510650" y="4141110"/>
                </a:lnTo>
                <a:lnTo>
                  <a:pt x="4517355" y="4141110"/>
                </a:lnTo>
                <a:lnTo>
                  <a:pt x="4517355" y="4134411"/>
                </a:lnTo>
                <a:close/>
                <a:moveTo>
                  <a:pt x="4849872" y="4128701"/>
                </a:moveTo>
                <a:lnTo>
                  <a:pt x="4849872" y="4146641"/>
                </a:lnTo>
                <a:lnTo>
                  <a:pt x="4867813" y="4146641"/>
                </a:lnTo>
                <a:lnTo>
                  <a:pt x="4867813" y="4128701"/>
                </a:lnTo>
                <a:close/>
                <a:moveTo>
                  <a:pt x="5189105" y="4123170"/>
                </a:moveTo>
                <a:lnTo>
                  <a:pt x="5189105" y="4152145"/>
                </a:lnTo>
                <a:lnTo>
                  <a:pt x="5218081" y="4152145"/>
                </a:lnTo>
                <a:lnTo>
                  <a:pt x="5218081" y="4123170"/>
                </a:lnTo>
                <a:close/>
                <a:moveTo>
                  <a:pt x="5528528" y="4117656"/>
                </a:moveTo>
                <a:lnTo>
                  <a:pt x="5528528" y="4157665"/>
                </a:lnTo>
                <a:lnTo>
                  <a:pt x="5568539" y="4157665"/>
                </a:lnTo>
                <a:lnTo>
                  <a:pt x="5568539" y="4117656"/>
                </a:lnTo>
                <a:close/>
                <a:moveTo>
                  <a:pt x="5867738" y="4112147"/>
                </a:moveTo>
                <a:lnTo>
                  <a:pt x="5867738" y="4163197"/>
                </a:lnTo>
                <a:lnTo>
                  <a:pt x="5918807" y="4163197"/>
                </a:lnTo>
                <a:lnTo>
                  <a:pt x="5918807" y="4112147"/>
                </a:lnTo>
                <a:close/>
                <a:moveTo>
                  <a:pt x="6207005" y="4106431"/>
                </a:moveTo>
                <a:lnTo>
                  <a:pt x="6207005" y="4168716"/>
                </a:lnTo>
                <a:lnTo>
                  <a:pt x="6269248" y="4168716"/>
                </a:lnTo>
                <a:lnTo>
                  <a:pt x="6269248" y="4106431"/>
                </a:lnTo>
                <a:close/>
                <a:moveTo>
                  <a:pt x="6546216" y="4100900"/>
                </a:moveTo>
                <a:lnTo>
                  <a:pt x="6546216" y="4174220"/>
                </a:lnTo>
                <a:lnTo>
                  <a:pt x="6619523" y="4174220"/>
                </a:lnTo>
                <a:lnTo>
                  <a:pt x="6619523" y="4100900"/>
                </a:lnTo>
                <a:close/>
                <a:moveTo>
                  <a:pt x="6885650" y="4095391"/>
                </a:moveTo>
                <a:lnTo>
                  <a:pt x="6885650" y="4179745"/>
                </a:lnTo>
                <a:lnTo>
                  <a:pt x="6970020" y="4179745"/>
                </a:lnTo>
                <a:lnTo>
                  <a:pt x="6970020" y="4095391"/>
                </a:lnTo>
                <a:close/>
                <a:moveTo>
                  <a:pt x="7224861" y="4090061"/>
                </a:moveTo>
                <a:lnTo>
                  <a:pt x="7224861" y="4185461"/>
                </a:lnTo>
                <a:lnTo>
                  <a:pt x="7320294" y="4185461"/>
                </a:lnTo>
                <a:lnTo>
                  <a:pt x="7320294" y="4090061"/>
                </a:lnTo>
                <a:close/>
                <a:moveTo>
                  <a:pt x="7564295" y="4084552"/>
                </a:moveTo>
                <a:lnTo>
                  <a:pt x="7564295" y="4190987"/>
                </a:lnTo>
                <a:lnTo>
                  <a:pt x="7670735" y="4190987"/>
                </a:lnTo>
                <a:lnTo>
                  <a:pt x="7670735" y="4084552"/>
                </a:lnTo>
                <a:close/>
                <a:moveTo>
                  <a:pt x="7903338" y="4078825"/>
                </a:moveTo>
                <a:lnTo>
                  <a:pt x="7903338" y="4196495"/>
                </a:lnTo>
                <a:lnTo>
                  <a:pt x="8021008" y="4196495"/>
                </a:lnTo>
                <a:lnTo>
                  <a:pt x="8021008" y="4078825"/>
                </a:lnTo>
                <a:close/>
                <a:moveTo>
                  <a:pt x="8242772" y="4073305"/>
                </a:moveTo>
                <a:lnTo>
                  <a:pt x="8242772" y="4202016"/>
                </a:lnTo>
                <a:lnTo>
                  <a:pt x="8371450" y="4202016"/>
                </a:lnTo>
                <a:lnTo>
                  <a:pt x="8371450" y="4073305"/>
                </a:lnTo>
                <a:close/>
                <a:moveTo>
                  <a:pt x="8581983" y="4067796"/>
                </a:moveTo>
                <a:lnTo>
                  <a:pt x="8581983" y="4207541"/>
                </a:lnTo>
                <a:lnTo>
                  <a:pt x="8721724" y="4207541"/>
                </a:lnTo>
                <a:lnTo>
                  <a:pt x="8721724" y="4067796"/>
                </a:lnTo>
                <a:close/>
                <a:moveTo>
                  <a:pt x="10473651" y="4065623"/>
                </a:moveTo>
                <a:lnTo>
                  <a:pt x="10617583" y="4065623"/>
                </a:lnTo>
                <a:lnTo>
                  <a:pt x="10617583" y="4209709"/>
                </a:lnTo>
                <a:lnTo>
                  <a:pt x="10473651" y="4209709"/>
                </a:lnTo>
                <a:close/>
                <a:moveTo>
                  <a:pt x="8921417" y="4062282"/>
                </a:moveTo>
                <a:lnTo>
                  <a:pt x="8921417" y="4213062"/>
                </a:lnTo>
                <a:lnTo>
                  <a:pt x="9072221" y="4213062"/>
                </a:lnTo>
                <a:lnTo>
                  <a:pt x="9072221" y="4062282"/>
                </a:lnTo>
                <a:close/>
                <a:moveTo>
                  <a:pt x="10123209" y="4060097"/>
                </a:moveTo>
                <a:lnTo>
                  <a:pt x="10278539" y="4060097"/>
                </a:lnTo>
                <a:lnTo>
                  <a:pt x="10278539" y="4215223"/>
                </a:lnTo>
                <a:lnTo>
                  <a:pt x="10123209" y="4215223"/>
                </a:lnTo>
                <a:close/>
                <a:moveTo>
                  <a:pt x="9260460" y="4056549"/>
                </a:moveTo>
                <a:lnTo>
                  <a:pt x="9260460" y="4218570"/>
                </a:lnTo>
                <a:lnTo>
                  <a:pt x="9422494" y="4218570"/>
                </a:lnTo>
                <a:lnTo>
                  <a:pt x="9422494" y="4056549"/>
                </a:lnTo>
                <a:close/>
                <a:moveTo>
                  <a:pt x="9772936" y="4054593"/>
                </a:moveTo>
                <a:lnTo>
                  <a:pt x="9939105" y="4054593"/>
                </a:lnTo>
                <a:lnTo>
                  <a:pt x="9939105" y="4220738"/>
                </a:lnTo>
                <a:lnTo>
                  <a:pt x="9772936" y="4220738"/>
                </a:lnTo>
                <a:close/>
                <a:moveTo>
                  <a:pt x="4680356" y="3959183"/>
                </a:moveTo>
                <a:lnTo>
                  <a:pt x="4680356" y="3971402"/>
                </a:lnTo>
                <a:lnTo>
                  <a:pt x="4692576" y="3971402"/>
                </a:lnTo>
                <a:lnTo>
                  <a:pt x="4692576" y="3959183"/>
                </a:lnTo>
                <a:close/>
                <a:moveTo>
                  <a:pt x="5019589" y="3953472"/>
                </a:moveTo>
                <a:lnTo>
                  <a:pt x="5019589" y="3976927"/>
                </a:lnTo>
                <a:lnTo>
                  <a:pt x="5043045" y="3976927"/>
                </a:lnTo>
                <a:lnTo>
                  <a:pt x="5043045" y="3953472"/>
                </a:lnTo>
                <a:close/>
                <a:moveTo>
                  <a:pt x="5358822" y="3947958"/>
                </a:moveTo>
                <a:lnTo>
                  <a:pt x="5358822" y="3982453"/>
                </a:lnTo>
                <a:lnTo>
                  <a:pt x="5393313" y="3982453"/>
                </a:lnTo>
                <a:lnTo>
                  <a:pt x="5393313" y="3947958"/>
                </a:lnTo>
                <a:close/>
                <a:moveTo>
                  <a:pt x="5698217" y="3942427"/>
                </a:moveTo>
                <a:lnTo>
                  <a:pt x="5698217" y="3987956"/>
                </a:lnTo>
                <a:lnTo>
                  <a:pt x="5743754" y="3987956"/>
                </a:lnTo>
                <a:lnTo>
                  <a:pt x="5743754" y="3942427"/>
                </a:lnTo>
                <a:close/>
                <a:moveTo>
                  <a:pt x="6037483" y="3936912"/>
                </a:moveTo>
                <a:lnTo>
                  <a:pt x="6037483" y="3993482"/>
                </a:lnTo>
                <a:lnTo>
                  <a:pt x="6094027" y="3993482"/>
                </a:lnTo>
                <a:lnTo>
                  <a:pt x="6094027" y="3936912"/>
                </a:lnTo>
                <a:close/>
                <a:moveTo>
                  <a:pt x="6376694" y="3931392"/>
                </a:moveTo>
                <a:lnTo>
                  <a:pt x="6376694" y="3999197"/>
                </a:lnTo>
                <a:lnTo>
                  <a:pt x="6444525" y="3999197"/>
                </a:lnTo>
                <a:lnTo>
                  <a:pt x="6444525" y="3931392"/>
                </a:lnTo>
                <a:close/>
                <a:moveTo>
                  <a:pt x="6715905" y="3925878"/>
                </a:moveTo>
                <a:lnTo>
                  <a:pt x="6715905" y="4004718"/>
                </a:lnTo>
                <a:lnTo>
                  <a:pt x="6794743" y="4004718"/>
                </a:lnTo>
                <a:lnTo>
                  <a:pt x="6794743" y="3925878"/>
                </a:lnTo>
                <a:close/>
                <a:moveTo>
                  <a:pt x="7055339" y="3920369"/>
                </a:moveTo>
                <a:lnTo>
                  <a:pt x="7055339" y="4010249"/>
                </a:lnTo>
                <a:lnTo>
                  <a:pt x="7145240" y="4010249"/>
                </a:lnTo>
                <a:lnTo>
                  <a:pt x="7145240" y="3920369"/>
                </a:lnTo>
                <a:close/>
                <a:moveTo>
                  <a:pt x="7394606" y="3914838"/>
                </a:moveTo>
                <a:lnTo>
                  <a:pt x="7394606" y="4015753"/>
                </a:lnTo>
                <a:lnTo>
                  <a:pt x="7495515" y="4015753"/>
                </a:lnTo>
                <a:lnTo>
                  <a:pt x="7495515" y="3914838"/>
                </a:lnTo>
                <a:close/>
                <a:moveTo>
                  <a:pt x="7733817" y="3909122"/>
                </a:moveTo>
                <a:lnTo>
                  <a:pt x="7733817" y="4021272"/>
                </a:lnTo>
                <a:lnTo>
                  <a:pt x="7845956" y="4021272"/>
                </a:lnTo>
                <a:lnTo>
                  <a:pt x="7845956" y="3909122"/>
                </a:lnTo>
                <a:close/>
                <a:moveTo>
                  <a:pt x="8073027" y="3903613"/>
                </a:moveTo>
                <a:lnTo>
                  <a:pt x="8073027" y="4026798"/>
                </a:lnTo>
                <a:lnTo>
                  <a:pt x="8196229" y="4026798"/>
                </a:lnTo>
                <a:lnTo>
                  <a:pt x="8196229" y="3903613"/>
                </a:lnTo>
                <a:close/>
                <a:moveTo>
                  <a:pt x="8412461" y="3898082"/>
                </a:moveTo>
                <a:lnTo>
                  <a:pt x="8412461" y="4032307"/>
                </a:lnTo>
                <a:lnTo>
                  <a:pt x="8546726" y="4032307"/>
                </a:lnTo>
                <a:lnTo>
                  <a:pt x="8546726" y="3898082"/>
                </a:lnTo>
                <a:close/>
                <a:moveTo>
                  <a:pt x="10648927" y="3895914"/>
                </a:moveTo>
                <a:lnTo>
                  <a:pt x="10728325" y="3895914"/>
                </a:lnTo>
                <a:lnTo>
                  <a:pt x="10728325" y="4034475"/>
                </a:lnTo>
                <a:lnTo>
                  <a:pt x="10648927" y="4034475"/>
                </a:lnTo>
                <a:close/>
                <a:moveTo>
                  <a:pt x="8751728" y="3892562"/>
                </a:moveTo>
                <a:lnTo>
                  <a:pt x="8751728" y="4037827"/>
                </a:lnTo>
                <a:lnTo>
                  <a:pt x="8897000" y="4037827"/>
                </a:lnTo>
                <a:lnTo>
                  <a:pt x="8897000" y="3892562"/>
                </a:lnTo>
                <a:close/>
                <a:moveTo>
                  <a:pt x="10298431" y="3890405"/>
                </a:moveTo>
                <a:lnTo>
                  <a:pt x="10448228" y="3890405"/>
                </a:lnTo>
                <a:lnTo>
                  <a:pt x="10448228" y="4040207"/>
                </a:lnTo>
                <a:lnTo>
                  <a:pt x="10298431" y="4040207"/>
                </a:lnTo>
                <a:close/>
                <a:moveTo>
                  <a:pt x="9091106" y="3887053"/>
                </a:moveTo>
                <a:lnTo>
                  <a:pt x="9091106" y="4043353"/>
                </a:lnTo>
                <a:lnTo>
                  <a:pt x="9247441" y="4043353"/>
                </a:lnTo>
                <a:lnTo>
                  <a:pt x="9247441" y="3887053"/>
                </a:lnTo>
                <a:close/>
                <a:moveTo>
                  <a:pt x="9948157" y="3884880"/>
                </a:moveTo>
                <a:lnTo>
                  <a:pt x="10108794" y="3884880"/>
                </a:lnTo>
                <a:lnTo>
                  <a:pt x="10108794" y="4045526"/>
                </a:lnTo>
                <a:lnTo>
                  <a:pt x="9948157" y="4045526"/>
                </a:lnTo>
                <a:close/>
                <a:moveTo>
                  <a:pt x="9430150" y="3881538"/>
                </a:moveTo>
                <a:lnTo>
                  <a:pt x="9430150" y="4049073"/>
                </a:lnTo>
                <a:lnTo>
                  <a:pt x="9597716" y="4049073"/>
                </a:lnTo>
                <a:lnTo>
                  <a:pt x="9597716" y="3881538"/>
                </a:lnTo>
                <a:close/>
                <a:moveTo>
                  <a:pt x="4510650" y="3789485"/>
                </a:moveTo>
                <a:lnTo>
                  <a:pt x="4510650" y="3796184"/>
                </a:lnTo>
                <a:lnTo>
                  <a:pt x="4517355" y="3796184"/>
                </a:lnTo>
                <a:lnTo>
                  <a:pt x="4517355" y="3789485"/>
                </a:lnTo>
                <a:close/>
                <a:moveTo>
                  <a:pt x="4849872" y="3783775"/>
                </a:moveTo>
                <a:lnTo>
                  <a:pt x="4849872" y="3801710"/>
                </a:lnTo>
                <a:lnTo>
                  <a:pt x="4867813" y="3801710"/>
                </a:lnTo>
                <a:lnTo>
                  <a:pt x="4867813" y="3783775"/>
                </a:lnTo>
                <a:close/>
                <a:moveTo>
                  <a:pt x="5189105" y="3778244"/>
                </a:moveTo>
                <a:lnTo>
                  <a:pt x="5189105" y="3807219"/>
                </a:lnTo>
                <a:lnTo>
                  <a:pt x="5218081" y="3807219"/>
                </a:lnTo>
                <a:lnTo>
                  <a:pt x="5218081" y="3778244"/>
                </a:lnTo>
                <a:close/>
                <a:moveTo>
                  <a:pt x="5528528" y="3772925"/>
                </a:moveTo>
                <a:lnTo>
                  <a:pt x="5528528" y="3812934"/>
                </a:lnTo>
                <a:lnTo>
                  <a:pt x="5568539" y="3812934"/>
                </a:lnTo>
                <a:lnTo>
                  <a:pt x="5568539" y="3772925"/>
                </a:lnTo>
                <a:close/>
                <a:moveTo>
                  <a:pt x="5867738" y="3767405"/>
                </a:moveTo>
                <a:lnTo>
                  <a:pt x="5867738" y="3818455"/>
                </a:lnTo>
                <a:lnTo>
                  <a:pt x="5918807" y="3818455"/>
                </a:lnTo>
                <a:lnTo>
                  <a:pt x="5918807" y="3767405"/>
                </a:lnTo>
                <a:close/>
                <a:moveTo>
                  <a:pt x="6207005" y="3761700"/>
                </a:moveTo>
                <a:lnTo>
                  <a:pt x="6207005" y="3823985"/>
                </a:lnTo>
                <a:lnTo>
                  <a:pt x="6269248" y="3823985"/>
                </a:lnTo>
                <a:lnTo>
                  <a:pt x="6269248" y="3761700"/>
                </a:lnTo>
                <a:close/>
                <a:moveTo>
                  <a:pt x="6546216" y="3756186"/>
                </a:moveTo>
                <a:lnTo>
                  <a:pt x="6546216" y="3829506"/>
                </a:lnTo>
                <a:lnTo>
                  <a:pt x="6619523" y="3829506"/>
                </a:lnTo>
                <a:lnTo>
                  <a:pt x="6619523" y="3756186"/>
                </a:lnTo>
                <a:close/>
                <a:moveTo>
                  <a:pt x="6885650" y="3750649"/>
                </a:moveTo>
                <a:lnTo>
                  <a:pt x="6885650" y="3835009"/>
                </a:lnTo>
                <a:lnTo>
                  <a:pt x="6970020" y="3835009"/>
                </a:lnTo>
                <a:lnTo>
                  <a:pt x="6970020" y="3750649"/>
                </a:lnTo>
                <a:close/>
                <a:moveTo>
                  <a:pt x="7224861" y="3745134"/>
                </a:moveTo>
                <a:lnTo>
                  <a:pt x="7224861" y="3840534"/>
                </a:lnTo>
                <a:lnTo>
                  <a:pt x="7320294" y="3840534"/>
                </a:lnTo>
                <a:lnTo>
                  <a:pt x="7320294" y="3745134"/>
                </a:lnTo>
                <a:close/>
                <a:moveTo>
                  <a:pt x="7564295" y="3739626"/>
                </a:moveTo>
                <a:lnTo>
                  <a:pt x="7564295" y="3846061"/>
                </a:lnTo>
                <a:lnTo>
                  <a:pt x="7670735" y="3846061"/>
                </a:lnTo>
                <a:lnTo>
                  <a:pt x="7670735" y="3739626"/>
                </a:lnTo>
                <a:close/>
                <a:moveTo>
                  <a:pt x="7903338" y="3733893"/>
                </a:moveTo>
                <a:lnTo>
                  <a:pt x="7903338" y="3851563"/>
                </a:lnTo>
                <a:lnTo>
                  <a:pt x="8021008" y="3851563"/>
                </a:lnTo>
                <a:lnTo>
                  <a:pt x="8021008" y="3733893"/>
                </a:lnTo>
                <a:close/>
                <a:moveTo>
                  <a:pt x="8242772" y="3728379"/>
                </a:moveTo>
                <a:lnTo>
                  <a:pt x="8242772" y="3857089"/>
                </a:lnTo>
                <a:lnTo>
                  <a:pt x="8371450" y="3857089"/>
                </a:lnTo>
                <a:lnTo>
                  <a:pt x="8371450" y="3728379"/>
                </a:lnTo>
                <a:close/>
                <a:moveTo>
                  <a:pt x="8581983" y="3723060"/>
                </a:moveTo>
                <a:lnTo>
                  <a:pt x="8581983" y="3862805"/>
                </a:lnTo>
                <a:lnTo>
                  <a:pt x="8721724" y="3862805"/>
                </a:lnTo>
                <a:lnTo>
                  <a:pt x="8721724" y="3723060"/>
                </a:lnTo>
                <a:close/>
                <a:moveTo>
                  <a:pt x="10473651" y="3720892"/>
                </a:moveTo>
                <a:lnTo>
                  <a:pt x="10617583" y="3720892"/>
                </a:lnTo>
                <a:lnTo>
                  <a:pt x="10617583" y="3864973"/>
                </a:lnTo>
                <a:lnTo>
                  <a:pt x="10473651" y="3864973"/>
                </a:lnTo>
                <a:close/>
                <a:moveTo>
                  <a:pt x="8921417" y="3717551"/>
                </a:moveTo>
                <a:lnTo>
                  <a:pt x="8921417" y="3868331"/>
                </a:lnTo>
                <a:lnTo>
                  <a:pt x="9072221" y="3868331"/>
                </a:lnTo>
                <a:lnTo>
                  <a:pt x="9072221" y="3717551"/>
                </a:lnTo>
                <a:close/>
                <a:moveTo>
                  <a:pt x="10123209" y="3715171"/>
                </a:moveTo>
                <a:lnTo>
                  <a:pt x="10278539" y="3715171"/>
                </a:lnTo>
                <a:lnTo>
                  <a:pt x="10278539" y="3870487"/>
                </a:lnTo>
                <a:lnTo>
                  <a:pt x="10123209" y="3870487"/>
                </a:lnTo>
                <a:close/>
                <a:moveTo>
                  <a:pt x="9260460" y="3711835"/>
                </a:moveTo>
                <a:lnTo>
                  <a:pt x="9260460" y="3873850"/>
                </a:lnTo>
                <a:lnTo>
                  <a:pt x="9422494" y="3873850"/>
                </a:lnTo>
                <a:lnTo>
                  <a:pt x="9422494" y="3711835"/>
                </a:lnTo>
                <a:close/>
                <a:moveTo>
                  <a:pt x="9772936" y="3709668"/>
                </a:moveTo>
                <a:lnTo>
                  <a:pt x="9939105" y="3709668"/>
                </a:lnTo>
                <a:lnTo>
                  <a:pt x="9939105" y="3876018"/>
                </a:lnTo>
                <a:lnTo>
                  <a:pt x="9772936" y="3876018"/>
                </a:lnTo>
                <a:close/>
                <a:moveTo>
                  <a:pt x="4680356" y="3614469"/>
                </a:moveTo>
                <a:lnTo>
                  <a:pt x="4680356" y="3626688"/>
                </a:lnTo>
                <a:lnTo>
                  <a:pt x="4692576" y="3626688"/>
                </a:lnTo>
                <a:lnTo>
                  <a:pt x="4692576" y="3614469"/>
                </a:lnTo>
                <a:close/>
                <a:moveTo>
                  <a:pt x="5019589" y="3608736"/>
                </a:moveTo>
                <a:lnTo>
                  <a:pt x="5019589" y="3632196"/>
                </a:lnTo>
                <a:lnTo>
                  <a:pt x="5043045" y="3632196"/>
                </a:lnTo>
                <a:lnTo>
                  <a:pt x="5043045" y="3608736"/>
                </a:lnTo>
                <a:close/>
                <a:moveTo>
                  <a:pt x="5358822" y="3603222"/>
                </a:moveTo>
                <a:lnTo>
                  <a:pt x="5358822" y="3637717"/>
                </a:lnTo>
                <a:lnTo>
                  <a:pt x="5393313" y="3637717"/>
                </a:lnTo>
                <a:lnTo>
                  <a:pt x="5393313" y="3603222"/>
                </a:lnTo>
                <a:close/>
                <a:moveTo>
                  <a:pt x="5698217" y="3597713"/>
                </a:moveTo>
                <a:lnTo>
                  <a:pt x="5698217" y="3643242"/>
                </a:lnTo>
                <a:lnTo>
                  <a:pt x="5743754" y="3643242"/>
                </a:lnTo>
                <a:lnTo>
                  <a:pt x="5743754" y="3597713"/>
                </a:lnTo>
                <a:close/>
                <a:moveTo>
                  <a:pt x="6037483" y="3592176"/>
                </a:moveTo>
                <a:lnTo>
                  <a:pt x="6037483" y="3648740"/>
                </a:lnTo>
                <a:lnTo>
                  <a:pt x="6094027" y="3648740"/>
                </a:lnTo>
                <a:lnTo>
                  <a:pt x="6094027" y="3592176"/>
                </a:lnTo>
                <a:close/>
                <a:moveTo>
                  <a:pt x="6376694" y="3586466"/>
                </a:moveTo>
                <a:lnTo>
                  <a:pt x="6376694" y="3654271"/>
                </a:lnTo>
                <a:lnTo>
                  <a:pt x="6444525" y="3654271"/>
                </a:lnTo>
                <a:lnTo>
                  <a:pt x="6444525" y="3586466"/>
                </a:lnTo>
                <a:close/>
                <a:moveTo>
                  <a:pt x="6715905" y="3580951"/>
                </a:moveTo>
                <a:lnTo>
                  <a:pt x="6715905" y="3659791"/>
                </a:lnTo>
                <a:lnTo>
                  <a:pt x="6794743" y="3659791"/>
                </a:lnTo>
                <a:lnTo>
                  <a:pt x="6794743" y="3580951"/>
                </a:lnTo>
                <a:close/>
                <a:moveTo>
                  <a:pt x="7055339" y="3575437"/>
                </a:moveTo>
                <a:lnTo>
                  <a:pt x="7055339" y="3665317"/>
                </a:lnTo>
                <a:lnTo>
                  <a:pt x="7145240" y="3665317"/>
                </a:lnTo>
                <a:lnTo>
                  <a:pt x="7145240" y="3575437"/>
                </a:lnTo>
                <a:close/>
                <a:moveTo>
                  <a:pt x="7394606" y="3569906"/>
                </a:moveTo>
                <a:lnTo>
                  <a:pt x="7394606" y="3670826"/>
                </a:lnTo>
                <a:lnTo>
                  <a:pt x="7495515" y="3670826"/>
                </a:lnTo>
                <a:lnTo>
                  <a:pt x="7495515" y="3569906"/>
                </a:lnTo>
                <a:close/>
                <a:moveTo>
                  <a:pt x="7733817" y="3564391"/>
                </a:moveTo>
                <a:lnTo>
                  <a:pt x="7733817" y="3676541"/>
                </a:lnTo>
                <a:lnTo>
                  <a:pt x="7845956" y="3676541"/>
                </a:lnTo>
                <a:lnTo>
                  <a:pt x="7845956" y="3564391"/>
                </a:lnTo>
                <a:close/>
                <a:moveTo>
                  <a:pt x="8073027" y="3558877"/>
                </a:moveTo>
                <a:lnTo>
                  <a:pt x="8073027" y="3682062"/>
                </a:lnTo>
                <a:lnTo>
                  <a:pt x="8196229" y="3682062"/>
                </a:lnTo>
                <a:lnTo>
                  <a:pt x="8196229" y="3558877"/>
                </a:lnTo>
                <a:close/>
                <a:moveTo>
                  <a:pt x="8412461" y="3553362"/>
                </a:moveTo>
                <a:lnTo>
                  <a:pt x="8412461" y="3687593"/>
                </a:lnTo>
                <a:lnTo>
                  <a:pt x="8546726" y="3687593"/>
                </a:lnTo>
                <a:lnTo>
                  <a:pt x="8546726" y="3553362"/>
                </a:lnTo>
                <a:close/>
                <a:moveTo>
                  <a:pt x="10648927" y="3551195"/>
                </a:moveTo>
                <a:lnTo>
                  <a:pt x="10728325" y="3551195"/>
                </a:lnTo>
                <a:lnTo>
                  <a:pt x="10728325" y="3689548"/>
                </a:lnTo>
                <a:lnTo>
                  <a:pt x="10648927" y="3689548"/>
                </a:lnTo>
                <a:close/>
                <a:moveTo>
                  <a:pt x="8751728" y="3547831"/>
                </a:moveTo>
                <a:lnTo>
                  <a:pt x="8751728" y="3693096"/>
                </a:lnTo>
                <a:lnTo>
                  <a:pt x="8897000" y="3693096"/>
                </a:lnTo>
                <a:lnTo>
                  <a:pt x="8897000" y="3547831"/>
                </a:lnTo>
                <a:close/>
                <a:moveTo>
                  <a:pt x="10298431" y="3545669"/>
                </a:moveTo>
                <a:lnTo>
                  <a:pt x="10448228" y="3545669"/>
                </a:lnTo>
                <a:lnTo>
                  <a:pt x="10448228" y="3695275"/>
                </a:lnTo>
                <a:lnTo>
                  <a:pt x="10298431" y="3695275"/>
                </a:lnTo>
                <a:close/>
                <a:moveTo>
                  <a:pt x="9091106" y="3542317"/>
                </a:moveTo>
                <a:lnTo>
                  <a:pt x="9091106" y="3698617"/>
                </a:lnTo>
                <a:lnTo>
                  <a:pt x="9247441" y="3698617"/>
                </a:lnTo>
                <a:lnTo>
                  <a:pt x="9247441" y="3542317"/>
                </a:lnTo>
                <a:close/>
                <a:moveTo>
                  <a:pt x="9948157" y="3540149"/>
                </a:moveTo>
                <a:lnTo>
                  <a:pt x="10108794" y="3540149"/>
                </a:lnTo>
                <a:lnTo>
                  <a:pt x="10108794" y="3700790"/>
                </a:lnTo>
                <a:lnTo>
                  <a:pt x="9948157" y="3700790"/>
                </a:lnTo>
                <a:close/>
                <a:moveTo>
                  <a:pt x="9430150" y="3536601"/>
                </a:moveTo>
                <a:lnTo>
                  <a:pt x="9430150" y="3704142"/>
                </a:lnTo>
                <a:lnTo>
                  <a:pt x="9597716" y="3704142"/>
                </a:lnTo>
                <a:lnTo>
                  <a:pt x="9597716" y="3536601"/>
                </a:lnTo>
                <a:close/>
                <a:moveTo>
                  <a:pt x="4510650" y="3444754"/>
                </a:moveTo>
                <a:lnTo>
                  <a:pt x="4510650" y="3451453"/>
                </a:lnTo>
                <a:lnTo>
                  <a:pt x="4517355" y="3451453"/>
                </a:lnTo>
                <a:lnTo>
                  <a:pt x="4517355" y="3444754"/>
                </a:lnTo>
                <a:close/>
                <a:moveTo>
                  <a:pt x="4849872" y="3439039"/>
                </a:moveTo>
                <a:lnTo>
                  <a:pt x="4849872" y="3456973"/>
                </a:lnTo>
                <a:lnTo>
                  <a:pt x="4867813" y="3456973"/>
                </a:lnTo>
                <a:lnTo>
                  <a:pt x="4867813" y="3439039"/>
                </a:lnTo>
                <a:close/>
                <a:moveTo>
                  <a:pt x="5189105" y="3433530"/>
                </a:moveTo>
                <a:lnTo>
                  <a:pt x="5189105" y="3462499"/>
                </a:lnTo>
                <a:lnTo>
                  <a:pt x="5218081" y="3462499"/>
                </a:lnTo>
                <a:lnTo>
                  <a:pt x="5218081" y="3433530"/>
                </a:lnTo>
                <a:close/>
                <a:moveTo>
                  <a:pt x="5528522" y="3427993"/>
                </a:moveTo>
                <a:lnTo>
                  <a:pt x="5528522" y="3468008"/>
                </a:lnTo>
                <a:lnTo>
                  <a:pt x="5568539" y="3468008"/>
                </a:lnTo>
                <a:lnTo>
                  <a:pt x="5568539" y="3427993"/>
                </a:lnTo>
                <a:close/>
                <a:moveTo>
                  <a:pt x="5867738" y="3422478"/>
                </a:moveTo>
                <a:lnTo>
                  <a:pt x="5867738" y="3473528"/>
                </a:lnTo>
                <a:lnTo>
                  <a:pt x="5918807" y="3473528"/>
                </a:lnTo>
                <a:lnTo>
                  <a:pt x="5918807" y="3422478"/>
                </a:lnTo>
                <a:close/>
                <a:moveTo>
                  <a:pt x="6207005" y="3416768"/>
                </a:moveTo>
                <a:lnTo>
                  <a:pt x="6207005" y="3479047"/>
                </a:lnTo>
                <a:lnTo>
                  <a:pt x="6269248" y="3479047"/>
                </a:lnTo>
                <a:lnTo>
                  <a:pt x="6269248" y="3416768"/>
                </a:lnTo>
                <a:close/>
                <a:moveTo>
                  <a:pt x="6546216" y="3411444"/>
                </a:moveTo>
                <a:lnTo>
                  <a:pt x="6546216" y="3484769"/>
                </a:lnTo>
                <a:lnTo>
                  <a:pt x="6619523" y="3484769"/>
                </a:lnTo>
                <a:lnTo>
                  <a:pt x="6619523" y="3411444"/>
                </a:lnTo>
                <a:close/>
                <a:moveTo>
                  <a:pt x="6885650" y="3405913"/>
                </a:moveTo>
                <a:lnTo>
                  <a:pt x="6885650" y="3490273"/>
                </a:lnTo>
                <a:lnTo>
                  <a:pt x="6970020" y="3490273"/>
                </a:lnTo>
                <a:lnTo>
                  <a:pt x="6970020" y="3405913"/>
                </a:lnTo>
                <a:close/>
                <a:moveTo>
                  <a:pt x="7224861" y="3400404"/>
                </a:moveTo>
                <a:lnTo>
                  <a:pt x="7224861" y="3495799"/>
                </a:lnTo>
                <a:lnTo>
                  <a:pt x="7320294" y="3495799"/>
                </a:lnTo>
                <a:lnTo>
                  <a:pt x="7320294" y="3400404"/>
                </a:lnTo>
                <a:close/>
                <a:moveTo>
                  <a:pt x="7564295" y="3394889"/>
                </a:moveTo>
                <a:lnTo>
                  <a:pt x="7564295" y="3501324"/>
                </a:lnTo>
                <a:lnTo>
                  <a:pt x="7670735" y="3501324"/>
                </a:lnTo>
                <a:lnTo>
                  <a:pt x="7670735" y="3394889"/>
                </a:lnTo>
                <a:close/>
                <a:moveTo>
                  <a:pt x="7903338" y="3389179"/>
                </a:moveTo>
                <a:lnTo>
                  <a:pt x="7903338" y="3506849"/>
                </a:lnTo>
                <a:lnTo>
                  <a:pt x="8021008" y="3506849"/>
                </a:lnTo>
                <a:lnTo>
                  <a:pt x="8021008" y="3389179"/>
                </a:lnTo>
                <a:close/>
                <a:moveTo>
                  <a:pt x="8242772" y="3383648"/>
                </a:moveTo>
                <a:lnTo>
                  <a:pt x="8242772" y="3512353"/>
                </a:lnTo>
                <a:lnTo>
                  <a:pt x="8371450" y="3512353"/>
                </a:lnTo>
                <a:lnTo>
                  <a:pt x="8371450" y="3383648"/>
                </a:lnTo>
                <a:close/>
                <a:moveTo>
                  <a:pt x="8581983" y="3378134"/>
                </a:moveTo>
                <a:lnTo>
                  <a:pt x="8581983" y="3517879"/>
                </a:lnTo>
                <a:lnTo>
                  <a:pt x="8721724" y="3517879"/>
                </a:lnTo>
                <a:lnTo>
                  <a:pt x="8721724" y="3378134"/>
                </a:lnTo>
                <a:close/>
                <a:moveTo>
                  <a:pt x="10473651" y="3375960"/>
                </a:moveTo>
                <a:lnTo>
                  <a:pt x="10617583" y="3375960"/>
                </a:lnTo>
                <a:lnTo>
                  <a:pt x="10617583" y="3520242"/>
                </a:lnTo>
                <a:lnTo>
                  <a:pt x="10473651" y="3520242"/>
                </a:lnTo>
                <a:close/>
                <a:moveTo>
                  <a:pt x="8921417" y="3372619"/>
                </a:moveTo>
                <a:lnTo>
                  <a:pt x="8921417" y="3523404"/>
                </a:lnTo>
                <a:lnTo>
                  <a:pt x="9072221" y="3523404"/>
                </a:lnTo>
                <a:lnTo>
                  <a:pt x="9072221" y="3372619"/>
                </a:lnTo>
                <a:close/>
                <a:moveTo>
                  <a:pt x="10123209" y="3370457"/>
                </a:moveTo>
                <a:lnTo>
                  <a:pt x="10278539" y="3370457"/>
                </a:lnTo>
                <a:lnTo>
                  <a:pt x="10278539" y="3525561"/>
                </a:lnTo>
                <a:lnTo>
                  <a:pt x="10123209" y="3525561"/>
                </a:lnTo>
                <a:close/>
                <a:moveTo>
                  <a:pt x="9260460" y="3366909"/>
                </a:moveTo>
                <a:lnTo>
                  <a:pt x="9260460" y="3528924"/>
                </a:lnTo>
                <a:lnTo>
                  <a:pt x="9422494" y="3528924"/>
                </a:lnTo>
                <a:lnTo>
                  <a:pt x="9422494" y="3366909"/>
                </a:lnTo>
                <a:close/>
                <a:moveTo>
                  <a:pt x="9772936" y="3364931"/>
                </a:moveTo>
                <a:lnTo>
                  <a:pt x="9939105" y="3364931"/>
                </a:lnTo>
                <a:lnTo>
                  <a:pt x="9939105" y="3531092"/>
                </a:lnTo>
                <a:lnTo>
                  <a:pt x="9772936" y="3531092"/>
                </a:lnTo>
                <a:close/>
                <a:moveTo>
                  <a:pt x="4680356" y="3269542"/>
                </a:moveTo>
                <a:lnTo>
                  <a:pt x="4680356" y="3281761"/>
                </a:lnTo>
                <a:lnTo>
                  <a:pt x="4692576" y="3281761"/>
                </a:lnTo>
                <a:lnTo>
                  <a:pt x="4692576" y="3269542"/>
                </a:lnTo>
                <a:close/>
                <a:moveTo>
                  <a:pt x="5019589" y="3263810"/>
                </a:moveTo>
                <a:lnTo>
                  <a:pt x="5019589" y="3287265"/>
                </a:lnTo>
                <a:lnTo>
                  <a:pt x="5043045" y="3287265"/>
                </a:lnTo>
                <a:lnTo>
                  <a:pt x="5043045" y="3263810"/>
                </a:lnTo>
                <a:close/>
                <a:moveTo>
                  <a:pt x="5358822" y="3258295"/>
                </a:moveTo>
                <a:lnTo>
                  <a:pt x="5358822" y="3292790"/>
                </a:lnTo>
                <a:lnTo>
                  <a:pt x="5393313" y="3292790"/>
                </a:lnTo>
                <a:lnTo>
                  <a:pt x="5393313" y="3258295"/>
                </a:lnTo>
                <a:close/>
                <a:moveTo>
                  <a:pt x="5698217" y="3252976"/>
                </a:moveTo>
                <a:lnTo>
                  <a:pt x="5698217" y="3298505"/>
                </a:lnTo>
                <a:lnTo>
                  <a:pt x="5743754" y="3298505"/>
                </a:lnTo>
                <a:lnTo>
                  <a:pt x="5743754" y="3252976"/>
                </a:lnTo>
                <a:close/>
                <a:moveTo>
                  <a:pt x="6037483" y="3247456"/>
                </a:moveTo>
                <a:lnTo>
                  <a:pt x="6037483" y="3304026"/>
                </a:lnTo>
                <a:lnTo>
                  <a:pt x="6094027" y="3304026"/>
                </a:lnTo>
                <a:lnTo>
                  <a:pt x="6094027" y="3247456"/>
                </a:lnTo>
                <a:close/>
                <a:moveTo>
                  <a:pt x="6376694" y="3241730"/>
                </a:moveTo>
                <a:lnTo>
                  <a:pt x="6376694" y="3309535"/>
                </a:lnTo>
                <a:lnTo>
                  <a:pt x="6444525" y="3309535"/>
                </a:lnTo>
                <a:lnTo>
                  <a:pt x="6444525" y="3241730"/>
                </a:lnTo>
                <a:close/>
                <a:moveTo>
                  <a:pt x="6715905" y="3236221"/>
                </a:moveTo>
                <a:lnTo>
                  <a:pt x="6715905" y="3315061"/>
                </a:lnTo>
                <a:lnTo>
                  <a:pt x="6794743" y="3315061"/>
                </a:lnTo>
                <a:lnTo>
                  <a:pt x="6794743" y="3236221"/>
                </a:lnTo>
                <a:close/>
                <a:moveTo>
                  <a:pt x="7055339" y="3230701"/>
                </a:moveTo>
                <a:lnTo>
                  <a:pt x="7055339" y="3320581"/>
                </a:lnTo>
                <a:lnTo>
                  <a:pt x="7145240" y="3320581"/>
                </a:lnTo>
                <a:lnTo>
                  <a:pt x="7145240" y="3230701"/>
                </a:lnTo>
                <a:close/>
                <a:moveTo>
                  <a:pt x="7394606" y="3225192"/>
                </a:moveTo>
                <a:lnTo>
                  <a:pt x="7394606" y="3326107"/>
                </a:lnTo>
                <a:lnTo>
                  <a:pt x="7495515" y="3326107"/>
                </a:lnTo>
                <a:lnTo>
                  <a:pt x="7495515" y="3225192"/>
                </a:lnTo>
                <a:close/>
                <a:moveTo>
                  <a:pt x="7733817" y="3219465"/>
                </a:moveTo>
                <a:lnTo>
                  <a:pt x="7733817" y="3331615"/>
                </a:lnTo>
                <a:lnTo>
                  <a:pt x="7845956" y="3331615"/>
                </a:lnTo>
                <a:lnTo>
                  <a:pt x="7845956" y="3219465"/>
                </a:lnTo>
                <a:close/>
                <a:moveTo>
                  <a:pt x="8073027" y="3213945"/>
                </a:moveTo>
                <a:lnTo>
                  <a:pt x="8073027" y="3337135"/>
                </a:lnTo>
                <a:lnTo>
                  <a:pt x="8196229" y="3337135"/>
                </a:lnTo>
                <a:lnTo>
                  <a:pt x="8196229" y="3213945"/>
                </a:lnTo>
                <a:close/>
                <a:moveTo>
                  <a:pt x="8412461" y="3208436"/>
                </a:moveTo>
                <a:lnTo>
                  <a:pt x="8412461" y="3342661"/>
                </a:lnTo>
                <a:lnTo>
                  <a:pt x="8546726" y="3342661"/>
                </a:lnTo>
                <a:lnTo>
                  <a:pt x="8546726" y="3208436"/>
                </a:lnTo>
                <a:close/>
                <a:moveTo>
                  <a:pt x="10648927" y="3206458"/>
                </a:moveTo>
                <a:lnTo>
                  <a:pt x="10728325" y="3206458"/>
                </a:lnTo>
                <a:lnTo>
                  <a:pt x="10728325" y="3344832"/>
                </a:lnTo>
                <a:lnTo>
                  <a:pt x="10648927" y="3344830"/>
                </a:lnTo>
                <a:close/>
                <a:moveTo>
                  <a:pt x="8751728" y="3203111"/>
                </a:moveTo>
                <a:lnTo>
                  <a:pt x="8751728" y="3348376"/>
                </a:lnTo>
                <a:lnTo>
                  <a:pt x="8897000" y="3348376"/>
                </a:lnTo>
                <a:lnTo>
                  <a:pt x="8897000" y="3203111"/>
                </a:lnTo>
                <a:close/>
                <a:moveTo>
                  <a:pt x="10298431" y="3200742"/>
                </a:moveTo>
                <a:lnTo>
                  <a:pt x="10448228" y="3200742"/>
                </a:lnTo>
                <a:lnTo>
                  <a:pt x="10448228" y="3350539"/>
                </a:lnTo>
                <a:lnTo>
                  <a:pt x="10298431" y="3350539"/>
                </a:lnTo>
                <a:close/>
                <a:moveTo>
                  <a:pt x="9091106" y="3197580"/>
                </a:moveTo>
                <a:lnTo>
                  <a:pt x="9091106" y="3353880"/>
                </a:lnTo>
                <a:lnTo>
                  <a:pt x="9247441" y="3353880"/>
                </a:lnTo>
                <a:lnTo>
                  <a:pt x="9247441" y="3197580"/>
                </a:lnTo>
                <a:close/>
                <a:moveTo>
                  <a:pt x="9948157" y="3195223"/>
                </a:moveTo>
                <a:lnTo>
                  <a:pt x="10108794" y="3195223"/>
                </a:lnTo>
                <a:lnTo>
                  <a:pt x="10108794" y="3356053"/>
                </a:lnTo>
                <a:lnTo>
                  <a:pt x="9948157" y="3356053"/>
                </a:lnTo>
                <a:close/>
                <a:moveTo>
                  <a:pt x="9430150" y="3191870"/>
                </a:moveTo>
                <a:lnTo>
                  <a:pt x="9430150" y="3359405"/>
                </a:lnTo>
                <a:lnTo>
                  <a:pt x="9597716" y="3359405"/>
                </a:lnTo>
                <a:lnTo>
                  <a:pt x="9597716" y="3191870"/>
                </a:lnTo>
                <a:close/>
                <a:moveTo>
                  <a:pt x="4510650" y="3099822"/>
                </a:moveTo>
                <a:lnTo>
                  <a:pt x="4510650" y="3106527"/>
                </a:lnTo>
                <a:lnTo>
                  <a:pt x="4517355" y="3106527"/>
                </a:lnTo>
                <a:lnTo>
                  <a:pt x="4517355" y="3099822"/>
                </a:lnTo>
                <a:close/>
                <a:moveTo>
                  <a:pt x="4849872" y="3094302"/>
                </a:moveTo>
                <a:lnTo>
                  <a:pt x="4849872" y="3112237"/>
                </a:lnTo>
                <a:lnTo>
                  <a:pt x="4867813" y="3112237"/>
                </a:lnTo>
                <a:lnTo>
                  <a:pt x="4867813" y="3094302"/>
                </a:lnTo>
                <a:close/>
                <a:moveTo>
                  <a:pt x="5189105" y="3088793"/>
                </a:moveTo>
                <a:lnTo>
                  <a:pt x="5189105" y="3117762"/>
                </a:lnTo>
                <a:lnTo>
                  <a:pt x="5218081" y="3117762"/>
                </a:lnTo>
                <a:lnTo>
                  <a:pt x="5218081" y="3088793"/>
                </a:lnTo>
                <a:close/>
                <a:moveTo>
                  <a:pt x="5528522" y="3083273"/>
                </a:moveTo>
                <a:lnTo>
                  <a:pt x="5528522" y="3123288"/>
                </a:lnTo>
                <a:lnTo>
                  <a:pt x="5568539" y="3123288"/>
                </a:lnTo>
                <a:lnTo>
                  <a:pt x="5568539" y="3083273"/>
                </a:lnTo>
                <a:close/>
                <a:moveTo>
                  <a:pt x="5867738" y="3077742"/>
                </a:moveTo>
                <a:lnTo>
                  <a:pt x="5867738" y="3128791"/>
                </a:lnTo>
                <a:lnTo>
                  <a:pt x="5918807" y="3128791"/>
                </a:lnTo>
                <a:lnTo>
                  <a:pt x="5918807" y="3077742"/>
                </a:lnTo>
                <a:close/>
                <a:moveTo>
                  <a:pt x="6207005" y="3072032"/>
                </a:moveTo>
                <a:lnTo>
                  <a:pt x="6207005" y="3134317"/>
                </a:lnTo>
                <a:lnTo>
                  <a:pt x="6269248" y="3134317"/>
                </a:lnTo>
                <a:lnTo>
                  <a:pt x="6269248" y="3072032"/>
                </a:lnTo>
                <a:close/>
                <a:moveTo>
                  <a:pt x="6546216" y="3066517"/>
                </a:moveTo>
                <a:lnTo>
                  <a:pt x="6546216" y="3139842"/>
                </a:lnTo>
                <a:lnTo>
                  <a:pt x="6619523" y="3139842"/>
                </a:lnTo>
                <a:lnTo>
                  <a:pt x="6619523" y="3066517"/>
                </a:lnTo>
                <a:close/>
                <a:moveTo>
                  <a:pt x="6885650" y="3060986"/>
                </a:moveTo>
                <a:lnTo>
                  <a:pt x="6885650" y="3145346"/>
                </a:lnTo>
                <a:lnTo>
                  <a:pt x="6970020" y="3145346"/>
                </a:lnTo>
                <a:lnTo>
                  <a:pt x="6970020" y="3060986"/>
                </a:lnTo>
                <a:close/>
                <a:moveTo>
                  <a:pt x="7224861" y="3055477"/>
                </a:moveTo>
                <a:lnTo>
                  <a:pt x="7224861" y="3150871"/>
                </a:lnTo>
                <a:lnTo>
                  <a:pt x="7320294" y="3150871"/>
                </a:lnTo>
                <a:lnTo>
                  <a:pt x="7320294" y="3055477"/>
                </a:lnTo>
                <a:close/>
                <a:moveTo>
                  <a:pt x="7564295" y="3049957"/>
                </a:moveTo>
                <a:lnTo>
                  <a:pt x="7564295" y="3156392"/>
                </a:lnTo>
                <a:lnTo>
                  <a:pt x="7670735" y="3156392"/>
                </a:lnTo>
                <a:lnTo>
                  <a:pt x="7670735" y="3049957"/>
                </a:lnTo>
                <a:close/>
                <a:moveTo>
                  <a:pt x="7903338" y="3044443"/>
                </a:moveTo>
                <a:lnTo>
                  <a:pt x="7903338" y="3162114"/>
                </a:lnTo>
                <a:lnTo>
                  <a:pt x="8021008" y="3162114"/>
                </a:lnTo>
                <a:lnTo>
                  <a:pt x="8021008" y="3044443"/>
                </a:lnTo>
                <a:close/>
                <a:moveTo>
                  <a:pt x="8242772" y="3038928"/>
                </a:moveTo>
                <a:lnTo>
                  <a:pt x="8242772" y="3167633"/>
                </a:lnTo>
                <a:lnTo>
                  <a:pt x="8371450" y="3167633"/>
                </a:lnTo>
                <a:lnTo>
                  <a:pt x="8371450" y="3038928"/>
                </a:lnTo>
                <a:close/>
                <a:moveTo>
                  <a:pt x="8581983" y="3033392"/>
                </a:moveTo>
                <a:lnTo>
                  <a:pt x="8581983" y="3173137"/>
                </a:lnTo>
                <a:lnTo>
                  <a:pt x="8721724" y="3173137"/>
                </a:lnTo>
                <a:lnTo>
                  <a:pt x="8721724" y="3033392"/>
                </a:lnTo>
                <a:close/>
                <a:moveTo>
                  <a:pt x="10473651" y="3031240"/>
                </a:moveTo>
                <a:lnTo>
                  <a:pt x="10617583" y="3031240"/>
                </a:lnTo>
                <a:lnTo>
                  <a:pt x="10617583" y="3175310"/>
                </a:lnTo>
                <a:lnTo>
                  <a:pt x="10473651" y="3175310"/>
                </a:lnTo>
                <a:close/>
                <a:moveTo>
                  <a:pt x="8921417" y="3027883"/>
                </a:moveTo>
                <a:lnTo>
                  <a:pt x="8921417" y="3178668"/>
                </a:lnTo>
                <a:lnTo>
                  <a:pt x="9072221" y="3178668"/>
                </a:lnTo>
                <a:lnTo>
                  <a:pt x="9072221" y="3027883"/>
                </a:lnTo>
                <a:close/>
                <a:moveTo>
                  <a:pt x="10123209" y="3025721"/>
                </a:moveTo>
                <a:lnTo>
                  <a:pt x="10278539" y="3025721"/>
                </a:lnTo>
                <a:lnTo>
                  <a:pt x="10278539" y="3180847"/>
                </a:lnTo>
                <a:lnTo>
                  <a:pt x="10123209" y="3180847"/>
                </a:lnTo>
                <a:close/>
                <a:moveTo>
                  <a:pt x="9260460" y="3022173"/>
                </a:moveTo>
                <a:lnTo>
                  <a:pt x="9260460" y="3184188"/>
                </a:lnTo>
                <a:lnTo>
                  <a:pt x="9422494" y="3184188"/>
                </a:lnTo>
                <a:lnTo>
                  <a:pt x="9422494" y="3022173"/>
                </a:lnTo>
                <a:close/>
                <a:moveTo>
                  <a:pt x="9772936" y="3020189"/>
                </a:moveTo>
                <a:lnTo>
                  <a:pt x="9939105" y="3020189"/>
                </a:lnTo>
                <a:lnTo>
                  <a:pt x="9939105" y="3186356"/>
                </a:lnTo>
                <a:lnTo>
                  <a:pt x="9772936" y="3186356"/>
                </a:lnTo>
                <a:close/>
                <a:moveTo>
                  <a:pt x="4680356" y="2924807"/>
                </a:moveTo>
                <a:lnTo>
                  <a:pt x="4680356" y="2937025"/>
                </a:lnTo>
                <a:lnTo>
                  <a:pt x="4692576" y="2937025"/>
                </a:lnTo>
                <a:lnTo>
                  <a:pt x="4692576" y="2924807"/>
                </a:lnTo>
                <a:close/>
                <a:moveTo>
                  <a:pt x="5019589" y="2919092"/>
                </a:moveTo>
                <a:lnTo>
                  <a:pt x="5019589" y="2942547"/>
                </a:lnTo>
                <a:lnTo>
                  <a:pt x="5043045" y="2942547"/>
                </a:lnTo>
                <a:lnTo>
                  <a:pt x="5043045" y="2919092"/>
                </a:lnTo>
                <a:close/>
                <a:moveTo>
                  <a:pt x="5358816" y="2913562"/>
                </a:moveTo>
                <a:lnTo>
                  <a:pt x="5358816" y="2948050"/>
                </a:lnTo>
                <a:lnTo>
                  <a:pt x="5393313" y="2948050"/>
                </a:lnTo>
                <a:lnTo>
                  <a:pt x="5393313" y="2913562"/>
                </a:lnTo>
                <a:close/>
                <a:moveTo>
                  <a:pt x="5698217" y="2908050"/>
                </a:moveTo>
                <a:lnTo>
                  <a:pt x="5698217" y="2953583"/>
                </a:lnTo>
                <a:lnTo>
                  <a:pt x="5743754" y="2953583"/>
                </a:lnTo>
                <a:lnTo>
                  <a:pt x="5743754" y="2908050"/>
                </a:lnTo>
                <a:close/>
                <a:moveTo>
                  <a:pt x="6037483" y="2902536"/>
                </a:moveTo>
                <a:lnTo>
                  <a:pt x="6037483" y="2959104"/>
                </a:lnTo>
                <a:lnTo>
                  <a:pt x="6094027" y="2959104"/>
                </a:lnTo>
                <a:lnTo>
                  <a:pt x="6094027" y="2902536"/>
                </a:lnTo>
                <a:close/>
                <a:moveTo>
                  <a:pt x="6376694" y="2896810"/>
                </a:moveTo>
                <a:lnTo>
                  <a:pt x="6376694" y="2964608"/>
                </a:lnTo>
                <a:lnTo>
                  <a:pt x="6444525" y="2964608"/>
                </a:lnTo>
                <a:lnTo>
                  <a:pt x="6444525" y="2896810"/>
                </a:lnTo>
                <a:close/>
                <a:moveTo>
                  <a:pt x="6715905" y="2891298"/>
                </a:moveTo>
                <a:lnTo>
                  <a:pt x="6715905" y="2970139"/>
                </a:lnTo>
                <a:lnTo>
                  <a:pt x="6794743" y="2970139"/>
                </a:lnTo>
                <a:lnTo>
                  <a:pt x="6794743" y="2891298"/>
                </a:lnTo>
                <a:close/>
                <a:moveTo>
                  <a:pt x="7055339" y="2885975"/>
                </a:moveTo>
                <a:lnTo>
                  <a:pt x="7055339" y="2975850"/>
                </a:lnTo>
                <a:lnTo>
                  <a:pt x="7145240" y="2975850"/>
                </a:lnTo>
                <a:lnTo>
                  <a:pt x="7145240" y="2885975"/>
                </a:lnTo>
                <a:close/>
                <a:moveTo>
                  <a:pt x="7394606" y="2880467"/>
                </a:moveTo>
                <a:lnTo>
                  <a:pt x="7394606" y="2981376"/>
                </a:lnTo>
                <a:lnTo>
                  <a:pt x="7495515" y="2981376"/>
                </a:lnTo>
                <a:lnTo>
                  <a:pt x="7495515" y="2880467"/>
                </a:lnTo>
                <a:close/>
                <a:moveTo>
                  <a:pt x="7733817" y="2874754"/>
                </a:moveTo>
                <a:lnTo>
                  <a:pt x="7733817" y="2986902"/>
                </a:lnTo>
                <a:lnTo>
                  <a:pt x="7845956" y="2986902"/>
                </a:lnTo>
                <a:lnTo>
                  <a:pt x="7845956" y="2874754"/>
                </a:lnTo>
                <a:close/>
                <a:moveTo>
                  <a:pt x="8073027" y="2869224"/>
                </a:moveTo>
                <a:lnTo>
                  <a:pt x="8073027" y="2992404"/>
                </a:lnTo>
                <a:lnTo>
                  <a:pt x="8196229" y="2992404"/>
                </a:lnTo>
                <a:lnTo>
                  <a:pt x="8196229" y="2869224"/>
                </a:lnTo>
                <a:close/>
                <a:moveTo>
                  <a:pt x="8412461" y="2863718"/>
                </a:moveTo>
                <a:lnTo>
                  <a:pt x="8412461" y="2997931"/>
                </a:lnTo>
                <a:lnTo>
                  <a:pt x="8546726" y="2997931"/>
                </a:lnTo>
                <a:lnTo>
                  <a:pt x="8546726" y="2863718"/>
                </a:lnTo>
                <a:close/>
                <a:moveTo>
                  <a:pt x="10648927" y="2861561"/>
                </a:moveTo>
                <a:lnTo>
                  <a:pt x="10728325" y="2861561"/>
                </a:lnTo>
                <a:lnTo>
                  <a:pt x="10728325" y="3000101"/>
                </a:lnTo>
                <a:lnTo>
                  <a:pt x="10648927" y="3000101"/>
                </a:lnTo>
                <a:close/>
                <a:moveTo>
                  <a:pt x="8751728" y="2858205"/>
                </a:moveTo>
                <a:lnTo>
                  <a:pt x="8751728" y="3003450"/>
                </a:lnTo>
                <a:lnTo>
                  <a:pt x="8897000" y="3003450"/>
                </a:lnTo>
                <a:lnTo>
                  <a:pt x="8897000" y="2858205"/>
                </a:lnTo>
                <a:close/>
                <a:moveTo>
                  <a:pt x="10298431" y="2856034"/>
                </a:moveTo>
                <a:lnTo>
                  <a:pt x="10448228" y="2856034"/>
                </a:lnTo>
                <a:lnTo>
                  <a:pt x="10448228" y="3005621"/>
                </a:lnTo>
                <a:lnTo>
                  <a:pt x="10298431" y="3005621"/>
                </a:lnTo>
                <a:close/>
                <a:moveTo>
                  <a:pt x="9091106" y="2852671"/>
                </a:moveTo>
                <a:lnTo>
                  <a:pt x="9091106" y="3008959"/>
                </a:lnTo>
                <a:lnTo>
                  <a:pt x="9247441" y="3008959"/>
                </a:lnTo>
                <a:lnTo>
                  <a:pt x="9247441" y="2852671"/>
                </a:lnTo>
                <a:close/>
                <a:moveTo>
                  <a:pt x="9948157" y="2850508"/>
                </a:moveTo>
                <a:lnTo>
                  <a:pt x="10108794" y="2850508"/>
                </a:lnTo>
                <a:lnTo>
                  <a:pt x="10108794" y="3011134"/>
                </a:lnTo>
                <a:lnTo>
                  <a:pt x="9948157" y="3011134"/>
                </a:lnTo>
                <a:close/>
                <a:moveTo>
                  <a:pt x="9430150" y="2846969"/>
                </a:moveTo>
                <a:lnTo>
                  <a:pt x="9430150" y="3014485"/>
                </a:lnTo>
                <a:lnTo>
                  <a:pt x="9597716" y="3014485"/>
                </a:lnTo>
                <a:lnTo>
                  <a:pt x="9597716" y="2846969"/>
                </a:lnTo>
                <a:close/>
                <a:moveTo>
                  <a:pt x="4510650" y="2755087"/>
                </a:moveTo>
                <a:lnTo>
                  <a:pt x="4510650" y="2761786"/>
                </a:lnTo>
                <a:lnTo>
                  <a:pt x="4517355" y="2761786"/>
                </a:lnTo>
                <a:lnTo>
                  <a:pt x="4517355" y="2755087"/>
                </a:lnTo>
                <a:close/>
                <a:moveTo>
                  <a:pt x="4849872" y="2749380"/>
                </a:moveTo>
                <a:lnTo>
                  <a:pt x="4849872" y="2767314"/>
                </a:lnTo>
                <a:lnTo>
                  <a:pt x="4867813" y="2767314"/>
                </a:lnTo>
                <a:lnTo>
                  <a:pt x="4867813" y="2749380"/>
                </a:lnTo>
                <a:close/>
                <a:moveTo>
                  <a:pt x="5189105" y="2743867"/>
                </a:moveTo>
                <a:lnTo>
                  <a:pt x="5189105" y="2772842"/>
                </a:lnTo>
                <a:lnTo>
                  <a:pt x="5218081" y="2772842"/>
                </a:lnTo>
                <a:lnTo>
                  <a:pt x="5218081" y="2743867"/>
                </a:lnTo>
                <a:close/>
                <a:moveTo>
                  <a:pt x="5528522" y="2738356"/>
                </a:moveTo>
                <a:lnTo>
                  <a:pt x="5528522" y="2778364"/>
                </a:lnTo>
                <a:lnTo>
                  <a:pt x="5568539" y="2778364"/>
                </a:lnTo>
                <a:lnTo>
                  <a:pt x="5568539" y="2738356"/>
                </a:lnTo>
                <a:close/>
                <a:moveTo>
                  <a:pt x="5867738" y="2733039"/>
                </a:moveTo>
                <a:lnTo>
                  <a:pt x="5867738" y="2784088"/>
                </a:lnTo>
                <a:lnTo>
                  <a:pt x="5918807" y="2784088"/>
                </a:lnTo>
                <a:lnTo>
                  <a:pt x="5918807" y="2733039"/>
                </a:lnTo>
                <a:close/>
                <a:moveTo>
                  <a:pt x="6207005" y="2727310"/>
                </a:moveTo>
                <a:lnTo>
                  <a:pt x="6207005" y="2789593"/>
                </a:lnTo>
                <a:lnTo>
                  <a:pt x="6269248" y="2789593"/>
                </a:lnTo>
                <a:lnTo>
                  <a:pt x="6269248" y="2727310"/>
                </a:lnTo>
                <a:close/>
                <a:moveTo>
                  <a:pt x="6546216" y="2721798"/>
                </a:moveTo>
                <a:lnTo>
                  <a:pt x="6546216" y="2795115"/>
                </a:lnTo>
                <a:lnTo>
                  <a:pt x="6619523" y="2795115"/>
                </a:lnTo>
                <a:lnTo>
                  <a:pt x="6619523" y="2721798"/>
                </a:lnTo>
                <a:close/>
                <a:moveTo>
                  <a:pt x="6885650" y="2716292"/>
                </a:moveTo>
                <a:lnTo>
                  <a:pt x="6885650" y="2800648"/>
                </a:lnTo>
                <a:lnTo>
                  <a:pt x="6970020" y="2800648"/>
                </a:lnTo>
                <a:lnTo>
                  <a:pt x="6970020" y="2716292"/>
                </a:lnTo>
                <a:close/>
                <a:moveTo>
                  <a:pt x="7224861" y="2710758"/>
                </a:moveTo>
                <a:lnTo>
                  <a:pt x="7224861" y="2806152"/>
                </a:lnTo>
                <a:lnTo>
                  <a:pt x="7320294" y="2806152"/>
                </a:lnTo>
                <a:lnTo>
                  <a:pt x="7320294" y="2710758"/>
                </a:lnTo>
                <a:close/>
                <a:moveTo>
                  <a:pt x="7564295" y="2705247"/>
                </a:moveTo>
                <a:lnTo>
                  <a:pt x="7564295" y="2811675"/>
                </a:lnTo>
                <a:lnTo>
                  <a:pt x="7670735" y="2811675"/>
                </a:lnTo>
                <a:lnTo>
                  <a:pt x="7670735" y="2705247"/>
                </a:lnTo>
                <a:close/>
                <a:moveTo>
                  <a:pt x="7903338" y="2699546"/>
                </a:moveTo>
                <a:lnTo>
                  <a:pt x="7903338" y="2817206"/>
                </a:lnTo>
                <a:lnTo>
                  <a:pt x="8021008" y="2817206"/>
                </a:lnTo>
                <a:lnTo>
                  <a:pt x="8021008" y="2699546"/>
                </a:lnTo>
                <a:close/>
                <a:moveTo>
                  <a:pt x="8242772" y="2694029"/>
                </a:moveTo>
                <a:lnTo>
                  <a:pt x="8242772" y="2822729"/>
                </a:lnTo>
                <a:lnTo>
                  <a:pt x="8371450" y="2822729"/>
                </a:lnTo>
                <a:lnTo>
                  <a:pt x="8371450" y="2694029"/>
                </a:lnTo>
                <a:close/>
                <a:moveTo>
                  <a:pt x="8581983" y="2688502"/>
                </a:moveTo>
                <a:lnTo>
                  <a:pt x="8581983" y="2828233"/>
                </a:lnTo>
                <a:lnTo>
                  <a:pt x="8721724" y="2828233"/>
                </a:lnTo>
                <a:lnTo>
                  <a:pt x="8721724" y="2688502"/>
                </a:lnTo>
                <a:close/>
                <a:moveTo>
                  <a:pt x="10473651" y="2686365"/>
                </a:moveTo>
                <a:lnTo>
                  <a:pt x="10617583" y="2686365"/>
                </a:lnTo>
                <a:lnTo>
                  <a:pt x="10617583" y="2830622"/>
                </a:lnTo>
                <a:lnTo>
                  <a:pt x="10473651" y="2830622"/>
                </a:lnTo>
                <a:close/>
                <a:moveTo>
                  <a:pt x="8921417" y="2683186"/>
                </a:moveTo>
                <a:lnTo>
                  <a:pt x="8921417" y="2833955"/>
                </a:lnTo>
                <a:lnTo>
                  <a:pt x="9072221" y="2833955"/>
                </a:lnTo>
                <a:lnTo>
                  <a:pt x="9072221" y="2683186"/>
                </a:lnTo>
                <a:close/>
                <a:moveTo>
                  <a:pt x="10123209" y="2680837"/>
                </a:moveTo>
                <a:lnTo>
                  <a:pt x="10278539" y="2680837"/>
                </a:lnTo>
                <a:lnTo>
                  <a:pt x="10278539" y="2836135"/>
                </a:lnTo>
                <a:lnTo>
                  <a:pt x="10123209" y="2836135"/>
                </a:lnTo>
                <a:close/>
                <a:moveTo>
                  <a:pt x="9260460" y="2677473"/>
                </a:moveTo>
                <a:lnTo>
                  <a:pt x="9260460" y="2839477"/>
                </a:lnTo>
                <a:lnTo>
                  <a:pt x="9422494" y="2839477"/>
                </a:lnTo>
                <a:lnTo>
                  <a:pt x="9422494" y="2677473"/>
                </a:lnTo>
                <a:close/>
                <a:moveTo>
                  <a:pt x="9772936" y="2675309"/>
                </a:moveTo>
                <a:lnTo>
                  <a:pt x="9939105" y="2675309"/>
                </a:lnTo>
                <a:lnTo>
                  <a:pt x="9939105" y="2841646"/>
                </a:lnTo>
                <a:lnTo>
                  <a:pt x="9772936" y="2841646"/>
                </a:lnTo>
                <a:close/>
                <a:moveTo>
                  <a:pt x="4680356" y="2579876"/>
                </a:moveTo>
                <a:lnTo>
                  <a:pt x="4680356" y="2592094"/>
                </a:lnTo>
                <a:lnTo>
                  <a:pt x="4692576" y="2592094"/>
                </a:lnTo>
                <a:lnTo>
                  <a:pt x="4692576" y="2579876"/>
                </a:lnTo>
                <a:close/>
                <a:moveTo>
                  <a:pt x="5019589" y="2574364"/>
                </a:moveTo>
                <a:lnTo>
                  <a:pt x="5019589" y="2597819"/>
                </a:lnTo>
                <a:lnTo>
                  <a:pt x="5043045" y="2597819"/>
                </a:lnTo>
                <a:lnTo>
                  <a:pt x="5043045" y="2574364"/>
                </a:lnTo>
                <a:close/>
                <a:moveTo>
                  <a:pt x="5358816" y="2568831"/>
                </a:moveTo>
                <a:lnTo>
                  <a:pt x="5358816" y="2603319"/>
                </a:lnTo>
                <a:lnTo>
                  <a:pt x="5393313" y="2603319"/>
                </a:lnTo>
                <a:lnTo>
                  <a:pt x="5393313" y="2568831"/>
                </a:lnTo>
                <a:close/>
                <a:moveTo>
                  <a:pt x="5698217" y="2563319"/>
                </a:moveTo>
                <a:lnTo>
                  <a:pt x="5698217" y="2608849"/>
                </a:lnTo>
                <a:lnTo>
                  <a:pt x="5743754" y="2608849"/>
                </a:lnTo>
                <a:lnTo>
                  <a:pt x="5743754" y="2563319"/>
                </a:lnTo>
                <a:close/>
                <a:moveTo>
                  <a:pt x="6037483" y="2557809"/>
                </a:moveTo>
                <a:lnTo>
                  <a:pt x="6037483" y="2614379"/>
                </a:lnTo>
                <a:lnTo>
                  <a:pt x="6094027" y="2614379"/>
                </a:lnTo>
                <a:lnTo>
                  <a:pt x="6094027" y="2557809"/>
                </a:lnTo>
                <a:close/>
                <a:moveTo>
                  <a:pt x="6376694" y="2552100"/>
                </a:moveTo>
                <a:lnTo>
                  <a:pt x="6376694" y="2619907"/>
                </a:lnTo>
                <a:lnTo>
                  <a:pt x="6444525" y="2619907"/>
                </a:lnTo>
                <a:lnTo>
                  <a:pt x="6444525" y="2552100"/>
                </a:lnTo>
                <a:close/>
                <a:moveTo>
                  <a:pt x="6715905" y="2546574"/>
                </a:moveTo>
                <a:lnTo>
                  <a:pt x="6715905" y="2625414"/>
                </a:lnTo>
                <a:lnTo>
                  <a:pt x="6794743" y="2625414"/>
                </a:lnTo>
                <a:lnTo>
                  <a:pt x="6794743" y="2546574"/>
                </a:lnTo>
                <a:close/>
                <a:moveTo>
                  <a:pt x="7055339" y="2541067"/>
                </a:moveTo>
                <a:lnTo>
                  <a:pt x="7055339" y="2630943"/>
                </a:lnTo>
                <a:lnTo>
                  <a:pt x="7145240" y="2630943"/>
                </a:lnTo>
                <a:lnTo>
                  <a:pt x="7145240" y="2541067"/>
                </a:lnTo>
                <a:close/>
                <a:moveTo>
                  <a:pt x="7394606" y="2535555"/>
                </a:moveTo>
                <a:lnTo>
                  <a:pt x="7394606" y="2636472"/>
                </a:lnTo>
                <a:lnTo>
                  <a:pt x="7495515" y="2636472"/>
                </a:lnTo>
                <a:lnTo>
                  <a:pt x="7495515" y="2535555"/>
                </a:lnTo>
                <a:close/>
                <a:moveTo>
                  <a:pt x="7733817" y="2529836"/>
                </a:moveTo>
                <a:lnTo>
                  <a:pt x="7733817" y="2641994"/>
                </a:lnTo>
                <a:lnTo>
                  <a:pt x="7845956" y="2641994"/>
                </a:lnTo>
                <a:lnTo>
                  <a:pt x="7845956" y="2529836"/>
                </a:lnTo>
                <a:close/>
                <a:moveTo>
                  <a:pt x="8073027" y="2524503"/>
                </a:moveTo>
                <a:lnTo>
                  <a:pt x="8073027" y="2647701"/>
                </a:lnTo>
                <a:lnTo>
                  <a:pt x="8196229" y="2647701"/>
                </a:lnTo>
                <a:lnTo>
                  <a:pt x="8196229" y="2524503"/>
                </a:lnTo>
                <a:close/>
                <a:moveTo>
                  <a:pt x="8412461" y="2519001"/>
                </a:moveTo>
                <a:lnTo>
                  <a:pt x="8412461" y="2653225"/>
                </a:lnTo>
                <a:lnTo>
                  <a:pt x="8546726" y="2653225"/>
                </a:lnTo>
                <a:lnTo>
                  <a:pt x="8546726" y="2519001"/>
                </a:lnTo>
                <a:close/>
                <a:moveTo>
                  <a:pt x="10648927" y="2516860"/>
                </a:moveTo>
                <a:lnTo>
                  <a:pt x="10728325" y="2516860"/>
                </a:lnTo>
                <a:lnTo>
                  <a:pt x="10728325" y="2655224"/>
                </a:lnTo>
                <a:lnTo>
                  <a:pt x="10648927" y="2655224"/>
                </a:lnTo>
                <a:close/>
                <a:moveTo>
                  <a:pt x="8751728" y="2513486"/>
                </a:moveTo>
                <a:lnTo>
                  <a:pt x="8751728" y="2658747"/>
                </a:lnTo>
                <a:lnTo>
                  <a:pt x="8897000" y="2658747"/>
                </a:lnTo>
                <a:lnTo>
                  <a:pt x="8897000" y="2513486"/>
                </a:lnTo>
                <a:close/>
                <a:moveTo>
                  <a:pt x="10298431" y="2511330"/>
                </a:moveTo>
                <a:lnTo>
                  <a:pt x="10448228" y="2511330"/>
                </a:lnTo>
                <a:lnTo>
                  <a:pt x="10448228" y="2660931"/>
                </a:lnTo>
                <a:lnTo>
                  <a:pt x="10298431" y="2660931"/>
                </a:lnTo>
                <a:close/>
                <a:moveTo>
                  <a:pt x="9091106" y="2507972"/>
                </a:moveTo>
                <a:lnTo>
                  <a:pt x="9091106" y="2664281"/>
                </a:lnTo>
                <a:lnTo>
                  <a:pt x="9247441" y="2664281"/>
                </a:lnTo>
                <a:lnTo>
                  <a:pt x="9247441" y="2507972"/>
                </a:lnTo>
                <a:close/>
                <a:moveTo>
                  <a:pt x="9948157" y="2505818"/>
                </a:moveTo>
                <a:lnTo>
                  <a:pt x="10108794" y="2505818"/>
                </a:lnTo>
                <a:lnTo>
                  <a:pt x="10108794" y="2666441"/>
                </a:lnTo>
                <a:lnTo>
                  <a:pt x="9948157" y="2666441"/>
                </a:lnTo>
                <a:close/>
                <a:moveTo>
                  <a:pt x="9430150" y="2502245"/>
                </a:moveTo>
                <a:lnTo>
                  <a:pt x="9430150" y="2669786"/>
                </a:lnTo>
                <a:lnTo>
                  <a:pt x="9597716" y="2669786"/>
                </a:lnTo>
                <a:lnTo>
                  <a:pt x="9597716" y="2502245"/>
                </a:lnTo>
                <a:close/>
                <a:moveTo>
                  <a:pt x="4510650" y="2410373"/>
                </a:moveTo>
                <a:lnTo>
                  <a:pt x="4510650" y="2417072"/>
                </a:lnTo>
                <a:lnTo>
                  <a:pt x="4517355" y="2417072"/>
                </a:lnTo>
                <a:lnTo>
                  <a:pt x="4517355" y="2410373"/>
                </a:lnTo>
                <a:close/>
                <a:moveTo>
                  <a:pt x="4849872" y="2404643"/>
                </a:moveTo>
                <a:lnTo>
                  <a:pt x="4849872" y="2422582"/>
                </a:lnTo>
                <a:lnTo>
                  <a:pt x="4867813" y="2422582"/>
                </a:lnTo>
                <a:lnTo>
                  <a:pt x="4867813" y="2404643"/>
                </a:lnTo>
                <a:close/>
                <a:moveTo>
                  <a:pt x="5189105" y="2399130"/>
                </a:moveTo>
                <a:lnTo>
                  <a:pt x="5189105" y="2428104"/>
                </a:lnTo>
                <a:lnTo>
                  <a:pt x="5218081" y="2428104"/>
                </a:lnTo>
                <a:lnTo>
                  <a:pt x="5218081" y="2399130"/>
                </a:lnTo>
                <a:close/>
                <a:moveTo>
                  <a:pt x="5528522" y="2393616"/>
                </a:moveTo>
                <a:lnTo>
                  <a:pt x="5528522" y="2433625"/>
                </a:lnTo>
                <a:lnTo>
                  <a:pt x="5568539" y="2433625"/>
                </a:lnTo>
                <a:lnTo>
                  <a:pt x="5568539" y="2393616"/>
                </a:lnTo>
                <a:close/>
                <a:moveTo>
                  <a:pt x="5867738" y="2388105"/>
                </a:moveTo>
                <a:lnTo>
                  <a:pt x="5867738" y="2439155"/>
                </a:lnTo>
                <a:lnTo>
                  <a:pt x="5918807" y="2439155"/>
                </a:lnTo>
                <a:lnTo>
                  <a:pt x="5918807" y="2388105"/>
                </a:lnTo>
                <a:close/>
                <a:moveTo>
                  <a:pt x="6207005" y="2382379"/>
                </a:moveTo>
                <a:lnTo>
                  <a:pt x="6207005" y="2444662"/>
                </a:lnTo>
                <a:lnTo>
                  <a:pt x="6269248" y="2444662"/>
                </a:lnTo>
                <a:lnTo>
                  <a:pt x="6269248" y="2382379"/>
                </a:lnTo>
                <a:close/>
                <a:moveTo>
                  <a:pt x="6546216" y="2376865"/>
                </a:moveTo>
                <a:lnTo>
                  <a:pt x="6546216" y="2450184"/>
                </a:lnTo>
                <a:lnTo>
                  <a:pt x="6619523" y="2450184"/>
                </a:lnTo>
                <a:lnTo>
                  <a:pt x="6619523" y="2376865"/>
                </a:lnTo>
                <a:close/>
                <a:moveTo>
                  <a:pt x="6885650" y="2371354"/>
                </a:moveTo>
                <a:lnTo>
                  <a:pt x="6885650" y="2455703"/>
                </a:lnTo>
                <a:lnTo>
                  <a:pt x="6970020" y="2455703"/>
                </a:lnTo>
                <a:lnTo>
                  <a:pt x="6970020" y="2371354"/>
                </a:lnTo>
                <a:close/>
                <a:moveTo>
                  <a:pt x="7224861" y="2366038"/>
                </a:moveTo>
                <a:lnTo>
                  <a:pt x="7224861" y="2461431"/>
                </a:lnTo>
                <a:lnTo>
                  <a:pt x="7320294" y="2461431"/>
                </a:lnTo>
                <a:lnTo>
                  <a:pt x="7320294" y="2366038"/>
                </a:lnTo>
                <a:close/>
                <a:moveTo>
                  <a:pt x="7564295" y="2360507"/>
                </a:moveTo>
                <a:lnTo>
                  <a:pt x="7564295" y="2466942"/>
                </a:lnTo>
                <a:lnTo>
                  <a:pt x="7670735" y="2466942"/>
                </a:lnTo>
                <a:lnTo>
                  <a:pt x="7670735" y="2360507"/>
                </a:lnTo>
                <a:close/>
                <a:moveTo>
                  <a:pt x="7903338" y="2354793"/>
                </a:moveTo>
                <a:lnTo>
                  <a:pt x="7903338" y="2472471"/>
                </a:lnTo>
                <a:lnTo>
                  <a:pt x="8021008" y="2472471"/>
                </a:lnTo>
                <a:lnTo>
                  <a:pt x="8021008" y="2354793"/>
                </a:lnTo>
                <a:close/>
                <a:moveTo>
                  <a:pt x="8242772" y="2349288"/>
                </a:moveTo>
                <a:lnTo>
                  <a:pt x="8242772" y="2478014"/>
                </a:lnTo>
                <a:lnTo>
                  <a:pt x="8371450" y="2478014"/>
                </a:lnTo>
                <a:lnTo>
                  <a:pt x="8371450" y="2349288"/>
                </a:lnTo>
                <a:close/>
                <a:moveTo>
                  <a:pt x="8581983" y="2343775"/>
                </a:moveTo>
                <a:lnTo>
                  <a:pt x="8581983" y="2483548"/>
                </a:lnTo>
                <a:lnTo>
                  <a:pt x="8721724" y="2483548"/>
                </a:lnTo>
                <a:lnTo>
                  <a:pt x="8721724" y="2343775"/>
                </a:lnTo>
                <a:close/>
                <a:moveTo>
                  <a:pt x="10473651" y="2341619"/>
                </a:moveTo>
                <a:lnTo>
                  <a:pt x="10617583" y="2341619"/>
                </a:lnTo>
                <a:lnTo>
                  <a:pt x="10617583" y="2485740"/>
                </a:lnTo>
                <a:lnTo>
                  <a:pt x="10473651" y="2485740"/>
                </a:lnTo>
                <a:close/>
                <a:moveTo>
                  <a:pt x="8921417" y="2338247"/>
                </a:moveTo>
                <a:lnTo>
                  <a:pt x="8921417" y="2489050"/>
                </a:lnTo>
                <a:lnTo>
                  <a:pt x="9072221" y="2489050"/>
                </a:lnTo>
                <a:lnTo>
                  <a:pt x="9072221" y="2338247"/>
                </a:lnTo>
                <a:close/>
                <a:moveTo>
                  <a:pt x="10123209" y="2336084"/>
                </a:moveTo>
                <a:lnTo>
                  <a:pt x="10278539" y="2336084"/>
                </a:lnTo>
                <a:lnTo>
                  <a:pt x="10278539" y="2491234"/>
                </a:lnTo>
                <a:lnTo>
                  <a:pt x="10123209" y="2491234"/>
                </a:lnTo>
                <a:close/>
                <a:moveTo>
                  <a:pt x="9260460" y="2332533"/>
                </a:moveTo>
                <a:lnTo>
                  <a:pt x="9260460" y="2494570"/>
                </a:lnTo>
                <a:lnTo>
                  <a:pt x="9422494" y="2494570"/>
                </a:lnTo>
                <a:lnTo>
                  <a:pt x="9422494" y="2332533"/>
                </a:lnTo>
                <a:close/>
                <a:moveTo>
                  <a:pt x="9772936" y="2330564"/>
                </a:moveTo>
                <a:lnTo>
                  <a:pt x="9939105" y="2330564"/>
                </a:lnTo>
                <a:lnTo>
                  <a:pt x="9939105" y="2496733"/>
                </a:lnTo>
                <a:lnTo>
                  <a:pt x="9772936" y="2496733"/>
                </a:lnTo>
                <a:close/>
                <a:moveTo>
                  <a:pt x="4680356" y="2235138"/>
                </a:moveTo>
                <a:lnTo>
                  <a:pt x="4680356" y="2247357"/>
                </a:lnTo>
                <a:lnTo>
                  <a:pt x="4692576" y="2247357"/>
                </a:lnTo>
                <a:lnTo>
                  <a:pt x="4692576" y="2235138"/>
                </a:lnTo>
                <a:close/>
                <a:moveTo>
                  <a:pt x="5019589" y="2229425"/>
                </a:moveTo>
                <a:lnTo>
                  <a:pt x="5019589" y="2252886"/>
                </a:lnTo>
                <a:lnTo>
                  <a:pt x="5043045" y="2252886"/>
                </a:lnTo>
                <a:lnTo>
                  <a:pt x="5043045" y="2229425"/>
                </a:lnTo>
                <a:close/>
                <a:moveTo>
                  <a:pt x="5358816" y="2223896"/>
                </a:moveTo>
                <a:lnTo>
                  <a:pt x="5358816" y="2258393"/>
                </a:lnTo>
                <a:lnTo>
                  <a:pt x="5393313" y="2258393"/>
                </a:lnTo>
                <a:lnTo>
                  <a:pt x="5393313" y="2223896"/>
                </a:lnTo>
                <a:close/>
                <a:moveTo>
                  <a:pt x="5698217" y="2218389"/>
                </a:moveTo>
                <a:lnTo>
                  <a:pt x="5698217" y="2263922"/>
                </a:lnTo>
                <a:lnTo>
                  <a:pt x="5743754" y="2263922"/>
                </a:lnTo>
                <a:lnTo>
                  <a:pt x="5743754" y="2218389"/>
                </a:lnTo>
                <a:close/>
                <a:moveTo>
                  <a:pt x="6037483" y="2213073"/>
                </a:moveTo>
                <a:lnTo>
                  <a:pt x="6037483" y="2269646"/>
                </a:lnTo>
                <a:lnTo>
                  <a:pt x="6094027" y="2269646"/>
                </a:lnTo>
                <a:lnTo>
                  <a:pt x="6094027" y="2213073"/>
                </a:lnTo>
                <a:close/>
                <a:moveTo>
                  <a:pt x="6376694" y="2207359"/>
                </a:moveTo>
                <a:lnTo>
                  <a:pt x="6376694" y="2275167"/>
                </a:lnTo>
                <a:lnTo>
                  <a:pt x="6444525" y="2275167"/>
                </a:lnTo>
                <a:lnTo>
                  <a:pt x="6444525" y="2207359"/>
                </a:lnTo>
                <a:close/>
                <a:moveTo>
                  <a:pt x="6715905" y="2201855"/>
                </a:moveTo>
                <a:lnTo>
                  <a:pt x="6715905" y="2280695"/>
                </a:lnTo>
                <a:lnTo>
                  <a:pt x="6794743" y="2280695"/>
                </a:lnTo>
                <a:lnTo>
                  <a:pt x="6794743" y="2201855"/>
                </a:lnTo>
                <a:close/>
                <a:moveTo>
                  <a:pt x="7055339" y="2196326"/>
                </a:moveTo>
                <a:lnTo>
                  <a:pt x="7055339" y="2286201"/>
                </a:lnTo>
                <a:lnTo>
                  <a:pt x="7145240" y="2286201"/>
                </a:lnTo>
                <a:lnTo>
                  <a:pt x="7145240" y="2196326"/>
                </a:lnTo>
                <a:close/>
                <a:moveTo>
                  <a:pt x="7394606" y="2190808"/>
                </a:moveTo>
                <a:lnTo>
                  <a:pt x="7394606" y="2291729"/>
                </a:lnTo>
                <a:lnTo>
                  <a:pt x="7495515" y="2291729"/>
                </a:lnTo>
                <a:lnTo>
                  <a:pt x="7495515" y="2190808"/>
                </a:lnTo>
                <a:close/>
                <a:moveTo>
                  <a:pt x="7733817" y="2185105"/>
                </a:moveTo>
                <a:lnTo>
                  <a:pt x="7733817" y="2297256"/>
                </a:lnTo>
                <a:lnTo>
                  <a:pt x="7845956" y="2297256"/>
                </a:lnTo>
                <a:lnTo>
                  <a:pt x="7845956" y="2185105"/>
                </a:lnTo>
                <a:close/>
                <a:moveTo>
                  <a:pt x="8073027" y="2179573"/>
                </a:moveTo>
                <a:lnTo>
                  <a:pt x="8073027" y="2302757"/>
                </a:lnTo>
                <a:lnTo>
                  <a:pt x="8196229" y="2302757"/>
                </a:lnTo>
                <a:lnTo>
                  <a:pt x="8196229" y="2179573"/>
                </a:lnTo>
                <a:close/>
                <a:moveTo>
                  <a:pt x="8412461" y="2174059"/>
                </a:moveTo>
                <a:lnTo>
                  <a:pt x="8412461" y="2308289"/>
                </a:lnTo>
                <a:lnTo>
                  <a:pt x="8546726" y="2308289"/>
                </a:lnTo>
                <a:lnTo>
                  <a:pt x="8546726" y="2174059"/>
                </a:lnTo>
                <a:close/>
                <a:moveTo>
                  <a:pt x="10648927" y="2171914"/>
                </a:moveTo>
                <a:lnTo>
                  <a:pt x="10728325" y="2171914"/>
                </a:lnTo>
                <a:lnTo>
                  <a:pt x="10728325" y="2310473"/>
                </a:lnTo>
                <a:lnTo>
                  <a:pt x="10648927" y="2310473"/>
                </a:lnTo>
                <a:close/>
                <a:moveTo>
                  <a:pt x="8751728" y="2168545"/>
                </a:moveTo>
                <a:lnTo>
                  <a:pt x="8751728" y="2313810"/>
                </a:lnTo>
                <a:lnTo>
                  <a:pt x="8897000" y="2313810"/>
                </a:lnTo>
                <a:lnTo>
                  <a:pt x="8897000" y="2168545"/>
                </a:lnTo>
                <a:close/>
                <a:moveTo>
                  <a:pt x="10298431" y="2166382"/>
                </a:moveTo>
                <a:lnTo>
                  <a:pt x="10448228" y="2166382"/>
                </a:lnTo>
                <a:lnTo>
                  <a:pt x="10448228" y="2316178"/>
                </a:lnTo>
                <a:lnTo>
                  <a:pt x="10298431" y="2316178"/>
                </a:lnTo>
                <a:close/>
                <a:moveTo>
                  <a:pt x="9091106" y="2163229"/>
                </a:moveTo>
                <a:lnTo>
                  <a:pt x="9091106" y="2319527"/>
                </a:lnTo>
                <a:lnTo>
                  <a:pt x="9247441" y="2319527"/>
                </a:lnTo>
                <a:lnTo>
                  <a:pt x="9247441" y="2163229"/>
                </a:lnTo>
                <a:close/>
                <a:moveTo>
                  <a:pt x="9948157" y="2160877"/>
                </a:moveTo>
                <a:lnTo>
                  <a:pt x="10108794" y="2160877"/>
                </a:lnTo>
                <a:lnTo>
                  <a:pt x="10108794" y="2321712"/>
                </a:lnTo>
                <a:lnTo>
                  <a:pt x="9948157" y="2321712"/>
                </a:lnTo>
                <a:close/>
                <a:moveTo>
                  <a:pt x="9430150" y="2157522"/>
                </a:moveTo>
                <a:lnTo>
                  <a:pt x="9430150" y="2325060"/>
                </a:lnTo>
                <a:lnTo>
                  <a:pt x="9597716" y="2325060"/>
                </a:lnTo>
                <a:lnTo>
                  <a:pt x="9597716" y="2157522"/>
                </a:lnTo>
                <a:close/>
                <a:moveTo>
                  <a:pt x="4510650" y="2065441"/>
                </a:moveTo>
                <a:lnTo>
                  <a:pt x="4510650" y="2072146"/>
                </a:lnTo>
                <a:lnTo>
                  <a:pt x="4517355" y="2072146"/>
                </a:lnTo>
                <a:lnTo>
                  <a:pt x="4517355" y="2065441"/>
                </a:lnTo>
                <a:close/>
                <a:moveTo>
                  <a:pt x="4849872" y="2059712"/>
                </a:moveTo>
                <a:lnTo>
                  <a:pt x="4849872" y="2077647"/>
                </a:lnTo>
                <a:lnTo>
                  <a:pt x="4867813" y="2077647"/>
                </a:lnTo>
                <a:lnTo>
                  <a:pt x="4867813" y="2059712"/>
                </a:lnTo>
                <a:close/>
                <a:moveTo>
                  <a:pt x="5189105" y="2054396"/>
                </a:moveTo>
                <a:lnTo>
                  <a:pt x="5189105" y="2083372"/>
                </a:lnTo>
                <a:lnTo>
                  <a:pt x="5218081" y="2083372"/>
                </a:lnTo>
                <a:lnTo>
                  <a:pt x="5218081" y="2054396"/>
                </a:lnTo>
                <a:close/>
                <a:moveTo>
                  <a:pt x="5528522" y="2048890"/>
                </a:moveTo>
                <a:lnTo>
                  <a:pt x="5528522" y="2088900"/>
                </a:lnTo>
                <a:lnTo>
                  <a:pt x="5568539" y="2088900"/>
                </a:lnTo>
                <a:lnTo>
                  <a:pt x="5568539" y="2048890"/>
                </a:lnTo>
                <a:close/>
                <a:moveTo>
                  <a:pt x="5867738" y="2043373"/>
                </a:moveTo>
                <a:lnTo>
                  <a:pt x="5867738" y="2094424"/>
                </a:lnTo>
                <a:lnTo>
                  <a:pt x="5918807" y="2094424"/>
                </a:lnTo>
                <a:lnTo>
                  <a:pt x="5918807" y="2043373"/>
                </a:lnTo>
                <a:close/>
                <a:moveTo>
                  <a:pt x="6207005" y="2037671"/>
                </a:moveTo>
                <a:lnTo>
                  <a:pt x="6207005" y="2099951"/>
                </a:lnTo>
                <a:lnTo>
                  <a:pt x="6269248" y="2099951"/>
                </a:lnTo>
                <a:lnTo>
                  <a:pt x="6269248" y="2037671"/>
                </a:lnTo>
                <a:close/>
                <a:moveTo>
                  <a:pt x="6546216" y="2032143"/>
                </a:moveTo>
                <a:lnTo>
                  <a:pt x="6546216" y="2105458"/>
                </a:lnTo>
                <a:lnTo>
                  <a:pt x="6619523" y="2105458"/>
                </a:lnTo>
                <a:lnTo>
                  <a:pt x="6619523" y="2032143"/>
                </a:lnTo>
                <a:close/>
                <a:moveTo>
                  <a:pt x="6885650" y="2026625"/>
                </a:moveTo>
                <a:lnTo>
                  <a:pt x="6885650" y="2110979"/>
                </a:lnTo>
                <a:lnTo>
                  <a:pt x="6970020" y="2110979"/>
                </a:lnTo>
                <a:lnTo>
                  <a:pt x="6970020" y="2026625"/>
                </a:lnTo>
                <a:close/>
                <a:moveTo>
                  <a:pt x="7224861" y="2021118"/>
                </a:moveTo>
                <a:lnTo>
                  <a:pt x="7224861" y="2116504"/>
                </a:lnTo>
                <a:lnTo>
                  <a:pt x="7320294" y="2116504"/>
                </a:lnTo>
                <a:lnTo>
                  <a:pt x="7320294" y="2021118"/>
                </a:lnTo>
                <a:close/>
                <a:moveTo>
                  <a:pt x="7564295" y="2015587"/>
                </a:moveTo>
                <a:lnTo>
                  <a:pt x="7564295" y="2122018"/>
                </a:lnTo>
                <a:lnTo>
                  <a:pt x="7670735" y="2122018"/>
                </a:lnTo>
                <a:lnTo>
                  <a:pt x="7670735" y="2015587"/>
                </a:lnTo>
                <a:close/>
                <a:moveTo>
                  <a:pt x="7903338" y="2009873"/>
                </a:moveTo>
                <a:lnTo>
                  <a:pt x="7903338" y="2127540"/>
                </a:lnTo>
                <a:lnTo>
                  <a:pt x="8021008" y="2127540"/>
                </a:lnTo>
                <a:lnTo>
                  <a:pt x="8021008" y="2009873"/>
                </a:lnTo>
                <a:close/>
                <a:moveTo>
                  <a:pt x="8242772" y="2004557"/>
                </a:moveTo>
                <a:lnTo>
                  <a:pt x="8242772" y="2133260"/>
                </a:lnTo>
                <a:lnTo>
                  <a:pt x="8371450" y="2133260"/>
                </a:lnTo>
                <a:lnTo>
                  <a:pt x="8371450" y="2004557"/>
                </a:lnTo>
                <a:close/>
                <a:moveTo>
                  <a:pt x="8581983" y="1999050"/>
                </a:moveTo>
                <a:lnTo>
                  <a:pt x="8581983" y="2138786"/>
                </a:lnTo>
                <a:lnTo>
                  <a:pt x="8721724" y="2138786"/>
                </a:lnTo>
                <a:lnTo>
                  <a:pt x="8721724" y="1999050"/>
                </a:lnTo>
                <a:close/>
                <a:moveTo>
                  <a:pt x="10473651" y="1996895"/>
                </a:moveTo>
                <a:lnTo>
                  <a:pt x="10617583" y="1996895"/>
                </a:lnTo>
                <a:lnTo>
                  <a:pt x="10617583" y="2140973"/>
                </a:lnTo>
                <a:lnTo>
                  <a:pt x="10473651" y="2140973"/>
                </a:lnTo>
                <a:close/>
                <a:moveTo>
                  <a:pt x="8921417" y="1993544"/>
                </a:moveTo>
                <a:lnTo>
                  <a:pt x="8921417" y="2144317"/>
                </a:lnTo>
                <a:lnTo>
                  <a:pt x="9072221" y="2144317"/>
                </a:lnTo>
                <a:lnTo>
                  <a:pt x="9072221" y="1993544"/>
                </a:lnTo>
                <a:close/>
                <a:moveTo>
                  <a:pt x="10123209" y="1991373"/>
                </a:moveTo>
                <a:lnTo>
                  <a:pt x="10278539" y="1991373"/>
                </a:lnTo>
                <a:lnTo>
                  <a:pt x="10278539" y="2146480"/>
                </a:lnTo>
                <a:lnTo>
                  <a:pt x="10123209" y="2146480"/>
                </a:lnTo>
                <a:close/>
                <a:moveTo>
                  <a:pt x="9260460" y="1987826"/>
                </a:moveTo>
                <a:lnTo>
                  <a:pt x="9260460" y="2149821"/>
                </a:lnTo>
                <a:lnTo>
                  <a:pt x="9422494" y="2149821"/>
                </a:lnTo>
                <a:lnTo>
                  <a:pt x="9422494" y="1987826"/>
                </a:lnTo>
                <a:close/>
                <a:moveTo>
                  <a:pt x="9772936" y="1985664"/>
                </a:moveTo>
                <a:lnTo>
                  <a:pt x="9939105" y="1985664"/>
                </a:lnTo>
                <a:lnTo>
                  <a:pt x="9939105" y="2151997"/>
                </a:lnTo>
                <a:lnTo>
                  <a:pt x="9772936" y="2151997"/>
                </a:lnTo>
                <a:close/>
                <a:moveTo>
                  <a:pt x="4680356" y="1890402"/>
                </a:moveTo>
                <a:lnTo>
                  <a:pt x="4680356" y="1902621"/>
                </a:lnTo>
                <a:lnTo>
                  <a:pt x="4692576" y="1902621"/>
                </a:lnTo>
                <a:lnTo>
                  <a:pt x="4692576" y="1890402"/>
                </a:lnTo>
                <a:close/>
                <a:moveTo>
                  <a:pt x="5019589" y="1884695"/>
                </a:moveTo>
                <a:lnTo>
                  <a:pt x="5019589" y="1908151"/>
                </a:lnTo>
                <a:lnTo>
                  <a:pt x="5043045" y="1908151"/>
                </a:lnTo>
                <a:lnTo>
                  <a:pt x="5043045" y="1884695"/>
                </a:lnTo>
                <a:close/>
                <a:moveTo>
                  <a:pt x="5358816" y="1879185"/>
                </a:moveTo>
                <a:lnTo>
                  <a:pt x="5358816" y="1913680"/>
                </a:lnTo>
                <a:lnTo>
                  <a:pt x="5393313" y="1913680"/>
                </a:lnTo>
                <a:lnTo>
                  <a:pt x="5393313" y="1879185"/>
                </a:lnTo>
                <a:close/>
                <a:moveTo>
                  <a:pt x="5698217" y="1873657"/>
                </a:moveTo>
                <a:lnTo>
                  <a:pt x="5698217" y="1919186"/>
                </a:lnTo>
                <a:lnTo>
                  <a:pt x="5743754" y="1919186"/>
                </a:lnTo>
                <a:lnTo>
                  <a:pt x="5743754" y="1873657"/>
                </a:lnTo>
                <a:close/>
                <a:moveTo>
                  <a:pt x="6037483" y="1868151"/>
                </a:moveTo>
                <a:lnTo>
                  <a:pt x="6037483" y="1924716"/>
                </a:lnTo>
                <a:lnTo>
                  <a:pt x="6094027" y="1924716"/>
                </a:lnTo>
                <a:lnTo>
                  <a:pt x="6094027" y="1868151"/>
                </a:lnTo>
                <a:close/>
                <a:moveTo>
                  <a:pt x="6376694" y="1862439"/>
                </a:moveTo>
                <a:lnTo>
                  <a:pt x="6376694" y="1930246"/>
                </a:lnTo>
                <a:lnTo>
                  <a:pt x="6444525" y="1930246"/>
                </a:lnTo>
                <a:lnTo>
                  <a:pt x="6444525" y="1862439"/>
                </a:lnTo>
                <a:close/>
                <a:moveTo>
                  <a:pt x="6715905" y="1856934"/>
                </a:moveTo>
                <a:lnTo>
                  <a:pt x="6715905" y="1935775"/>
                </a:lnTo>
                <a:lnTo>
                  <a:pt x="6794743" y="1935775"/>
                </a:lnTo>
                <a:lnTo>
                  <a:pt x="6794743" y="1856934"/>
                </a:lnTo>
                <a:close/>
                <a:moveTo>
                  <a:pt x="7055339" y="1851401"/>
                </a:moveTo>
                <a:lnTo>
                  <a:pt x="7055339" y="1941282"/>
                </a:lnTo>
                <a:lnTo>
                  <a:pt x="7145240" y="1941282"/>
                </a:lnTo>
                <a:lnTo>
                  <a:pt x="7145240" y="1851401"/>
                </a:lnTo>
                <a:close/>
                <a:moveTo>
                  <a:pt x="7394606" y="1846079"/>
                </a:moveTo>
                <a:lnTo>
                  <a:pt x="7394606" y="1947001"/>
                </a:lnTo>
                <a:lnTo>
                  <a:pt x="7495515" y="1947001"/>
                </a:lnTo>
                <a:lnTo>
                  <a:pt x="7495515" y="1846079"/>
                </a:lnTo>
                <a:close/>
                <a:moveTo>
                  <a:pt x="7733817" y="1840378"/>
                </a:moveTo>
                <a:lnTo>
                  <a:pt x="7733817" y="1952531"/>
                </a:lnTo>
                <a:lnTo>
                  <a:pt x="7845956" y="1952531"/>
                </a:lnTo>
                <a:lnTo>
                  <a:pt x="7845956" y="1840378"/>
                </a:lnTo>
                <a:close/>
                <a:moveTo>
                  <a:pt x="8073027" y="1834862"/>
                </a:moveTo>
                <a:lnTo>
                  <a:pt x="8073027" y="1958056"/>
                </a:lnTo>
                <a:lnTo>
                  <a:pt x="8196229" y="1958056"/>
                </a:lnTo>
                <a:lnTo>
                  <a:pt x="8196229" y="1834862"/>
                </a:lnTo>
                <a:close/>
                <a:moveTo>
                  <a:pt x="8412461" y="1829334"/>
                </a:moveTo>
                <a:lnTo>
                  <a:pt x="8412461" y="1963566"/>
                </a:lnTo>
                <a:lnTo>
                  <a:pt x="8546726" y="1963570"/>
                </a:lnTo>
                <a:lnTo>
                  <a:pt x="8546726" y="1829334"/>
                </a:lnTo>
                <a:close/>
                <a:moveTo>
                  <a:pt x="10648927" y="1827191"/>
                </a:moveTo>
                <a:lnTo>
                  <a:pt x="10728325" y="1827191"/>
                </a:lnTo>
                <a:lnTo>
                  <a:pt x="10728325" y="1965577"/>
                </a:lnTo>
                <a:lnTo>
                  <a:pt x="10648927" y="1965577"/>
                </a:lnTo>
                <a:close/>
                <a:moveTo>
                  <a:pt x="8751728" y="1823829"/>
                </a:moveTo>
                <a:lnTo>
                  <a:pt x="8751728" y="1969103"/>
                </a:lnTo>
                <a:lnTo>
                  <a:pt x="8897000" y="1969103"/>
                </a:lnTo>
                <a:lnTo>
                  <a:pt x="8897000" y="1823829"/>
                </a:lnTo>
                <a:close/>
                <a:moveTo>
                  <a:pt x="10298431" y="1821684"/>
                </a:moveTo>
                <a:lnTo>
                  <a:pt x="10448228" y="1821684"/>
                </a:lnTo>
                <a:lnTo>
                  <a:pt x="10448228" y="1971287"/>
                </a:lnTo>
                <a:lnTo>
                  <a:pt x="10298431" y="1971287"/>
                </a:lnTo>
                <a:close/>
                <a:moveTo>
                  <a:pt x="9091106" y="1818319"/>
                </a:moveTo>
                <a:lnTo>
                  <a:pt x="9091106" y="1974631"/>
                </a:lnTo>
                <a:lnTo>
                  <a:pt x="9247441" y="1974631"/>
                </a:lnTo>
                <a:lnTo>
                  <a:pt x="9247441" y="1818319"/>
                </a:lnTo>
                <a:close/>
                <a:moveTo>
                  <a:pt x="9948157" y="1816162"/>
                </a:moveTo>
                <a:lnTo>
                  <a:pt x="10108794" y="1816162"/>
                </a:lnTo>
                <a:lnTo>
                  <a:pt x="10108794" y="1976816"/>
                </a:lnTo>
                <a:lnTo>
                  <a:pt x="9948157" y="1976816"/>
                </a:lnTo>
                <a:close/>
                <a:moveTo>
                  <a:pt x="9430150" y="1812612"/>
                </a:moveTo>
                <a:lnTo>
                  <a:pt x="9430150" y="1980157"/>
                </a:lnTo>
                <a:lnTo>
                  <a:pt x="9597716" y="1980157"/>
                </a:lnTo>
                <a:lnTo>
                  <a:pt x="9597716" y="1812612"/>
                </a:lnTo>
                <a:close/>
                <a:moveTo>
                  <a:pt x="4510644" y="1720704"/>
                </a:moveTo>
                <a:lnTo>
                  <a:pt x="4510644" y="1727409"/>
                </a:lnTo>
                <a:lnTo>
                  <a:pt x="4517349" y="1727409"/>
                </a:lnTo>
                <a:lnTo>
                  <a:pt x="4517349" y="1720704"/>
                </a:lnTo>
                <a:close/>
                <a:moveTo>
                  <a:pt x="4849872" y="1714998"/>
                </a:moveTo>
                <a:lnTo>
                  <a:pt x="4849872" y="1732933"/>
                </a:lnTo>
                <a:lnTo>
                  <a:pt x="4867813" y="1732933"/>
                </a:lnTo>
                <a:lnTo>
                  <a:pt x="4867813" y="1714998"/>
                </a:lnTo>
                <a:close/>
                <a:moveTo>
                  <a:pt x="5189105" y="1709470"/>
                </a:moveTo>
                <a:lnTo>
                  <a:pt x="5189105" y="1738439"/>
                </a:lnTo>
                <a:lnTo>
                  <a:pt x="5218081" y="1738439"/>
                </a:lnTo>
                <a:lnTo>
                  <a:pt x="5218081" y="1709470"/>
                </a:lnTo>
                <a:close/>
                <a:moveTo>
                  <a:pt x="5528522" y="1703960"/>
                </a:moveTo>
                <a:lnTo>
                  <a:pt x="5528522" y="1743974"/>
                </a:lnTo>
                <a:lnTo>
                  <a:pt x="5568539" y="1743974"/>
                </a:lnTo>
                <a:lnTo>
                  <a:pt x="5568539" y="1703960"/>
                </a:lnTo>
                <a:close/>
                <a:moveTo>
                  <a:pt x="5867738" y="1698449"/>
                </a:moveTo>
                <a:lnTo>
                  <a:pt x="5867738" y="1749497"/>
                </a:lnTo>
                <a:lnTo>
                  <a:pt x="5918807" y="1749497"/>
                </a:lnTo>
                <a:lnTo>
                  <a:pt x="5918807" y="1698449"/>
                </a:lnTo>
                <a:close/>
                <a:moveTo>
                  <a:pt x="6207005" y="1692743"/>
                </a:moveTo>
                <a:lnTo>
                  <a:pt x="6207005" y="1755027"/>
                </a:lnTo>
                <a:lnTo>
                  <a:pt x="6269248" y="1755027"/>
                </a:lnTo>
                <a:lnTo>
                  <a:pt x="6269248" y="1692743"/>
                </a:lnTo>
                <a:close/>
                <a:moveTo>
                  <a:pt x="6546216" y="1687405"/>
                </a:moveTo>
                <a:lnTo>
                  <a:pt x="6546216" y="1760729"/>
                </a:lnTo>
                <a:lnTo>
                  <a:pt x="6619523" y="1760729"/>
                </a:lnTo>
                <a:lnTo>
                  <a:pt x="6619523" y="1687405"/>
                </a:lnTo>
                <a:close/>
                <a:moveTo>
                  <a:pt x="6885650" y="1681894"/>
                </a:moveTo>
                <a:lnTo>
                  <a:pt x="6885650" y="1766252"/>
                </a:lnTo>
                <a:lnTo>
                  <a:pt x="6970020" y="1766252"/>
                </a:lnTo>
                <a:lnTo>
                  <a:pt x="6970020" y="1681894"/>
                </a:lnTo>
                <a:close/>
                <a:moveTo>
                  <a:pt x="7224861" y="1676388"/>
                </a:moveTo>
                <a:lnTo>
                  <a:pt x="7224861" y="1771782"/>
                </a:lnTo>
                <a:lnTo>
                  <a:pt x="7320294" y="1771782"/>
                </a:lnTo>
                <a:lnTo>
                  <a:pt x="7320294" y="1676388"/>
                </a:lnTo>
                <a:close/>
                <a:moveTo>
                  <a:pt x="7564295" y="1670869"/>
                </a:moveTo>
                <a:lnTo>
                  <a:pt x="7564295" y="1777312"/>
                </a:lnTo>
                <a:lnTo>
                  <a:pt x="7670735" y="1777312"/>
                </a:lnTo>
                <a:lnTo>
                  <a:pt x="7670735" y="1670869"/>
                </a:lnTo>
                <a:close/>
                <a:moveTo>
                  <a:pt x="7903338" y="1665145"/>
                </a:moveTo>
                <a:lnTo>
                  <a:pt x="7903338" y="1782819"/>
                </a:lnTo>
                <a:lnTo>
                  <a:pt x="8021008" y="1782819"/>
                </a:lnTo>
                <a:lnTo>
                  <a:pt x="8021008" y="1665145"/>
                </a:lnTo>
                <a:close/>
                <a:moveTo>
                  <a:pt x="8242772" y="1659638"/>
                </a:moveTo>
                <a:lnTo>
                  <a:pt x="8242772" y="1788347"/>
                </a:lnTo>
                <a:lnTo>
                  <a:pt x="8371450" y="1788347"/>
                </a:lnTo>
                <a:lnTo>
                  <a:pt x="8371450" y="1659638"/>
                </a:lnTo>
                <a:close/>
                <a:moveTo>
                  <a:pt x="8581983" y="1654122"/>
                </a:moveTo>
                <a:lnTo>
                  <a:pt x="8581983" y="1793871"/>
                </a:lnTo>
                <a:lnTo>
                  <a:pt x="8721724" y="1793871"/>
                </a:lnTo>
                <a:lnTo>
                  <a:pt x="8721724" y="1654122"/>
                </a:lnTo>
                <a:close/>
                <a:moveTo>
                  <a:pt x="10473651" y="1651972"/>
                </a:moveTo>
                <a:lnTo>
                  <a:pt x="10617583" y="1651972"/>
                </a:lnTo>
                <a:lnTo>
                  <a:pt x="10617583" y="1796251"/>
                </a:lnTo>
                <a:lnTo>
                  <a:pt x="10473651" y="1796251"/>
                </a:lnTo>
                <a:close/>
                <a:moveTo>
                  <a:pt x="8921417" y="1648616"/>
                </a:moveTo>
                <a:lnTo>
                  <a:pt x="8921417" y="1799405"/>
                </a:lnTo>
                <a:lnTo>
                  <a:pt x="9072221" y="1799405"/>
                </a:lnTo>
                <a:lnTo>
                  <a:pt x="9072221" y="1648616"/>
                </a:lnTo>
                <a:close/>
                <a:moveTo>
                  <a:pt x="10123209" y="1646442"/>
                </a:moveTo>
                <a:lnTo>
                  <a:pt x="10278539" y="1646442"/>
                </a:lnTo>
                <a:lnTo>
                  <a:pt x="10278539" y="1801762"/>
                </a:lnTo>
                <a:lnTo>
                  <a:pt x="10123209" y="1801762"/>
                </a:lnTo>
                <a:close/>
                <a:moveTo>
                  <a:pt x="9260460" y="1643083"/>
                </a:moveTo>
                <a:lnTo>
                  <a:pt x="9260460" y="1805101"/>
                </a:lnTo>
                <a:lnTo>
                  <a:pt x="9422494" y="1805101"/>
                </a:lnTo>
                <a:lnTo>
                  <a:pt x="9422494" y="1643083"/>
                </a:lnTo>
                <a:close/>
                <a:moveTo>
                  <a:pt x="9772936" y="1640930"/>
                </a:moveTo>
                <a:lnTo>
                  <a:pt x="9939105" y="1640930"/>
                </a:lnTo>
                <a:lnTo>
                  <a:pt x="9939105" y="1807081"/>
                </a:lnTo>
                <a:lnTo>
                  <a:pt x="9772936" y="1807081"/>
                </a:lnTo>
                <a:close/>
                <a:moveTo>
                  <a:pt x="4680356" y="1545476"/>
                </a:moveTo>
                <a:lnTo>
                  <a:pt x="4680356" y="1557695"/>
                </a:lnTo>
                <a:lnTo>
                  <a:pt x="4692576" y="1557695"/>
                </a:lnTo>
                <a:lnTo>
                  <a:pt x="4692576" y="1545476"/>
                </a:lnTo>
                <a:close/>
                <a:moveTo>
                  <a:pt x="5019589" y="1539769"/>
                </a:moveTo>
                <a:lnTo>
                  <a:pt x="5019589" y="1563225"/>
                </a:lnTo>
                <a:lnTo>
                  <a:pt x="5043045" y="1563225"/>
                </a:lnTo>
                <a:lnTo>
                  <a:pt x="5043045" y="1539769"/>
                </a:lnTo>
                <a:close/>
                <a:moveTo>
                  <a:pt x="5358816" y="1534448"/>
                </a:moveTo>
                <a:lnTo>
                  <a:pt x="5358816" y="1568938"/>
                </a:lnTo>
                <a:lnTo>
                  <a:pt x="5393313" y="1568938"/>
                </a:lnTo>
                <a:lnTo>
                  <a:pt x="5393313" y="1534448"/>
                </a:lnTo>
                <a:close/>
                <a:moveTo>
                  <a:pt x="5698217" y="1528942"/>
                </a:moveTo>
                <a:lnTo>
                  <a:pt x="5698217" y="1574472"/>
                </a:lnTo>
                <a:lnTo>
                  <a:pt x="5743754" y="1574472"/>
                </a:lnTo>
                <a:lnTo>
                  <a:pt x="5743754" y="1528942"/>
                </a:lnTo>
                <a:close/>
                <a:moveTo>
                  <a:pt x="6037483" y="1523409"/>
                </a:moveTo>
                <a:lnTo>
                  <a:pt x="6037483" y="1579979"/>
                </a:lnTo>
                <a:lnTo>
                  <a:pt x="6094027" y="1579979"/>
                </a:lnTo>
                <a:lnTo>
                  <a:pt x="6094027" y="1523409"/>
                </a:lnTo>
                <a:close/>
                <a:moveTo>
                  <a:pt x="6376694" y="1517702"/>
                </a:moveTo>
                <a:lnTo>
                  <a:pt x="6376694" y="1585501"/>
                </a:lnTo>
                <a:lnTo>
                  <a:pt x="6444525" y="1585501"/>
                </a:lnTo>
                <a:lnTo>
                  <a:pt x="6444525" y="1517702"/>
                </a:lnTo>
                <a:close/>
                <a:moveTo>
                  <a:pt x="6715905" y="1512192"/>
                </a:moveTo>
                <a:lnTo>
                  <a:pt x="6715905" y="1591038"/>
                </a:lnTo>
                <a:lnTo>
                  <a:pt x="6794743" y="1591038"/>
                </a:lnTo>
                <a:lnTo>
                  <a:pt x="6794743" y="1512192"/>
                </a:lnTo>
                <a:close/>
                <a:moveTo>
                  <a:pt x="7055339" y="1506680"/>
                </a:moveTo>
                <a:lnTo>
                  <a:pt x="7055339" y="1596561"/>
                </a:lnTo>
                <a:lnTo>
                  <a:pt x="7145240" y="1596561"/>
                </a:lnTo>
                <a:lnTo>
                  <a:pt x="7145240" y="1506680"/>
                </a:lnTo>
                <a:close/>
                <a:moveTo>
                  <a:pt x="7394606" y="1501153"/>
                </a:moveTo>
                <a:lnTo>
                  <a:pt x="7394606" y="1602068"/>
                </a:lnTo>
                <a:lnTo>
                  <a:pt x="7495515" y="1602068"/>
                </a:lnTo>
                <a:lnTo>
                  <a:pt x="7495515" y="1501153"/>
                </a:lnTo>
                <a:close/>
                <a:moveTo>
                  <a:pt x="7733817" y="1495446"/>
                </a:moveTo>
                <a:lnTo>
                  <a:pt x="7733817" y="1607604"/>
                </a:lnTo>
                <a:lnTo>
                  <a:pt x="7845956" y="1607604"/>
                </a:lnTo>
                <a:lnTo>
                  <a:pt x="7845956" y="1495446"/>
                </a:lnTo>
                <a:close/>
                <a:moveTo>
                  <a:pt x="8073027" y="1489935"/>
                </a:moveTo>
                <a:lnTo>
                  <a:pt x="8073027" y="1613128"/>
                </a:lnTo>
                <a:lnTo>
                  <a:pt x="8196229" y="1613128"/>
                </a:lnTo>
                <a:lnTo>
                  <a:pt x="8196229" y="1489935"/>
                </a:lnTo>
                <a:close/>
                <a:moveTo>
                  <a:pt x="8412461" y="1484620"/>
                </a:moveTo>
                <a:lnTo>
                  <a:pt x="8412461" y="1618847"/>
                </a:lnTo>
                <a:lnTo>
                  <a:pt x="8546726" y="1618847"/>
                </a:lnTo>
                <a:lnTo>
                  <a:pt x="8546726" y="1484620"/>
                </a:lnTo>
                <a:close/>
                <a:moveTo>
                  <a:pt x="10648927" y="1482475"/>
                </a:moveTo>
                <a:lnTo>
                  <a:pt x="10728325" y="1482475"/>
                </a:lnTo>
                <a:lnTo>
                  <a:pt x="10728325" y="1620826"/>
                </a:lnTo>
                <a:lnTo>
                  <a:pt x="10648927" y="1620826"/>
                </a:lnTo>
                <a:close/>
                <a:moveTo>
                  <a:pt x="8751728" y="1479091"/>
                </a:moveTo>
                <a:lnTo>
                  <a:pt x="8751728" y="1624357"/>
                </a:lnTo>
                <a:lnTo>
                  <a:pt x="8897000" y="1624357"/>
                </a:lnTo>
                <a:lnTo>
                  <a:pt x="8897000" y="1479091"/>
                </a:lnTo>
                <a:close/>
                <a:moveTo>
                  <a:pt x="10298431" y="1476756"/>
                </a:moveTo>
                <a:lnTo>
                  <a:pt x="10448228" y="1476756"/>
                </a:lnTo>
                <a:lnTo>
                  <a:pt x="10448228" y="1626553"/>
                </a:lnTo>
                <a:lnTo>
                  <a:pt x="10298431" y="1626553"/>
                </a:lnTo>
                <a:close/>
                <a:moveTo>
                  <a:pt x="9091106" y="1473574"/>
                </a:moveTo>
                <a:lnTo>
                  <a:pt x="9091106" y="1629880"/>
                </a:lnTo>
                <a:lnTo>
                  <a:pt x="9247441" y="1629880"/>
                </a:lnTo>
                <a:lnTo>
                  <a:pt x="9247441" y="1473574"/>
                </a:lnTo>
                <a:close/>
                <a:moveTo>
                  <a:pt x="9948157" y="1471228"/>
                </a:moveTo>
                <a:lnTo>
                  <a:pt x="10108794" y="1471228"/>
                </a:lnTo>
                <a:lnTo>
                  <a:pt x="10108794" y="1632064"/>
                </a:lnTo>
                <a:lnTo>
                  <a:pt x="9948157" y="1632064"/>
                </a:lnTo>
                <a:close/>
                <a:moveTo>
                  <a:pt x="9430150" y="1467874"/>
                </a:moveTo>
                <a:lnTo>
                  <a:pt x="9430150" y="1635408"/>
                </a:lnTo>
                <a:lnTo>
                  <a:pt x="9597716" y="1635408"/>
                </a:lnTo>
                <a:lnTo>
                  <a:pt x="9597716" y="1467874"/>
                </a:lnTo>
                <a:close/>
                <a:moveTo>
                  <a:pt x="4510644" y="1375968"/>
                </a:moveTo>
                <a:lnTo>
                  <a:pt x="4510644" y="1382673"/>
                </a:lnTo>
                <a:lnTo>
                  <a:pt x="4517349" y="1382673"/>
                </a:lnTo>
                <a:lnTo>
                  <a:pt x="4517349" y="1375968"/>
                </a:lnTo>
                <a:close/>
                <a:moveTo>
                  <a:pt x="4849872" y="1370261"/>
                </a:moveTo>
                <a:lnTo>
                  <a:pt x="4849872" y="1388196"/>
                </a:lnTo>
                <a:lnTo>
                  <a:pt x="4867813" y="1388196"/>
                </a:lnTo>
                <a:lnTo>
                  <a:pt x="4867813" y="1370261"/>
                </a:lnTo>
                <a:close/>
                <a:moveTo>
                  <a:pt x="5189105" y="1364751"/>
                </a:moveTo>
                <a:lnTo>
                  <a:pt x="5189105" y="1393726"/>
                </a:lnTo>
                <a:lnTo>
                  <a:pt x="5218081" y="1393726"/>
                </a:lnTo>
                <a:lnTo>
                  <a:pt x="5218081" y="1364751"/>
                </a:lnTo>
                <a:close/>
                <a:moveTo>
                  <a:pt x="5528522" y="1359223"/>
                </a:moveTo>
                <a:lnTo>
                  <a:pt x="5528522" y="1399232"/>
                </a:lnTo>
                <a:lnTo>
                  <a:pt x="5568539" y="1399238"/>
                </a:lnTo>
                <a:lnTo>
                  <a:pt x="5568539" y="1359223"/>
                </a:lnTo>
                <a:close/>
                <a:moveTo>
                  <a:pt x="5867738" y="1353712"/>
                </a:moveTo>
                <a:lnTo>
                  <a:pt x="5867738" y="1404761"/>
                </a:lnTo>
                <a:lnTo>
                  <a:pt x="5918807" y="1404761"/>
                </a:lnTo>
                <a:lnTo>
                  <a:pt x="5918807" y="1353712"/>
                </a:lnTo>
                <a:close/>
                <a:moveTo>
                  <a:pt x="6207005" y="1348006"/>
                </a:moveTo>
                <a:lnTo>
                  <a:pt x="6207005" y="1410291"/>
                </a:lnTo>
                <a:lnTo>
                  <a:pt x="6269248" y="1410291"/>
                </a:lnTo>
                <a:lnTo>
                  <a:pt x="6269248" y="1348006"/>
                </a:lnTo>
                <a:close/>
                <a:moveTo>
                  <a:pt x="6546216" y="1342479"/>
                </a:moveTo>
                <a:lnTo>
                  <a:pt x="6546216" y="1415798"/>
                </a:lnTo>
                <a:lnTo>
                  <a:pt x="6619523" y="1415798"/>
                </a:lnTo>
                <a:lnTo>
                  <a:pt x="6619523" y="1342479"/>
                </a:lnTo>
                <a:close/>
                <a:moveTo>
                  <a:pt x="6885650" y="1336968"/>
                </a:moveTo>
                <a:lnTo>
                  <a:pt x="6885650" y="1421326"/>
                </a:lnTo>
                <a:lnTo>
                  <a:pt x="6970020" y="1421326"/>
                </a:lnTo>
                <a:lnTo>
                  <a:pt x="6970020" y="1336968"/>
                </a:lnTo>
                <a:close/>
                <a:moveTo>
                  <a:pt x="7224861" y="1331458"/>
                </a:moveTo>
                <a:lnTo>
                  <a:pt x="7224861" y="1426856"/>
                </a:lnTo>
                <a:lnTo>
                  <a:pt x="7320294" y="1426856"/>
                </a:lnTo>
                <a:lnTo>
                  <a:pt x="7320294" y="1331458"/>
                </a:lnTo>
                <a:close/>
                <a:moveTo>
                  <a:pt x="7564295" y="1326142"/>
                </a:moveTo>
                <a:lnTo>
                  <a:pt x="7564295" y="1432575"/>
                </a:lnTo>
                <a:lnTo>
                  <a:pt x="7670735" y="1432575"/>
                </a:lnTo>
                <a:lnTo>
                  <a:pt x="7670735" y="1326142"/>
                </a:lnTo>
                <a:close/>
                <a:moveTo>
                  <a:pt x="7903338" y="1320436"/>
                </a:moveTo>
                <a:lnTo>
                  <a:pt x="7903338" y="1438104"/>
                </a:lnTo>
                <a:lnTo>
                  <a:pt x="8021008" y="1438104"/>
                </a:lnTo>
                <a:lnTo>
                  <a:pt x="8021008" y="1320436"/>
                </a:lnTo>
                <a:close/>
                <a:moveTo>
                  <a:pt x="8242772" y="1314908"/>
                </a:moveTo>
                <a:lnTo>
                  <a:pt x="8242772" y="1443610"/>
                </a:lnTo>
                <a:lnTo>
                  <a:pt x="8371450" y="1443610"/>
                </a:lnTo>
                <a:lnTo>
                  <a:pt x="8371450" y="1314908"/>
                </a:lnTo>
                <a:close/>
                <a:moveTo>
                  <a:pt x="8581983" y="1309392"/>
                </a:moveTo>
                <a:lnTo>
                  <a:pt x="8581983" y="1449133"/>
                </a:lnTo>
                <a:lnTo>
                  <a:pt x="8721724" y="1449133"/>
                </a:lnTo>
                <a:lnTo>
                  <a:pt x="8721724" y="1309392"/>
                </a:lnTo>
                <a:close/>
                <a:moveTo>
                  <a:pt x="10473651" y="1307242"/>
                </a:moveTo>
                <a:lnTo>
                  <a:pt x="10617583" y="1307242"/>
                </a:lnTo>
                <a:lnTo>
                  <a:pt x="10617583" y="1451324"/>
                </a:lnTo>
                <a:lnTo>
                  <a:pt x="10473651" y="1451324"/>
                </a:lnTo>
                <a:close/>
                <a:moveTo>
                  <a:pt x="8921417" y="1303887"/>
                </a:moveTo>
                <a:lnTo>
                  <a:pt x="8921417" y="1454667"/>
                </a:lnTo>
                <a:lnTo>
                  <a:pt x="9072221" y="1454667"/>
                </a:lnTo>
                <a:lnTo>
                  <a:pt x="9072221" y="1303887"/>
                </a:lnTo>
                <a:close/>
                <a:moveTo>
                  <a:pt x="10123209" y="1301737"/>
                </a:moveTo>
                <a:lnTo>
                  <a:pt x="10278539" y="1301737"/>
                </a:lnTo>
                <a:lnTo>
                  <a:pt x="10278539" y="1456830"/>
                </a:lnTo>
                <a:lnTo>
                  <a:pt x="10123209" y="1456830"/>
                </a:lnTo>
                <a:close/>
                <a:moveTo>
                  <a:pt x="9260460" y="1298159"/>
                </a:moveTo>
                <a:lnTo>
                  <a:pt x="9260460" y="1460175"/>
                </a:lnTo>
                <a:lnTo>
                  <a:pt x="9422494" y="1460175"/>
                </a:lnTo>
                <a:lnTo>
                  <a:pt x="9422494" y="1298159"/>
                </a:lnTo>
                <a:close/>
                <a:moveTo>
                  <a:pt x="9772936" y="1296207"/>
                </a:moveTo>
                <a:lnTo>
                  <a:pt x="9939105" y="1296207"/>
                </a:lnTo>
                <a:lnTo>
                  <a:pt x="9939105" y="1462362"/>
                </a:lnTo>
                <a:lnTo>
                  <a:pt x="9772936" y="1462362"/>
                </a:lnTo>
                <a:close/>
                <a:moveTo>
                  <a:pt x="4680356" y="1200756"/>
                </a:moveTo>
                <a:lnTo>
                  <a:pt x="4680356" y="1212981"/>
                </a:lnTo>
                <a:lnTo>
                  <a:pt x="4692576" y="1212981"/>
                </a:lnTo>
                <a:lnTo>
                  <a:pt x="4692576" y="1200756"/>
                </a:lnTo>
                <a:close/>
                <a:moveTo>
                  <a:pt x="5019589" y="1195033"/>
                </a:moveTo>
                <a:lnTo>
                  <a:pt x="5019589" y="1218488"/>
                </a:lnTo>
                <a:lnTo>
                  <a:pt x="5043045" y="1218488"/>
                </a:lnTo>
                <a:lnTo>
                  <a:pt x="5043045" y="1195033"/>
                </a:lnTo>
                <a:close/>
                <a:moveTo>
                  <a:pt x="5358816" y="1189523"/>
                </a:moveTo>
                <a:lnTo>
                  <a:pt x="5358816" y="1224012"/>
                </a:lnTo>
                <a:lnTo>
                  <a:pt x="5393313" y="1224012"/>
                </a:lnTo>
                <a:lnTo>
                  <a:pt x="5393313" y="1189523"/>
                </a:lnTo>
                <a:close/>
                <a:moveTo>
                  <a:pt x="5698217" y="1184012"/>
                </a:moveTo>
                <a:lnTo>
                  <a:pt x="5698217" y="1229541"/>
                </a:lnTo>
                <a:lnTo>
                  <a:pt x="5743754" y="1229541"/>
                </a:lnTo>
                <a:lnTo>
                  <a:pt x="5743754" y="1184012"/>
                </a:lnTo>
                <a:close/>
                <a:moveTo>
                  <a:pt x="6037483" y="1178485"/>
                </a:moveTo>
                <a:lnTo>
                  <a:pt x="6037483" y="1235054"/>
                </a:lnTo>
                <a:lnTo>
                  <a:pt x="6094027" y="1235054"/>
                </a:lnTo>
                <a:lnTo>
                  <a:pt x="6094027" y="1178485"/>
                </a:lnTo>
                <a:close/>
                <a:moveTo>
                  <a:pt x="6376694" y="1172773"/>
                </a:moveTo>
                <a:lnTo>
                  <a:pt x="6376694" y="1240577"/>
                </a:lnTo>
                <a:lnTo>
                  <a:pt x="6444525" y="1240577"/>
                </a:lnTo>
                <a:lnTo>
                  <a:pt x="6444525" y="1172773"/>
                </a:lnTo>
                <a:close/>
                <a:moveTo>
                  <a:pt x="6715905" y="1167459"/>
                </a:moveTo>
                <a:lnTo>
                  <a:pt x="6715905" y="1246298"/>
                </a:lnTo>
                <a:lnTo>
                  <a:pt x="6794743" y="1246298"/>
                </a:lnTo>
                <a:lnTo>
                  <a:pt x="6794743" y="1167459"/>
                </a:lnTo>
                <a:close/>
                <a:moveTo>
                  <a:pt x="7055339" y="1161954"/>
                </a:moveTo>
                <a:lnTo>
                  <a:pt x="7055339" y="1251833"/>
                </a:lnTo>
                <a:lnTo>
                  <a:pt x="7145240" y="1251833"/>
                </a:lnTo>
                <a:lnTo>
                  <a:pt x="7145240" y="1161954"/>
                </a:lnTo>
                <a:close/>
                <a:moveTo>
                  <a:pt x="7394606" y="1156443"/>
                </a:moveTo>
                <a:lnTo>
                  <a:pt x="7394606" y="1257357"/>
                </a:lnTo>
                <a:lnTo>
                  <a:pt x="7495515" y="1257357"/>
                </a:lnTo>
                <a:lnTo>
                  <a:pt x="7495515" y="1156443"/>
                </a:lnTo>
                <a:close/>
                <a:moveTo>
                  <a:pt x="7733817" y="1150715"/>
                </a:moveTo>
                <a:lnTo>
                  <a:pt x="7733817" y="1262863"/>
                </a:lnTo>
                <a:lnTo>
                  <a:pt x="7845956" y="1262863"/>
                </a:lnTo>
                <a:lnTo>
                  <a:pt x="7845956" y="1150715"/>
                </a:lnTo>
                <a:close/>
                <a:moveTo>
                  <a:pt x="8073027" y="1145205"/>
                </a:moveTo>
                <a:lnTo>
                  <a:pt x="8073027" y="1268392"/>
                </a:lnTo>
                <a:lnTo>
                  <a:pt x="8196229" y="1268392"/>
                </a:lnTo>
                <a:lnTo>
                  <a:pt x="8196229" y="1145205"/>
                </a:lnTo>
                <a:close/>
                <a:moveTo>
                  <a:pt x="8412461" y="1139700"/>
                </a:moveTo>
                <a:lnTo>
                  <a:pt x="8412461" y="1273922"/>
                </a:lnTo>
                <a:lnTo>
                  <a:pt x="8546726" y="1273922"/>
                </a:lnTo>
                <a:lnTo>
                  <a:pt x="8546726" y="1139700"/>
                </a:lnTo>
                <a:close/>
                <a:moveTo>
                  <a:pt x="10648927" y="1137561"/>
                </a:moveTo>
                <a:lnTo>
                  <a:pt x="10728325" y="1137561"/>
                </a:lnTo>
                <a:lnTo>
                  <a:pt x="10728325" y="1276116"/>
                </a:lnTo>
                <a:lnTo>
                  <a:pt x="10648927" y="1276116"/>
                </a:lnTo>
                <a:close/>
                <a:moveTo>
                  <a:pt x="8751728" y="1134168"/>
                </a:moveTo>
                <a:lnTo>
                  <a:pt x="8751728" y="1279429"/>
                </a:lnTo>
                <a:lnTo>
                  <a:pt x="8897000" y="1279429"/>
                </a:lnTo>
                <a:lnTo>
                  <a:pt x="8897000" y="1134168"/>
                </a:lnTo>
                <a:close/>
                <a:moveTo>
                  <a:pt x="10298431" y="1132032"/>
                </a:moveTo>
                <a:lnTo>
                  <a:pt x="10448228" y="1132032"/>
                </a:lnTo>
                <a:lnTo>
                  <a:pt x="10448228" y="1281632"/>
                </a:lnTo>
                <a:lnTo>
                  <a:pt x="10298431" y="1281632"/>
                </a:lnTo>
                <a:close/>
                <a:moveTo>
                  <a:pt x="9091106" y="1128657"/>
                </a:moveTo>
                <a:lnTo>
                  <a:pt x="9091106" y="1284958"/>
                </a:lnTo>
                <a:lnTo>
                  <a:pt x="9247441" y="1284958"/>
                </a:lnTo>
                <a:lnTo>
                  <a:pt x="9247441" y="1128657"/>
                </a:lnTo>
                <a:close/>
                <a:moveTo>
                  <a:pt x="9948157" y="1126502"/>
                </a:moveTo>
                <a:lnTo>
                  <a:pt x="10108794" y="1126502"/>
                </a:lnTo>
                <a:lnTo>
                  <a:pt x="10108794" y="1287143"/>
                </a:lnTo>
                <a:lnTo>
                  <a:pt x="9948157" y="1287143"/>
                </a:lnTo>
                <a:close/>
                <a:moveTo>
                  <a:pt x="9430150" y="1123148"/>
                </a:moveTo>
                <a:lnTo>
                  <a:pt x="9430150" y="1290678"/>
                </a:lnTo>
                <a:lnTo>
                  <a:pt x="9597716" y="1290678"/>
                </a:lnTo>
                <a:lnTo>
                  <a:pt x="9597716" y="1123148"/>
                </a:lnTo>
                <a:close/>
                <a:moveTo>
                  <a:pt x="4510644" y="1031042"/>
                </a:moveTo>
                <a:lnTo>
                  <a:pt x="4510644" y="1037741"/>
                </a:lnTo>
                <a:lnTo>
                  <a:pt x="4517349" y="1037741"/>
                </a:lnTo>
                <a:lnTo>
                  <a:pt x="4517349" y="1031042"/>
                </a:lnTo>
                <a:close/>
                <a:moveTo>
                  <a:pt x="4849872" y="1025328"/>
                </a:moveTo>
                <a:lnTo>
                  <a:pt x="4849872" y="1043268"/>
                </a:lnTo>
                <a:lnTo>
                  <a:pt x="4867813" y="1043268"/>
                </a:lnTo>
                <a:lnTo>
                  <a:pt x="4867813" y="1025328"/>
                </a:lnTo>
                <a:close/>
                <a:moveTo>
                  <a:pt x="5189105" y="1019822"/>
                </a:moveTo>
                <a:lnTo>
                  <a:pt x="5189105" y="1048800"/>
                </a:lnTo>
                <a:lnTo>
                  <a:pt x="5218081" y="1048800"/>
                </a:lnTo>
                <a:lnTo>
                  <a:pt x="5218081" y="1019822"/>
                </a:lnTo>
                <a:close/>
                <a:moveTo>
                  <a:pt x="5528522" y="1014294"/>
                </a:moveTo>
                <a:lnTo>
                  <a:pt x="5528522" y="1054308"/>
                </a:lnTo>
                <a:lnTo>
                  <a:pt x="5568539" y="1054308"/>
                </a:lnTo>
                <a:lnTo>
                  <a:pt x="5568539" y="1014294"/>
                </a:lnTo>
                <a:close/>
                <a:moveTo>
                  <a:pt x="5867738" y="1008978"/>
                </a:moveTo>
                <a:lnTo>
                  <a:pt x="5867738" y="1060034"/>
                </a:lnTo>
                <a:lnTo>
                  <a:pt x="5918807" y="1060034"/>
                </a:lnTo>
                <a:lnTo>
                  <a:pt x="5918807" y="1008978"/>
                </a:lnTo>
                <a:close/>
                <a:moveTo>
                  <a:pt x="6207005" y="1003265"/>
                </a:moveTo>
                <a:lnTo>
                  <a:pt x="6207005" y="1065557"/>
                </a:lnTo>
                <a:lnTo>
                  <a:pt x="6269248" y="1065557"/>
                </a:lnTo>
                <a:lnTo>
                  <a:pt x="6269248" y="1003265"/>
                </a:lnTo>
                <a:close/>
                <a:moveTo>
                  <a:pt x="6546216" y="997759"/>
                </a:moveTo>
                <a:lnTo>
                  <a:pt x="6546216" y="1071088"/>
                </a:lnTo>
                <a:lnTo>
                  <a:pt x="6619523" y="1071088"/>
                </a:lnTo>
                <a:lnTo>
                  <a:pt x="6619523" y="997759"/>
                </a:lnTo>
                <a:close/>
                <a:moveTo>
                  <a:pt x="6885650" y="992230"/>
                </a:moveTo>
                <a:lnTo>
                  <a:pt x="6885650" y="1076594"/>
                </a:lnTo>
                <a:lnTo>
                  <a:pt x="6970020" y="1076600"/>
                </a:lnTo>
                <a:lnTo>
                  <a:pt x="6970020" y="992230"/>
                </a:lnTo>
                <a:close/>
                <a:moveTo>
                  <a:pt x="7224861" y="986713"/>
                </a:moveTo>
                <a:lnTo>
                  <a:pt x="7224861" y="1082125"/>
                </a:lnTo>
                <a:lnTo>
                  <a:pt x="7320294" y="1082125"/>
                </a:lnTo>
                <a:lnTo>
                  <a:pt x="7320294" y="986713"/>
                </a:lnTo>
                <a:close/>
                <a:moveTo>
                  <a:pt x="7564295" y="981202"/>
                </a:moveTo>
                <a:lnTo>
                  <a:pt x="7564295" y="1087650"/>
                </a:lnTo>
                <a:lnTo>
                  <a:pt x="7670735" y="1087650"/>
                </a:lnTo>
                <a:lnTo>
                  <a:pt x="7670735" y="981202"/>
                </a:lnTo>
                <a:close/>
                <a:moveTo>
                  <a:pt x="7903338" y="975495"/>
                </a:moveTo>
                <a:lnTo>
                  <a:pt x="7903338" y="1093179"/>
                </a:lnTo>
                <a:lnTo>
                  <a:pt x="8021008" y="1093179"/>
                </a:lnTo>
                <a:lnTo>
                  <a:pt x="8021008" y="975495"/>
                </a:lnTo>
                <a:close/>
                <a:moveTo>
                  <a:pt x="8242772" y="969966"/>
                </a:moveTo>
                <a:lnTo>
                  <a:pt x="8242772" y="1098691"/>
                </a:lnTo>
                <a:lnTo>
                  <a:pt x="8371450" y="1098691"/>
                </a:lnTo>
                <a:lnTo>
                  <a:pt x="8371450" y="969966"/>
                </a:lnTo>
                <a:close/>
                <a:moveTo>
                  <a:pt x="8581983" y="964649"/>
                </a:moveTo>
                <a:lnTo>
                  <a:pt x="8581983" y="1104411"/>
                </a:lnTo>
                <a:lnTo>
                  <a:pt x="8721724" y="1104411"/>
                </a:lnTo>
                <a:lnTo>
                  <a:pt x="8721724" y="964649"/>
                </a:lnTo>
                <a:close/>
                <a:moveTo>
                  <a:pt x="10473651" y="962300"/>
                </a:moveTo>
                <a:lnTo>
                  <a:pt x="10617583" y="962300"/>
                </a:lnTo>
                <a:lnTo>
                  <a:pt x="10617583" y="1106600"/>
                </a:lnTo>
                <a:lnTo>
                  <a:pt x="10473651" y="1106600"/>
                </a:lnTo>
                <a:close/>
                <a:moveTo>
                  <a:pt x="8921417" y="959138"/>
                </a:moveTo>
                <a:lnTo>
                  <a:pt x="8921417" y="1109936"/>
                </a:lnTo>
                <a:lnTo>
                  <a:pt x="9072221" y="1109936"/>
                </a:lnTo>
                <a:lnTo>
                  <a:pt x="9072221" y="959138"/>
                </a:lnTo>
                <a:close/>
                <a:moveTo>
                  <a:pt x="10123209" y="956789"/>
                </a:moveTo>
                <a:lnTo>
                  <a:pt x="10278539" y="956789"/>
                </a:lnTo>
                <a:lnTo>
                  <a:pt x="10278539" y="1112127"/>
                </a:lnTo>
                <a:lnTo>
                  <a:pt x="10123209" y="1112127"/>
                </a:lnTo>
                <a:close/>
                <a:moveTo>
                  <a:pt x="9260460" y="953431"/>
                </a:moveTo>
                <a:lnTo>
                  <a:pt x="9260460" y="1115471"/>
                </a:lnTo>
                <a:lnTo>
                  <a:pt x="9422494" y="1115471"/>
                </a:lnTo>
                <a:lnTo>
                  <a:pt x="9422494" y="953431"/>
                </a:lnTo>
                <a:close/>
                <a:moveTo>
                  <a:pt x="9772936" y="951267"/>
                </a:moveTo>
                <a:lnTo>
                  <a:pt x="9939105" y="951267"/>
                </a:lnTo>
                <a:lnTo>
                  <a:pt x="9939105" y="1117637"/>
                </a:lnTo>
                <a:lnTo>
                  <a:pt x="9772936" y="1117637"/>
                </a:lnTo>
                <a:close/>
                <a:moveTo>
                  <a:pt x="4680356" y="856019"/>
                </a:moveTo>
                <a:lnTo>
                  <a:pt x="4680356" y="868238"/>
                </a:lnTo>
                <a:lnTo>
                  <a:pt x="4692576" y="868238"/>
                </a:lnTo>
                <a:lnTo>
                  <a:pt x="4692576" y="856019"/>
                </a:lnTo>
                <a:close/>
                <a:moveTo>
                  <a:pt x="5019589" y="850295"/>
                </a:moveTo>
                <a:lnTo>
                  <a:pt x="5019589" y="873750"/>
                </a:lnTo>
                <a:lnTo>
                  <a:pt x="5043045" y="873750"/>
                </a:lnTo>
                <a:lnTo>
                  <a:pt x="5043045" y="850295"/>
                </a:lnTo>
                <a:close/>
                <a:moveTo>
                  <a:pt x="5358816" y="844783"/>
                </a:moveTo>
                <a:lnTo>
                  <a:pt x="5358816" y="879278"/>
                </a:lnTo>
                <a:lnTo>
                  <a:pt x="5393313" y="879278"/>
                </a:lnTo>
                <a:lnTo>
                  <a:pt x="5393313" y="844783"/>
                </a:lnTo>
                <a:close/>
                <a:moveTo>
                  <a:pt x="5698217" y="839272"/>
                </a:moveTo>
                <a:lnTo>
                  <a:pt x="5698217" y="884801"/>
                </a:lnTo>
                <a:lnTo>
                  <a:pt x="5743754" y="884801"/>
                </a:lnTo>
                <a:lnTo>
                  <a:pt x="5743754" y="839272"/>
                </a:lnTo>
                <a:close/>
                <a:moveTo>
                  <a:pt x="6037483" y="833766"/>
                </a:moveTo>
                <a:lnTo>
                  <a:pt x="6037483" y="890336"/>
                </a:lnTo>
                <a:lnTo>
                  <a:pt x="6094027" y="890336"/>
                </a:lnTo>
                <a:lnTo>
                  <a:pt x="6094027" y="833766"/>
                </a:lnTo>
                <a:close/>
                <a:moveTo>
                  <a:pt x="6376694" y="828037"/>
                </a:moveTo>
                <a:lnTo>
                  <a:pt x="6376694" y="895842"/>
                </a:lnTo>
                <a:lnTo>
                  <a:pt x="6444525" y="895842"/>
                </a:lnTo>
                <a:lnTo>
                  <a:pt x="6444525" y="828037"/>
                </a:lnTo>
                <a:close/>
                <a:moveTo>
                  <a:pt x="6715905" y="822525"/>
                </a:moveTo>
                <a:lnTo>
                  <a:pt x="6715905" y="901365"/>
                </a:lnTo>
                <a:lnTo>
                  <a:pt x="6794743" y="901365"/>
                </a:lnTo>
                <a:lnTo>
                  <a:pt x="6794743" y="822525"/>
                </a:lnTo>
                <a:close/>
                <a:moveTo>
                  <a:pt x="7055339" y="817019"/>
                </a:moveTo>
                <a:lnTo>
                  <a:pt x="7055339" y="906892"/>
                </a:lnTo>
                <a:lnTo>
                  <a:pt x="7145240" y="906892"/>
                </a:lnTo>
                <a:lnTo>
                  <a:pt x="7145240" y="817019"/>
                </a:lnTo>
                <a:close/>
                <a:moveTo>
                  <a:pt x="7394606" y="811502"/>
                </a:moveTo>
                <a:lnTo>
                  <a:pt x="7394606" y="912421"/>
                </a:lnTo>
                <a:lnTo>
                  <a:pt x="7495515" y="912421"/>
                </a:lnTo>
                <a:lnTo>
                  <a:pt x="7495515" y="811502"/>
                </a:lnTo>
                <a:close/>
                <a:moveTo>
                  <a:pt x="7733817" y="805968"/>
                </a:moveTo>
                <a:lnTo>
                  <a:pt x="7733817" y="918117"/>
                </a:lnTo>
                <a:lnTo>
                  <a:pt x="7845956" y="918117"/>
                </a:lnTo>
                <a:lnTo>
                  <a:pt x="7845956" y="805968"/>
                </a:lnTo>
                <a:close/>
                <a:moveTo>
                  <a:pt x="8073027" y="800462"/>
                </a:moveTo>
                <a:lnTo>
                  <a:pt x="8073027" y="923646"/>
                </a:lnTo>
                <a:lnTo>
                  <a:pt x="8196229" y="923646"/>
                </a:lnTo>
                <a:lnTo>
                  <a:pt x="8196229" y="800462"/>
                </a:lnTo>
                <a:close/>
                <a:moveTo>
                  <a:pt x="8412461" y="794951"/>
                </a:moveTo>
                <a:lnTo>
                  <a:pt x="8412461" y="929175"/>
                </a:lnTo>
                <a:lnTo>
                  <a:pt x="8546726" y="929175"/>
                </a:lnTo>
                <a:lnTo>
                  <a:pt x="8546726" y="794951"/>
                </a:lnTo>
                <a:close/>
                <a:moveTo>
                  <a:pt x="10648927" y="792803"/>
                </a:moveTo>
                <a:lnTo>
                  <a:pt x="10728325" y="792803"/>
                </a:lnTo>
                <a:lnTo>
                  <a:pt x="10728325" y="931172"/>
                </a:lnTo>
                <a:lnTo>
                  <a:pt x="10648927" y="931172"/>
                </a:lnTo>
                <a:close/>
                <a:moveTo>
                  <a:pt x="8751728" y="789438"/>
                </a:moveTo>
                <a:lnTo>
                  <a:pt x="8751728" y="934702"/>
                </a:lnTo>
                <a:lnTo>
                  <a:pt x="8897000" y="934702"/>
                </a:lnTo>
                <a:lnTo>
                  <a:pt x="8897000" y="789438"/>
                </a:lnTo>
                <a:close/>
                <a:moveTo>
                  <a:pt x="10298431" y="787274"/>
                </a:moveTo>
                <a:lnTo>
                  <a:pt x="10448228" y="787274"/>
                </a:lnTo>
                <a:lnTo>
                  <a:pt x="10448228" y="936874"/>
                </a:lnTo>
                <a:lnTo>
                  <a:pt x="10298431" y="936874"/>
                </a:lnTo>
                <a:close/>
                <a:moveTo>
                  <a:pt x="9091106" y="783910"/>
                </a:moveTo>
                <a:lnTo>
                  <a:pt x="9091106" y="940209"/>
                </a:lnTo>
                <a:lnTo>
                  <a:pt x="9247441" y="940209"/>
                </a:lnTo>
                <a:lnTo>
                  <a:pt x="9247441" y="783910"/>
                </a:lnTo>
                <a:close/>
                <a:moveTo>
                  <a:pt x="9948157" y="781746"/>
                </a:moveTo>
                <a:lnTo>
                  <a:pt x="10108794" y="781746"/>
                </a:lnTo>
                <a:lnTo>
                  <a:pt x="10108794" y="942391"/>
                </a:lnTo>
                <a:lnTo>
                  <a:pt x="9948157" y="942391"/>
                </a:lnTo>
                <a:close/>
                <a:moveTo>
                  <a:pt x="9430150" y="778198"/>
                </a:moveTo>
                <a:lnTo>
                  <a:pt x="9430150" y="945738"/>
                </a:lnTo>
                <a:lnTo>
                  <a:pt x="9597716" y="945738"/>
                </a:lnTo>
                <a:lnTo>
                  <a:pt x="9597716" y="778198"/>
                </a:lnTo>
                <a:close/>
                <a:moveTo>
                  <a:pt x="4510644" y="686304"/>
                </a:moveTo>
                <a:lnTo>
                  <a:pt x="4510644" y="693003"/>
                </a:lnTo>
                <a:lnTo>
                  <a:pt x="4517349" y="693003"/>
                </a:lnTo>
                <a:lnTo>
                  <a:pt x="4517349" y="686304"/>
                </a:lnTo>
                <a:close/>
                <a:moveTo>
                  <a:pt x="4849872" y="680597"/>
                </a:moveTo>
                <a:lnTo>
                  <a:pt x="4849872" y="698532"/>
                </a:lnTo>
                <a:lnTo>
                  <a:pt x="4867813" y="698532"/>
                </a:lnTo>
                <a:lnTo>
                  <a:pt x="4867813" y="680597"/>
                </a:lnTo>
                <a:close/>
                <a:moveTo>
                  <a:pt x="5189105" y="675086"/>
                </a:moveTo>
                <a:lnTo>
                  <a:pt x="5189105" y="704061"/>
                </a:lnTo>
                <a:lnTo>
                  <a:pt x="5218081" y="704061"/>
                </a:lnTo>
                <a:lnTo>
                  <a:pt x="5218081" y="675086"/>
                </a:lnTo>
                <a:close/>
                <a:moveTo>
                  <a:pt x="5528522" y="669580"/>
                </a:moveTo>
                <a:lnTo>
                  <a:pt x="5528522" y="709589"/>
                </a:lnTo>
                <a:lnTo>
                  <a:pt x="5568539" y="709589"/>
                </a:lnTo>
                <a:lnTo>
                  <a:pt x="5568539" y="669580"/>
                </a:lnTo>
                <a:close/>
                <a:moveTo>
                  <a:pt x="5867738" y="664046"/>
                </a:moveTo>
                <a:lnTo>
                  <a:pt x="5867738" y="715096"/>
                </a:lnTo>
                <a:lnTo>
                  <a:pt x="5918807" y="715096"/>
                </a:lnTo>
                <a:lnTo>
                  <a:pt x="5918807" y="664046"/>
                </a:lnTo>
                <a:close/>
                <a:moveTo>
                  <a:pt x="6207005" y="658339"/>
                </a:moveTo>
                <a:lnTo>
                  <a:pt x="6207005" y="720624"/>
                </a:lnTo>
                <a:lnTo>
                  <a:pt x="6269248" y="720624"/>
                </a:lnTo>
                <a:lnTo>
                  <a:pt x="6269248" y="658339"/>
                </a:lnTo>
                <a:close/>
                <a:moveTo>
                  <a:pt x="6546216" y="652828"/>
                </a:moveTo>
                <a:lnTo>
                  <a:pt x="6546216" y="726153"/>
                </a:lnTo>
                <a:lnTo>
                  <a:pt x="6619523" y="726153"/>
                </a:lnTo>
                <a:lnTo>
                  <a:pt x="6619523" y="652828"/>
                </a:lnTo>
                <a:close/>
                <a:moveTo>
                  <a:pt x="6885650" y="647506"/>
                </a:moveTo>
                <a:lnTo>
                  <a:pt x="6885650" y="731866"/>
                </a:lnTo>
                <a:lnTo>
                  <a:pt x="6970020" y="731866"/>
                </a:lnTo>
                <a:lnTo>
                  <a:pt x="6970020" y="647506"/>
                </a:lnTo>
                <a:close/>
                <a:moveTo>
                  <a:pt x="7224861" y="641978"/>
                </a:moveTo>
                <a:lnTo>
                  <a:pt x="7224861" y="737378"/>
                </a:lnTo>
                <a:lnTo>
                  <a:pt x="7320294" y="737378"/>
                </a:lnTo>
                <a:lnTo>
                  <a:pt x="7320294" y="641978"/>
                </a:lnTo>
                <a:close/>
                <a:moveTo>
                  <a:pt x="7564295" y="636472"/>
                </a:moveTo>
                <a:lnTo>
                  <a:pt x="7564295" y="742907"/>
                </a:lnTo>
                <a:lnTo>
                  <a:pt x="7670735" y="742907"/>
                </a:lnTo>
                <a:lnTo>
                  <a:pt x="7670735" y="636472"/>
                </a:lnTo>
                <a:close/>
                <a:moveTo>
                  <a:pt x="7903338" y="630759"/>
                </a:moveTo>
                <a:lnTo>
                  <a:pt x="7903338" y="748429"/>
                </a:lnTo>
                <a:lnTo>
                  <a:pt x="8021008" y="748429"/>
                </a:lnTo>
                <a:lnTo>
                  <a:pt x="8021008" y="630759"/>
                </a:lnTo>
                <a:close/>
                <a:moveTo>
                  <a:pt x="8242772" y="625253"/>
                </a:moveTo>
                <a:lnTo>
                  <a:pt x="8242772" y="753958"/>
                </a:lnTo>
                <a:lnTo>
                  <a:pt x="8371450" y="753958"/>
                </a:lnTo>
                <a:lnTo>
                  <a:pt x="8371450" y="625253"/>
                </a:lnTo>
                <a:close/>
                <a:moveTo>
                  <a:pt x="8581983" y="619725"/>
                </a:moveTo>
                <a:lnTo>
                  <a:pt x="8581983" y="759470"/>
                </a:lnTo>
                <a:lnTo>
                  <a:pt x="8721724" y="759470"/>
                </a:lnTo>
                <a:lnTo>
                  <a:pt x="8721724" y="619725"/>
                </a:lnTo>
                <a:close/>
                <a:moveTo>
                  <a:pt x="10473651" y="617561"/>
                </a:moveTo>
                <a:lnTo>
                  <a:pt x="10617583" y="617561"/>
                </a:lnTo>
                <a:lnTo>
                  <a:pt x="10617583" y="761652"/>
                </a:lnTo>
                <a:lnTo>
                  <a:pt x="10473651" y="761652"/>
                </a:lnTo>
                <a:close/>
                <a:moveTo>
                  <a:pt x="8921417" y="614209"/>
                </a:moveTo>
                <a:lnTo>
                  <a:pt x="8921417" y="764992"/>
                </a:lnTo>
                <a:lnTo>
                  <a:pt x="9072221" y="764992"/>
                </a:lnTo>
                <a:lnTo>
                  <a:pt x="9072221" y="614209"/>
                </a:lnTo>
                <a:close/>
                <a:moveTo>
                  <a:pt x="10123209" y="612055"/>
                </a:moveTo>
                <a:lnTo>
                  <a:pt x="10278539" y="612055"/>
                </a:lnTo>
                <a:lnTo>
                  <a:pt x="10278539" y="767180"/>
                </a:lnTo>
                <a:lnTo>
                  <a:pt x="10123209" y="767180"/>
                </a:lnTo>
                <a:close/>
                <a:moveTo>
                  <a:pt x="9260460" y="608508"/>
                </a:moveTo>
                <a:lnTo>
                  <a:pt x="9260460" y="770521"/>
                </a:lnTo>
                <a:lnTo>
                  <a:pt x="9422494" y="770521"/>
                </a:lnTo>
                <a:lnTo>
                  <a:pt x="9422494" y="608508"/>
                </a:lnTo>
                <a:close/>
                <a:moveTo>
                  <a:pt x="9772936" y="606532"/>
                </a:moveTo>
                <a:lnTo>
                  <a:pt x="9939105" y="606532"/>
                </a:lnTo>
                <a:lnTo>
                  <a:pt x="9939105" y="772692"/>
                </a:lnTo>
                <a:lnTo>
                  <a:pt x="9772936" y="772692"/>
                </a:lnTo>
                <a:close/>
                <a:moveTo>
                  <a:pt x="4680356" y="511091"/>
                </a:moveTo>
                <a:lnTo>
                  <a:pt x="4680356" y="523312"/>
                </a:lnTo>
                <a:lnTo>
                  <a:pt x="4692576" y="523312"/>
                </a:lnTo>
                <a:lnTo>
                  <a:pt x="4692576" y="511091"/>
                </a:lnTo>
                <a:close/>
                <a:moveTo>
                  <a:pt x="5019589" y="505365"/>
                </a:moveTo>
                <a:lnTo>
                  <a:pt x="5019589" y="528820"/>
                </a:lnTo>
                <a:lnTo>
                  <a:pt x="5043045" y="528820"/>
                </a:lnTo>
                <a:lnTo>
                  <a:pt x="5043045" y="505365"/>
                </a:lnTo>
                <a:close/>
                <a:moveTo>
                  <a:pt x="5358816" y="499857"/>
                </a:moveTo>
                <a:lnTo>
                  <a:pt x="5358816" y="534350"/>
                </a:lnTo>
                <a:lnTo>
                  <a:pt x="5393313" y="534350"/>
                </a:lnTo>
                <a:lnTo>
                  <a:pt x="5393313" y="499857"/>
                </a:lnTo>
                <a:close/>
                <a:moveTo>
                  <a:pt x="5698217" y="494345"/>
                </a:moveTo>
                <a:lnTo>
                  <a:pt x="5698217" y="539875"/>
                </a:lnTo>
                <a:lnTo>
                  <a:pt x="5743754" y="539875"/>
                </a:lnTo>
                <a:lnTo>
                  <a:pt x="5743754" y="494345"/>
                </a:lnTo>
                <a:close/>
                <a:moveTo>
                  <a:pt x="6037483" y="489028"/>
                </a:moveTo>
                <a:lnTo>
                  <a:pt x="6037483" y="545596"/>
                </a:lnTo>
                <a:lnTo>
                  <a:pt x="6094027" y="545596"/>
                </a:lnTo>
                <a:lnTo>
                  <a:pt x="6094027" y="489028"/>
                </a:lnTo>
                <a:close/>
                <a:moveTo>
                  <a:pt x="6376694" y="483319"/>
                </a:moveTo>
                <a:lnTo>
                  <a:pt x="6376694" y="551122"/>
                </a:lnTo>
                <a:lnTo>
                  <a:pt x="6444525" y="551122"/>
                </a:lnTo>
                <a:lnTo>
                  <a:pt x="6444525" y="483319"/>
                </a:lnTo>
                <a:close/>
                <a:moveTo>
                  <a:pt x="6715905" y="477789"/>
                </a:moveTo>
                <a:lnTo>
                  <a:pt x="6715905" y="556629"/>
                </a:lnTo>
                <a:lnTo>
                  <a:pt x="6794743" y="556629"/>
                </a:lnTo>
                <a:lnTo>
                  <a:pt x="6794743" y="477789"/>
                </a:lnTo>
                <a:close/>
                <a:moveTo>
                  <a:pt x="7055339" y="472282"/>
                </a:moveTo>
                <a:lnTo>
                  <a:pt x="7055339" y="562159"/>
                </a:lnTo>
                <a:lnTo>
                  <a:pt x="7145240" y="562159"/>
                </a:lnTo>
                <a:lnTo>
                  <a:pt x="7145240" y="472282"/>
                </a:lnTo>
                <a:close/>
                <a:moveTo>
                  <a:pt x="7394606" y="466768"/>
                </a:moveTo>
                <a:lnTo>
                  <a:pt x="7394606" y="567686"/>
                </a:lnTo>
                <a:lnTo>
                  <a:pt x="7495515" y="567686"/>
                </a:lnTo>
                <a:lnTo>
                  <a:pt x="7495515" y="466768"/>
                </a:lnTo>
                <a:close/>
                <a:moveTo>
                  <a:pt x="7733817" y="461042"/>
                </a:moveTo>
                <a:lnTo>
                  <a:pt x="7733817" y="573193"/>
                </a:lnTo>
                <a:lnTo>
                  <a:pt x="7845956" y="573193"/>
                </a:lnTo>
                <a:lnTo>
                  <a:pt x="7845956" y="461042"/>
                </a:lnTo>
                <a:close/>
                <a:moveTo>
                  <a:pt x="8073027" y="455534"/>
                </a:moveTo>
                <a:lnTo>
                  <a:pt x="8073027" y="578722"/>
                </a:lnTo>
                <a:lnTo>
                  <a:pt x="8196229" y="578722"/>
                </a:lnTo>
                <a:lnTo>
                  <a:pt x="8196229" y="455534"/>
                </a:lnTo>
                <a:close/>
                <a:moveTo>
                  <a:pt x="8412461" y="450021"/>
                </a:moveTo>
                <a:lnTo>
                  <a:pt x="8412461" y="584245"/>
                </a:lnTo>
                <a:lnTo>
                  <a:pt x="8546726" y="584245"/>
                </a:lnTo>
                <a:lnTo>
                  <a:pt x="8546726" y="450021"/>
                </a:lnTo>
                <a:close/>
                <a:moveTo>
                  <a:pt x="10648927" y="447876"/>
                </a:moveTo>
                <a:lnTo>
                  <a:pt x="10728325" y="447876"/>
                </a:lnTo>
                <a:lnTo>
                  <a:pt x="10728325" y="586439"/>
                </a:lnTo>
                <a:lnTo>
                  <a:pt x="10648927" y="586439"/>
                </a:lnTo>
                <a:close/>
                <a:moveTo>
                  <a:pt x="8751728" y="444706"/>
                </a:moveTo>
                <a:lnTo>
                  <a:pt x="8751728" y="589970"/>
                </a:lnTo>
                <a:lnTo>
                  <a:pt x="8897000" y="589970"/>
                </a:lnTo>
                <a:lnTo>
                  <a:pt x="8897000" y="444706"/>
                </a:lnTo>
                <a:close/>
                <a:moveTo>
                  <a:pt x="10298431" y="442351"/>
                </a:moveTo>
                <a:lnTo>
                  <a:pt x="10448228" y="442351"/>
                </a:lnTo>
                <a:lnTo>
                  <a:pt x="10448228" y="592146"/>
                </a:lnTo>
                <a:lnTo>
                  <a:pt x="10298431" y="592146"/>
                </a:lnTo>
                <a:close/>
                <a:moveTo>
                  <a:pt x="9091106" y="439192"/>
                </a:moveTo>
                <a:lnTo>
                  <a:pt x="9091106" y="595492"/>
                </a:lnTo>
                <a:lnTo>
                  <a:pt x="9247441" y="595492"/>
                </a:lnTo>
                <a:lnTo>
                  <a:pt x="9247441" y="439192"/>
                </a:lnTo>
                <a:close/>
                <a:moveTo>
                  <a:pt x="9948157" y="436821"/>
                </a:moveTo>
                <a:lnTo>
                  <a:pt x="10108794" y="436821"/>
                </a:lnTo>
                <a:lnTo>
                  <a:pt x="10108794" y="597658"/>
                </a:lnTo>
                <a:lnTo>
                  <a:pt x="9948157" y="597658"/>
                </a:lnTo>
                <a:close/>
                <a:moveTo>
                  <a:pt x="9430150" y="433466"/>
                </a:moveTo>
                <a:lnTo>
                  <a:pt x="9430150" y="601004"/>
                </a:lnTo>
                <a:lnTo>
                  <a:pt x="9597716" y="601004"/>
                </a:lnTo>
                <a:lnTo>
                  <a:pt x="9597716" y="433466"/>
                </a:lnTo>
                <a:close/>
                <a:moveTo>
                  <a:pt x="4510644" y="341375"/>
                </a:moveTo>
                <a:lnTo>
                  <a:pt x="4510644" y="348076"/>
                </a:lnTo>
                <a:lnTo>
                  <a:pt x="4517349" y="348076"/>
                </a:lnTo>
                <a:lnTo>
                  <a:pt x="4517349" y="341375"/>
                </a:lnTo>
                <a:close/>
                <a:moveTo>
                  <a:pt x="4849872" y="335860"/>
                </a:moveTo>
                <a:lnTo>
                  <a:pt x="4849872" y="353796"/>
                </a:lnTo>
                <a:lnTo>
                  <a:pt x="4867813" y="353796"/>
                </a:lnTo>
                <a:lnTo>
                  <a:pt x="4867813" y="335860"/>
                </a:lnTo>
                <a:close/>
                <a:moveTo>
                  <a:pt x="5189105" y="330348"/>
                </a:moveTo>
                <a:lnTo>
                  <a:pt x="5189105" y="359323"/>
                </a:lnTo>
                <a:lnTo>
                  <a:pt x="5218081" y="359323"/>
                </a:lnTo>
                <a:lnTo>
                  <a:pt x="5218081" y="330348"/>
                </a:lnTo>
                <a:close/>
                <a:moveTo>
                  <a:pt x="5528522" y="324841"/>
                </a:moveTo>
                <a:lnTo>
                  <a:pt x="5528522" y="364853"/>
                </a:lnTo>
                <a:lnTo>
                  <a:pt x="5568539" y="364853"/>
                </a:lnTo>
                <a:lnTo>
                  <a:pt x="5568539" y="324841"/>
                </a:lnTo>
                <a:close/>
                <a:moveTo>
                  <a:pt x="5867738" y="319328"/>
                </a:moveTo>
                <a:lnTo>
                  <a:pt x="5867738" y="370378"/>
                </a:lnTo>
                <a:lnTo>
                  <a:pt x="5918807" y="370378"/>
                </a:lnTo>
                <a:lnTo>
                  <a:pt x="5918807" y="319328"/>
                </a:lnTo>
                <a:close/>
                <a:moveTo>
                  <a:pt x="6207005" y="313601"/>
                </a:moveTo>
                <a:lnTo>
                  <a:pt x="6207005" y="375885"/>
                </a:lnTo>
                <a:lnTo>
                  <a:pt x="6269248" y="375885"/>
                </a:lnTo>
                <a:lnTo>
                  <a:pt x="6269248" y="313601"/>
                </a:lnTo>
                <a:close/>
                <a:moveTo>
                  <a:pt x="6546216" y="308094"/>
                </a:moveTo>
                <a:lnTo>
                  <a:pt x="6546216" y="381416"/>
                </a:lnTo>
                <a:lnTo>
                  <a:pt x="6619523" y="381416"/>
                </a:lnTo>
                <a:lnTo>
                  <a:pt x="6619523" y="308094"/>
                </a:lnTo>
                <a:close/>
                <a:moveTo>
                  <a:pt x="6885650" y="302581"/>
                </a:moveTo>
                <a:lnTo>
                  <a:pt x="6885650" y="386941"/>
                </a:lnTo>
                <a:lnTo>
                  <a:pt x="6970020" y="386941"/>
                </a:lnTo>
                <a:lnTo>
                  <a:pt x="6970020" y="302581"/>
                </a:lnTo>
                <a:close/>
                <a:moveTo>
                  <a:pt x="7224861" y="297052"/>
                </a:moveTo>
                <a:lnTo>
                  <a:pt x="7224861" y="392448"/>
                </a:lnTo>
                <a:lnTo>
                  <a:pt x="7320294" y="392448"/>
                </a:lnTo>
                <a:lnTo>
                  <a:pt x="7320294" y="297052"/>
                </a:lnTo>
                <a:close/>
                <a:moveTo>
                  <a:pt x="7564295" y="291545"/>
                </a:moveTo>
                <a:lnTo>
                  <a:pt x="7564295" y="397979"/>
                </a:lnTo>
                <a:lnTo>
                  <a:pt x="7670735" y="397979"/>
                </a:lnTo>
                <a:lnTo>
                  <a:pt x="7670735" y="291545"/>
                </a:lnTo>
                <a:close/>
                <a:moveTo>
                  <a:pt x="7903338" y="286025"/>
                </a:moveTo>
                <a:lnTo>
                  <a:pt x="7903338" y="403694"/>
                </a:lnTo>
                <a:lnTo>
                  <a:pt x="8021008" y="403694"/>
                </a:lnTo>
                <a:lnTo>
                  <a:pt x="8021008" y="286025"/>
                </a:lnTo>
                <a:close/>
                <a:moveTo>
                  <a:pt x="8242772" y="280518"/>
                </a:moveTo>
                <a:lnTo>
                  <a:pt x="8242772" y="409226"/>
                </a:lnTo>
                <a:lnTo>
                  <a:pt x="8371450" y="409226"/>
                </a:lnTo>
                <a:lnTo>
                  <a:pt x="8371450" y="280518"/>
                </a:lnTo>
                <a:close/>
                <a:moveTo>
                  <a:pt x="8581983" y="275006"/>
                </a:moveTo>
                <a:lnTo>
                  <a:pt x="8581983" y="414751"/>
                </a:lnTo>
                <a:lnTo>
                  <a:pt x="8721724" y="414751"/>
                </a:lnTo>
                <a:lnTo>
                  <a:pt x="8721724" y="275006"/>
                </a:lnTo>
                <a:close/>
                <a:moveTo>
                  <a:pt x="10473651" y="272851"/>
                </a:moveTo>
                <a:lnTo>
                  <a:pt x="10617583" y="272851"/>
                </a:lnTo>
                <a:lnTo>
                  <a:pt x="10617583" y="416916"/>
                </a:lnTo>
                <a:lnTo>
                  <a:pt x="10473651" y="416916"/>
                </a:lnTo>
                <a:close/>
                <a:moveTo>
                  <a:pt x="8921417" y="269476"/>
                </a:moveTo>
                <a:lnTo>
                  <a:pt x="8921417" y="420258"/>
                </a:lnTo>
                <a:lnTo>
                  <a:pt x="9072221" y="420258"/>
                </a:lnTo>
                <a:lnTo>
                  <a:pt x="9072221" y="269476"/>
                </a:lnTo>
                <a:close/>
                <a:moveTo>
                  <a:pt x="10123209" y="267321"/>
                </a:moveTo>
                <a:lnTo>
                  <a:pt x="10278539" y="267321"/>
                </a:lnTo>
                <a:lnTo>
                  <a:pt x="10278539" y="422445"/>
                </a:lnTo>
                <a:lnTo>
                  <a:pt x="10123209" y="422445"/>
                </a:lnTo>
                <a:close/>
                <a:moveTo>
                  <a:pt x="9260460" y="263772"/>
                </a:moveTo>
                <a:lnTo>
                  <a:pt x="9260460" y="425789"/>
                </a:lnTo>
                <a:lnTo>
                  <a:pt x="9422494" y="425789"/>
                </a:lnTo>
                <a:lnTo>
                  <a:pt x="9422494" y="263772"/>
                </a:lnTo>
                <a:close/>
                <a:moveTo>
                  <a:pt x="9772936" y="261605"/>
                </a:moveTo>
                <a:lnTo>
                  <a:pt x="9939105" y="261605"/>
                </a:lnTo>
                <a:lnTo>
                  <a:pt x="9939105" y="427958"/>
                </a:lnTo>
                <a:lnTo>
                  <a:pt x="9772936" y="427958"/>
                </a:lnTo>
                <a:close/>
                <a:moveTo>
                  <a:pt x="4680356" y="166354"/>
                </a:moveTo>
                <a:lnTo>
                  <a:pt x="4680356" y="178575"/>
                </a:lnTo>
                <a:lnTo>
                  <a:pt x="4692576" y="178575"/>
                </a:lnTo>
                <a:lnTo>
                  <a:pt x="4692576" y="166354"/>
                </a:lnTo>
                <a:close/>
                <a:moveTo>
                  <a:pt x="5019589" y="160649"/>
                </a:moveTo>
                <a:lnTo>
                  <a:pt x="5019589" y="184104"/>
                </a:lnTo>
                <a:lnTo>
                  <a:pt x="5043045" y="184104"/>
                </a:lnTo>
                <a:lnTo>
                  <a:pt x="5043045" y="160649"/>
                </a:lnTo>
                <a:close/>
                <a:moveTo>
                  <a:pt x="5358816" y="155121"/>
                </a:moveTo>
                <a:lnTo>
                  <a:pt x="5358816" y="189614"/>
                </a:lnTo>
                <a:lnTo>
                  <a:pt x="5393313" y="189614"/>
                </a:lnTo>
                <a:lnTo>
                  <a:pt x="5393313" y="155121"/>
                </a:lnTo>
                <a:close/>
                <a:moveTo>
                  <a:pt x="5698217" y="149608"/>
                </a:moveTo>
                <a:lnTo>
                  <a:pt x="5698217" y="195139"/>
                </a:lnTo>
                <a:lnTo>
                  <a:pt x="5743754" y="195139"/>
                </a:lnTo>
                <a:lnTo>
                  <a:pt x="5743754" y="149608"/>
                </a:lnTo>
                <a:close/>
                <a:moveTo>
                  <a:pt x="6037483" y="144100"/>
                </a:moveTo>
                <a:lnTo>
                  <a:pt x="6037483" y="200668"/>
                </a:lnTo>
                <a:lnTo>
                  <a:pt x="6094027" y="200668"/>
                </a:lnTo>
                <a:lnTo>
                  <a:pt x="6094027" y="144100"/>
                </a:lnTo>
                <a:close/>
                <a:moveTo>
                  <a:pt x="6376694" y="138390"/>
                </a:moveTo>
                <a:lnTo>
                  <a:pt x="6376694" y="206193"/>
                </a:lnTo>
                <a:lnTo>
                  <a:pt x="6444525" y="206193"/>
                </a:lnTo>
                <a:lnTo>
                  <a:pt x="6444525" y="138390"/>
                </a:lnTo>
                <a:close/>
                <a:moveTo>
                  <a:pt x="6715905" y="132862"/>
                </a:moveTo>
                <a:lnTo>
                  <a:pt x="6715905" y="211703"/>
                </a:lnTo>
                <a:lnTo>
                  <a:pt x="6794743" y="211703"/>
                </a:lnTo>
                <a:lnTo>
                  <a:pt x="6794743" y="132862"/>
                </a:lnTo>
                <a:close/>
                <a:moveTo>
                  <a:pt x="7055339" y="127545"/>
                </a:moveTo>
                <a:lnTo>
                  <a:pt x="7055339" y="217424"/>
                </a:lnTo>
                <a:lnTo>
                  <a:pt x="7145240" y="217424"/>
                </a:lnTo>
                <a:lnTo>
                  <a:pt x="7145240" y="127545"/>
                </a:lnTo>
                <a:close/>
                <a:moveTo>
                  <a:pt x="7394606" y="122031"/>
                </a:moveTo>
                <a:lnTo>
                  <a:pt x="7394606" y="222948"/>
                </a:lnTo>
                <a:lnTo>
                  <a:pt x="7495515" y="222948"/>
                </a:lnTo>
                <a:lnTo>
                  <a:pt x="7495515" y="122031"/>
                </a:lnTo>
                <a:close/>
                <a:moveTo>
                  <a:pt x="7733817" y="116328"/>
                </a:moveTo>
                <a:lnTo>
                  <a:pt x="7733817" y="228478"/>
                </a:lnTo>
                <a:lnTo>
                  <a:pt x="7845956" y="228478"/>
                </a:lnTo>
                <a:lnTo>
                  <a:pt x="7845956" y="116328"/>
                </a:lnTo>
                <a:close/>
                <a:moveTo>
                  <a:pt x="8073027" y="110799"/>
                </a:moveTo>
                <a:lnTo>
                  <a:pt x="8073027" y="233987"/>
                </a:lnTo>
                <a:lnTo>
                  <a:pt x="8196229" y="233987"/>
                </a:lnTo>
                <a:lnTo>
                  <a:pt x="8196229" y="110799"/>
                </a:lnTo>
                <a:close/>
                <a:moveTo>
                  <a:pt x="8412461" y="105286"/>
                </a:moveTo>
                <a:lnTo>
                  <a:pt x="8412461" y="239512"/>
                </a:lnTo>
                <a:lnTo>
                  <a:pt x="8546726" y="239512"/>
                </a:lnTo>
                <a:lnTo>
                  <a:pt x="8546726" y="105286"/>
                </a:lnTo>
                <a:close/>
                <a:moveTo>
                  <a:pt x="10648927" y="103143"/>
                </a:moveTo>
                <a:lnTo>
                  <a:pt x="10728325" y="103143"/>
                </a:lnTo>
                <a:lnTo>
                  <a:pt x="10728325" y="241513"/>
                </a:lnTo>
                <a:lnTo>
                  <a:pt x="10648927" y="241513"/>
                </a:lnTo>
                <a:close/>
                <a:moveTo>
                  <a:pt x="8751728" y="99779"/>
                </a:moveTo>
                <a:lnTo>
                  <a:pt x="8751728" y="245043"/>
                </a:lnTo>
                <a:lnTo>
                  <a:pt x="8897000" y="245043"/>
                </a:lnTo>
                <a:lnTo>
                  <a:pt x="8897000" y="99780"/>
                </a:lnTo>
                <a:close/>
                <a:moveTo>
                  <a:pt x="10298431" y="97619"/>
                </a:moveTo>
                <a:lnTo>
                  <a:pt x="10448228" y="97619"/>
                </a:lnTo>
                <a:lnTo>
                  <a:pt x="10448228" y="247222"/>
                </a:lnTo>
                <a:lnTo>
                  <a:pt x="10298431" y="247222"/>
                </a:lnTo>
                <a:close/>
                <a:moveTo>
                  <a:pt x="9091106" y="94266"/>
                </a:moveTo>
                <a:lnTo>
                  <a:pt x="9091106" y="250566"/>
                </a:lnTo>
                <a:lnTo>
                  <a:pt x="9247441" y="250566"/>
                </a:lnTo>
                <a:lnTo>
                  <a:pt x="9247441" y="94266"/>
                </a:lnTo>
                <a:close/>
                <a:moveTo>
                  <a:pt x="9948157" y="92110"/>
                </a:moveTo>
                <a:lnTo>
                  <a:pt x="10108794" y="92110"/>
                </a:lnTo>
                <a:lnTo>
                  <a:pt x="10108794" y="252730"/>
                </a:lnTo>
                <a:lnTo>
                  <a:pt x="9948157" y="252730"/>
                </a:lnTo>
                <a:close/>
                <a:moveTo>
                  <a:pt x="9430150" y="88540"/>
                </a:moveTo>
                <a:lnTo>
                  <a:pt x="9430150" y="256075"/>
                </a:lnTo>
                <a:lnTo>
                  <a:pt x="9597716" y="256075"/>
                </a:lnTo>
                <a:lnTo>
                  <a:pt x="9597716" y="88540"/>
                </a:lnTo>
                <a:close/>
                <a:moveTo>
                  <a:pt x="10473651" y="0"/>
                </a:moveTo>
                <a:lnTo>
                  <a:pt x="10617583" y="0"/>
                </a:lnTo>
                <a:lnTo>
                  <a:pt x="10617583" y="72203"/>
                </a:lnTo>
                <a:lnTo>
                  <a:pt x="10473651" y="72203"/>
                </a:lnTo>
                <a:close/>
                <a:moveTo>
                  <a:pt x="10123209" y="0"/>
                </a:moveTo>
                <a:lnTo>
                  <a:pt x="10278539" y="0"/>
                </a:lnTo>
                <a:lnTo>
                  <a:pt x="10278539" y="77711"/>
                </a:lnTo>
                <a:lnTo>
                  <a:pt x="10123209" y="77711"/>
                </a:lnTo>
                <a:close/>
                <a:moveTo>
                  <a:pt x="9772936" y="0"/>
                </a:moveTo>
                <a:lnTo>
                  <a:pt x="9939105" y="0"/>
                </a:lnTo>
                <a:lnTo>
                  <a:pt x="9939105" y="83033"/>
                </a:lnTo>
                <a:lnTo>
                  <a:pt x="9772936" y="83033"/>
                </a:lnTo>
                <a:close/>
                <a:moveTo>
                  <a:pt x="0" y="0"/>
                </a:moveTo>
                <a:lnTo>
                  <a:pt x="4510644" y="0"/>
                </a:lnTo>
                <a:lnTo>
                  <a:pt x="4510644" y="3423"/>
                </a:lnTo>
                <a:lnTo>
                  <a:pt x="4517349" y="3423"/>
                </a:lnTo>
                <a:lnTo>
                  <a:pt x="4517349" y="0"/>
                </a:lnTo>
                <a:lnTo>
                  <a:pt x="4849872" y="0"/>
                </a:lnTo>
                <a:lnTo>
                  <a:pt x="4849872" y="8869"/>
                </a:lnTo>
                <a:lnTo>
                  <a:pt x="4867813" y="8869"/>
                </a:lnTo>
                <a:lnTo>
                  <a:pt x="4867813" y="0"/>
                </a:lnTo>
                <a:lnTo>
                  <a:pt x="5189105" y="0"/>
                </a:lnTo>
                <a:lnTo>
                  <a:pt x="5189105" y="14395"/>
                </a:lnTo>
                <a:lnTo>
                  <a:pt x="5218081" y="14395"/>
                </a:lnTo>
                <a:lnTo>
                  <a:pt x="5218081" y="0"/>
                </a:lnTo>
                <a:lnTo>
                  <a:pt x="5528522" y="0"/>
                </a:lnTo>
                <a:lnTo>
                  <a:pt x="5528522" y="19926"/>
                </a:lnTo>
                <a:lnTo>
                  <a:pt x="5568539" y="19926"/>
                </a:lnTo>
                <a:lnTo>
                  <a:pt x="5568539" y="0"/>
                </a:lnTo>
                <a:lnTo>
                  <a:pt x="5867738" y="0"/>
                </a:lnTo>
                <a:lnTo>
                  <a:pt x="5867738" y="25450"/>
                </a:lnTo>
                <a:lnTo>
                  <a:pt x="5918807" y="25450"/>
                </a:lnTo>
                <a:lnTo>
                  <a:pt x="5918807" y="0"/>
                </a:lnTo>
                <a:lnTo>
                  <a:pt x="6207005" y="0"/>
                </a:lnTo>
                <a:lnTo>
                  <a:pt x="6207005" y="31156"/>
                </a:lnTo>
                <a:lnTo>
                  <a:pt x="6269248" y="31156"/>
                </a:lnTo>
                <a:lnTo>
                  <a:pt x="6269248" y="0"/>
                </a:lnTo>
                <a:lnTo>
                  <a:pt x="6546216" y="0"/>
                </a:lnTo>
                <a:lnTo>
                  <a:pt x="6546216" y="36681"/>
                </a:lnTo>
                <a:lnTo>
                  <a:pt x="6619523" y="36681"/>
                </a:lnTo>
                <a:lnTo>
                  <a:pt x="6619523" y="0"/>
                </a:lnTo>
                <a:lnTo>
                  <a:pt x="6885650" y="0"/>
                </a:lnTo>
                <a:lnTo>
                  <a:pt x="6885650" y="42206"/>
                </a:lnTo>
                <a:lnTo>
                  <a:pt x="6970020" y="42206"/>
                </a:lnTo>
                <a:lnTo>
                  <a:pt x="6970020" y="0"/>
                </a:lnTo>
                <a:lnTo>
                  <a:pt x="7224861" y="0"/>
                </a:lnTo>
                <a:lnTo>
                  <a:pt x="7224861" y="47736"/>
                </a:lnTo>
                <a:lnTo>
                  <a:pt x="7320294" y="47736"/>
                </a:lnTo>
                <a:lnTo>
                  <a:pt x="7320294" y="0"/>
                </a:lnTo>
                <a:lnTo>
                  <a:pt x="7564295" y="0"/>
                </a:lnTo>
                <a:lnTo>
                  <a:pt x="7564295" y="53245"/>
                </a:lnTo>
                <a:lnTo>
                  <a:pt x="7670735" y="53245"/>
                </a:lnTo>
                <a:lnTo>
                  <a:pt x="7670735" y="0"/>
                </a:lnTo>
                <a:lnTo>
                  <a:pt x="7903338" y="0"/>
                </a:lnTo>
                <a:lnTo>
                  <a:pt x="7903338" y="58769"/>
                </a:lnTo>
                <a:lnTo>
                  <a:pt x="8021008" y="58769"/>
                </a:lnTo>
                <a:lnTo>
                  <a:pt x="8021008" y="0"/>
                </a:lnTo>
                <a:lnTo>
                  <a:pt x="8242772" y="0"/>
                </a:lnTo>
                <a:lnTo>
                  <a:pt x="8242772" y="64300"/>
                </a:lnTo>
                <a:lnTo>
                  <a:pt x="8371450" y="64300"/>
                </a:lnTo>
                <a:lnTo>
                  <a:pt x="8371450" y="0"/>
                </a:lnTo>
                <a:lnTo>
                  <a:pt x="8581983" y="0"/>
                </a:lnTo>
                <a:lnTo>
                  <a:pt x="8581983" y="69825"/>
                </a:lnTo>
                <a:lnTo>
                  <a:pt x="8721724" y="69825"/>
                </a:lnTo>
                <a:lnTo>
                  <a:pt x="8721724" y="0"/>
                </a:lnTo>
                <a:lnTo>
                  <a:pt x="8921417" y="0"/>
                </a:lnTo>
                <a:lnTo>
                  <a:pt x="8921417" y="75529"/>
                </a:lnTo>
                <a:lnTo>
                  <a:pt x="9072221" y="75529"/>
                </a:lnTo>
                <a:lnTo>
                  <a:pt x="9072221" y="0"/>
                </a:lnTo>
                <a:lnTo>
                  <a:pt x="9260460" y="0"/>
                </a:lnTo>
                <a:lnTo>
                  <a:pt x="9260460" y="81055"/>
                </a:lnTo>
                <a:lnTo>
                  <a:pt x="9422494" y="81055"/>
                </a:lnTo>
                <a:lnTo>
                  <a:pt x="9422494" y="0"/>
                </a:lnTo>
                <a:lnTo>
                  <a:pt x="9599895" y="0"/>
                </a:lnTo>
                <a:lnTo>
                  <a:pt x="9599895" y="86579"/>
                </a:lnTo>
                <a:lnTo>
                  <a:pt x="9769584" y="86579"/>
                </a:lnTo>
                <a:lnTo>
                  <a:pt x="9769584" y="258258"/>
                </a:lnTo>
                <a:lnTo>
                  <a:pt x="9599895" y="258258"/>
                </a:lnTo>
                <a:lnTo>
                  <a:pt x="9599895" y="431313"/>
                </a:lnTo>
                <a:lnTo>
                  <a:pt x="9769584" y="431313"/>
                </a:lnTo>
                <a:lnTo>
                  <a:pt x="9769584" y="602979"/>
                </a:lnTo>
                <a:lnTo>
                  <a:pt x="9599895" y="602979"/>
                </a:lnTo>
                <a:lnTo>
                  <a:pt x="9599895" y="776032"/>
                </a:lnTo>
                <a:lnTo>
                  <a:pt x="9769584" y="776032"/>
                </a:lnTo>
                <a:lnTo>
                  <a:pt x="9769584" y="947903"/>
                </a:lnTo>
                <a:lnTo>
                  <a:pt x="9599895" y="947903"/>
                </a:lnTo>
                <a:lnTo>
                  <a:pt x="9599895" y="1120978"/>
                </a:lnTo>
                <a:lnTo>
                  <a:pt x="9769584" y="1120978"/>
                </a:lnTo>
                <a:lnTo>
                  <a:pt x="9769584" y="1292649"/>
                </a:lnTo>
                <a:lnTo>
                  <a:pt x="9599895" y="1292649"/>
                </a:lnTo>
                <a:lnTo>
                  <a:pt x="9599895" y="1465699"/>
                </a:lnTo>
                <a:lnTo>
                  <a:pt x="9769584" y="1465699"/>
                </a:lnTo>
                <a:lnTo>
                  <a:pt x="9769584" y="1637568"/>
                </a:lnTo>
                <a:lnTo>
                  <a:pt x="9599895" y="1637568"/>
                </a:lnTo>
                <a:lnTo>
                  <a:pt x="9599895" y="1810624"/>
                </a:lnTo>
                <a:lnTo>
                  <a:pt x="9769584" y="1810624"/>
                </a:lnTo>
                <a:lnTo>
                  <a:pt x="9769584" y="1982320"/>
                </a:lnTo>
                <a:lnTo>
                  <a:pt x="9599895" y="1982320"/>
                </a:lnTo>
                <a:lnTo>
                  <a:pt x="9599895" y="2155349"/>
                </a:lnTo>
                <a:lnTo>
                  <a:pt x="9769584" y="2155349"/>
                </a:lnTo>
                <a:lnTo>
                  <a:pt x="9769584" y="2327028"/>
                </a:lnTo>
                <a:lnTo>
                  <a:pt x="9599895" y="2327028"/>
                </a:lnTo>
                <a:lnTo>
                  <a:pt x="9599895" y="2500094"/>
                </a:lnTo>
                <a:lnTo>
                  <a:pt x="9769584" y="2500094"/>
                </a:lnTo>
                <a:lnTo>
                  <a:pt x="9769584" y="2671969"/>
                </a:lnTo>
                <a:lnTo>
                  <a:pt x="9599895" y="2671969"/>
                </a:lnTo>
                <a:lnTo>
                  <a:pt x="9599895" y="2845003"/>
                </a:lnTo>
                <a:lnTo>
                  <a:pt x="9769584" y="2845003"/>
                </a:lnTo>
                <a:lnTo>
                  <a:pt x="9769584" y="3016636"/>
                </a:lnTo>
                <a:lnTo>
                  <a:pt x="9599895" y="3016636"/>
                </a:lnTo>
                <a:lnTo>
                  <a:pt x="9599895" y="3189691"/>
                </a:lnTo>
                <a:lnTo>
                  <a:pt x="9769584" y="3189691"/>
                </a:lnTo>
                <a:lnTo>
                  <a:pt x="9769584" y="3361568"/>
                </a:lnTo>
                <a:lnTo>
                  <a:pt x="9599895" y="3361568"/>
                </a:lnTo>
                <a:lnTo>
                  <a:pt x="9599895" y="3534623"/>
                </a:lnTo>
                <a:lnTo>
                  <a:pt x="9769584" y="3534623"/>
                </a:lnTo>
                <a:lnTo>
                  <a:pt x="9769584" y="3706304"/>
                </a:lnTo>
                <a:lnTo>
                  <a:pt x="9599895" y="3706304"/>
                </a:lnTo>
                <a:lnTo>
                  <a:pt x="9599895" y="3879359"/>
                </a:lnTo>
                <a:lnTo>
                  <a:pt x="9769584" y="3879359"/>
                </a:lnTo>
                <a:lnTo>
                  <a:pt x="9769584" y="4051040"/>
                </a:lnTo>
                <a:lnTo>
                  <a:pt x="9599895" y="4051040"/>
                </a:lnTo>
                <a:lnTo>
                  <a:pt x="9599895" y="4224095"/>
                </a:lnTo>
                <a:lnTo>
                  <a:pt x="9769584" y="4224095"/>
                </a:lnTo>
                <a:lnTo>
                  <a:pt x="9769584" y="4395967"/>
                </a:lnTo>
                <a:lnTo>
                  <a:pt x="9599895" y="4395967"/>
                </a:lnTo>
                <a:lnTo>
                  <a:pt x="9599895" y="4569022"/>
                </a:lnTo>
                <a:lnTo>
                  <a:pt x="9769584" y="4569022"/>
                </a:lnTo>
                <a:lnTo>
                  <a:pt x="9769584" y="4740703"/>
                </a:lnTo>
                <a:lnTo>
                  <a:pt x="9599895" y="4740703"/>
                </a:lnTo>
                <a:lnTo>
                  <a:pt x="9599895" y="4913758"/>
                </a:lnTo>
                <a:lnTo>
                  <a:pt x="9769584" y="4913758"/>
                </a:lnTo>
                <a:lnTo>
                  <a:pt x="9769584" y="5085440"/>
                </a:lnTo>
                <a:lnTo>
                  <a:pt x="9599895" y="5085440"/>
                </a:lnTo>
                <a:lnTo>
                  <a:pt x="9599895" y="5258495"/>
                </a:lnTo>
                <a:lnTo>
                  <a:pt x="9769584" y="5258495"/>
                </a:lnTo>
                <a:lnTo>
                  <a:pt x="9769584" y="5430366"/>
                </a:lnTo>
                <a:lnTo>
                  <a:pt x="9599895" y="5430366"/>
                </a:lnTo>
                <a:lnTo>
                  <a:pt x="9599895" y="5603433"/>
                </a:lnTo>
                <a:lnTo>
                  <a:pt x="9769584" y="5603433"/>
                </a:lnTo>
                <a:lnTo>
                  <a:pt x="9769584" y="5775069"/>
                </a:lnTo>
                <a:lnTo>
                  <a:pt x="9599895" y="5775069"/>
                </a:lnTo>
                <a:lnTo>
                  <a:pt x="9599895" y="5948158"/>
                </a:lnTo>
                <a:lnTo>
                  <a:pt x="9769584" y="5948158"/>
                </a:lnTo>
                <a:lnTo>
                  <a:pt x="9769584" y="6034088"/>
                </a:lnTo>
                <a:lnTo>
                  <a:pt x="9597716" y="6034088"/>
                </a:lnTo>
                <a:lnTo>
                  <a:pt x="9597716" y="5950337"/>
                </a:lnTo>
                <a:lnTo>
                  <a:pt x="9430150" y="5950337"/>
                </a:lnTo>
                <a:lnTo>
                  <a:pt x="9430150" y="6034088"/>
                </a:lnTo>
                <a:lnTo>
                  <a:pt x="9247441" y="6034088"/>
                </a:lnTo>
                <a:lnTo>
                  <a:pt x="9247441" y="5956036"/>
                </a:lnTo>
                <a:lnTo>
                  <a:pt x="9091106" y="5956036"/>
                </a:lnTo>
                <a:lnTo>
                  <a:pt x="9091106" y="6034088"/>
                </a:lnTo>
                <a:lnTo>
                  <a:pt x="8897000" y="6034088"/>
                </a:lnTo>
                <a:lnTo>
                  <a:pt x="8897000" y="5961511"/>
                </a:lnTo>
                <a:lnTo>
                  <a:pt x="8751728" y="5961511"/>
                </a:lnTo>
                <a:lnTo>
                  <a:pt x="8751728" y="6034088"/>
                </a:lnTo>
                <a:lnTo>
                  <a:pt x="8546726" y="6034088"/>
                </a:lnTo>
                <a:lnTo>
                  <a:pt x="8546726" y="5967098"/>
                </a:lnTo>
                <a:lnTo>
                  <a:pt x="8412461" y="5967098"/>
                </a:lnTo>
                <a:lnTo>
                  <a:pt x="8412461" y="6034088"/>
                </a:lnTo>
                <a:lnTo>
                  <a:pt x="8196229" y="6034088"/>
                </a:lnTo>
                <a:lnTo>
                  <a:pt x="8196229" y="5972405"/>
                </a:lnTo>
                <a:lnTo>
                  <a:pt x="8073027" y="5972405"/>
                </a:lnTo>
                <a:lnTo>
                  <a:pt x="8073027" y="6034088"/>
                </a:lnTo>
                <a:lnTo>
                  <a:pt x="7845956" y="6034088"/>
                </a:lnTo>
                <a:lnTo>
                  <a:pt x="7845956" y="5977881"/>
                </a:lnTo>
                <a:lnTo>
                  <a:pt x="7733817" y="5977881"/>
                </a:lnTo>
                <a:lnTo>
                  <a:pt x="7733817" y="6034088"/>
                </a:lnTo>
                <a:lnTo>
                  <a:pt x="7495515" y="6034088"/>
                </a:lnTo>
                <a:lnTo>
                  <a:pt x="7495515" y="5983636"/>
                </a:lnTo>
                <a:lnTo>
                  <a:pt x="7394606" y="5983636"/>
                </a:lnTo>
                <a:lnTo>
                  <a:pt x="7394606" y="6034088"/>
                </a:lnTo>
                <a:lnTo>
                  <a:pt x="7145240" y="6034088"/>
                </a:lnTo>
                <a:lnTo>
                  <a:pt x="7145240" y="5989167"/>
                </a:lnTo>
                <a:lnTo>
                  <a:pt x="7055339" y="5989167"/>
                </a:lnTo>
                <a:lnTo>
                  <a:pt x="7055339" y="6034088"/>
                </a:lnTo>
                <a:lnTo>
                  <a:pt x="6794743" y="6034088"/>
                </a:lnTo>
                <a:lnTo>
                  <a:pt x="6794743" y="5994642"/>
                </a:lnTo>
                <a:lnTo>
                  <a:pt x="6715905" y="5994642"/>
                </a:lnTo>
                <a:lnTo>
                  <a:pt x="6715905" y="6034088"/>
                </a:lnTo>
                <a:lnTo>
                  <a:pt x="6444525" y="6034088"/>
                </a:lnTo>
                <a:lnTo>
                  <a:pt x="6444525" y="6000174"/>
                </a:lnTo>
                <a:lnTo>
                  <a:pt x="6376694" y="6000174"/>
                </a:lnTo>
                <a:lnTo>
                  <a:pt x="6376694" y="6034088"/>
                </a:lnTo>
                <a:lnTo>
                  <a:pt x="6094027" y="6034088"/>
                </a:lnTo>
                <a:lnTo>
                  <a:pt x="6094027" y="6005872"/>
                </a:lnTo>
                <a:lnTo>
                  <a:pt x="6037483" y="6005872"/>
                </a:lnTo>
                <a:lnTo>
                  <a:pt x="6037483" y="6034088"/>
                </a:lnTo>
                <a:lnTo>
                  <a:pt x="5743754" y="6034088"/>
                </a:lnTo>
                <a:lnTo>
                  <a:pt x="5743754" y="6011403"/>
                </a:lnTo>
                <a:lnTo>
                  <a:pt x="5698217" y="6011403"/>
                </a:lnTo>
                <a:lnTo>
                  <a:pt x="5698217" y="6034088"/>
                </a:lnTo>
                <a:lnTo>
                  <a:pt x="5393313" y="6034088"/>
                </a:lnTo>
                <a:lnTo>
                  <a:pt x="5393313" y="6016712"/>
                </a:lnTo>
                <a:lnTo>
                  <a:pt x="5358822" y="6016712"/>
                </a:lnTo>
                <a:lnTo>
                  <a:pt x="5358822" y="6034088"/>
                </a:lnTo>
                <a:lnTo>
                  <a:pt x="5043045" y="6034088"/>
                </a:lnTo>
                <a:lnTo>
                  <a:pt x="5043045" y="6022243"/>
                </a:lnTo>
                <a:lnTo>
                  <a:pt x="5019589" y="6022243"/>
                </a:lnTo>
                <a:lnTo>
                  <a:pt x="5019589" y="6034088"/>
                </a:lnTo>
                <a:lnTo>
                  <a:pt x="4692576" y="6034088"/>
                </a:lnTo>
                <a:lnTo>
                  <a:pt x="4692576" y="6027942"/>
                </a:lnTo>
                <a:lnTo>
                  <a:pt x="4680356" y="6027942"/>
                </a:lnTo>
                <a:lnTo>
                  <a:pt x="4680356" y="6034088"/>
                </a:lnTo>
                <a:lnTo>
                  <a:pt x="0" y="6034088"/>
                </a:lnTo>
                <a:close/>
              </a:path>
            </a:pathLst>
          </a:custGeom>
          <a:solidFill>
            <a:schemeClr val="bg1">
              <a:lumMod val="85000"/>
            </a:schemeClr>
          </a:solidFill>
        </p:spPr>
        <p:txBody>
          <a:bodyPr wrap="square" anchor="ctr">
            <a:noAutofit/>
          </a:bodyP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lvl1pPr>
              <a:defRPr>
                <a:solidFill>
                  <a:schemeClr val="bg1"/>
                </a:solidFill>
              </a:defRPr>
            </a:lvl1pPr>
          </a:lstStyle>
          <a:p>
            <a:r>
              <a:rPr lang="de-DE"/>
              <a:t>Mastertitelformat bearbeiten</a:t>
            </a:r>
          </a:p>
        </p:txBody>
      </p:sp>
      <p:sp>
        <p:nvSpPr>
          <p:cNvPr id="12" name="Textplatzhalter 8">
            <a:extLst>
              <a:ext uri="{FF2B5EF4-FFF2-40B4-BE49-F238E27FC236}">
                <a16:creationId xmlns:a16="http://schemas.microsoft.com/office/drawing/2014/main" id="{D5BA8535-2C8F-45D6-9EC4-2BC48EF43C6D}"/>
              </a:ext>
            </a:extLst>
          </p:cNvPr>
          <p:cNvSpPr>
            <a:spLocks noGrp="1"/>
          </p:cNvSpPr>
          <p:nvPr>
            <p:ph type="body" sz="quarter" idx="14"/>
          </p:nvPr>
        </p:nvSpPr>
        <p:spPr>
          <a:xfrm>
            <a:off x="287339" y="604776"/>
            <a:ext cx="10153648"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7" name="Textplatzhalter 8">
            <a:extLst>
              <a:ext uri="{FF2B5EF4-FFF2-40B4-BE49-F238E27FC236}">
                <a16:creationId xmlns:a16="http://schemas.microsoft.com/office/drawing/2014/main" id="{E2808491-40CB-75AA-D14B-ADAAA9E4C8D0}"/>
              </a:ext>
            </a:extLst>
          </p:cNvPr>
          <p:cNvSpPr>
            <a:spLocks noGrp="1"/>
          </p:cNvSpPr>
          <p:nvPr>
            <p:ph type="body" sz="quarter" idx="13" hasCustomPrompt="1"/>
          </p:nvPr>
        </p:nvSpPr>
        <p:spPr>
          <a:xfrm>
            <a:off x="290190" y="5756345"/>
            <a:ext cx="496887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1830442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und Vollbild (blaues Raster)">
    <p:bg bwMode="gray">
      <p:bgPr>
        <a:solidFill>
          <a:schemeClr val="accent1"/>
        </a:solidFill>
        <a:effectLst/>
      </p:bgPr>
    </p:bg>
    <p:spTree>
      <p:nvGrpSpPr>
        <p:cNvPr id="1" name=""/>
        <p:cNvGrpSpPr/>
        <p:nvPr/>
      </p:nvGrpSpPr>
      <p:grpSpPr>
        <a:xfrm>
          <a:off x="0" y="0"/>
          <a:ext cx="0" cy="0"/>
          <a:chOff x="0" y="0"/>
          <a:chExt cx="0" cy="0"/>
        </a:xfrm>
      </p:grpSpPr>
      <p:sp>
        <p:nvSpPr>
          <p:cNvPr id="3" name="Bildplatzhalter 675">
            <a:extLst>
              <a:ext uri="{FF2B5EF4-FFF2-40B4-BE49-F238E27FC236}">
                <a16:creationId xmlns:a16="http://schemas.microsoft.com/office/drawing/2014/main" id="{ABBE88E3-91A7-D2AC-4F77-9DF3C025DC48}"/>
              </a:ext>
            </a:extLst>
          </p:cNvPr>
          <p:cNvSpPr>
            <a:spLocks noGrp="1"/>
          </p:cNvSpPr>
          <p:nvPr>
            <p:ph type="pic" sz="quarter" idx="18"/>
          </p:nvPr>
        </p:nvSpPr>
        <p:spPr bwMode="gray">
          <a:xfrm>
            <a:off x="-1" y="0"/>
            <a:ext cx="10728325" cy="6034088"/>
          </a:xfrm>
          <a:custGeom>
            <a:avLst/>
            <a:gdLst>
              <a:gd name="connsiteX0" fmla="*/ 10648927 w 10728325"/>
              <a:gd name="connsiteY0" fmla="*/ 5964919 h 6034088"/>
              <a:gd name="connsiteX1" fmla="*/ 10728325 w 10728325"/>
              <a:gd name="connsiteY1" fmla="*/ 5964919 h 6034088"/>
              <a:gd name="connsiteX2" fmla="*/ 10728325 w 10728325"/>
              <a:gd name="connsiteY2" fmla="*/ 6034088 h 6034088"/>
              <a:gd name="connsiteX3" fmla="*/ 10648927 w 10728325"/>
              <a:gd name="connsiteY3" fmla="*/ 6034088 h 6034088"/>
              <a:gd name="connsiteX4" fmla="*/ 10298431 w 10728325"/>
              <a:gd name="connsiteY4" fmla="*/ 5959164 h 6034088"/>
              <a:gd name="connsiteX5" fmla="*/ 10448228 w 10728325"/>
              <a:gd name="connsiteY5" fmla="*/ 5959164 h 6034088"/>
              <a:gd name="connsiteX6" fmla="*/ 10448228 w 10728325"/>
              <a:gd name="connsiteY6" fmla="*/ 6034088 h 6034088"/>
              <a:gd name="connsiteX7" fmla="*/ 10298431 w 10728325"/>
              <a:gd name="connsiteY7" fmla="*/ 6034088 h 6034088"/>
              <a:gd name="connsiteX8" fmla="*/ 9948157 w 10728325"/>
              <a:gd name="connsiteY8" fmla="*/ 5953689 h 6034088"/>
              <a:gd name="connsiteX9" fmla="*/ 10108794 w 10728325"/>
              <a:gd name="connsiteY9" fmla="*/ 5953689 h 6034088"/>
              <a:gd name="connsiteX10" fmla="*/ 10108794 w 10728325"/>
              <a:gd name="connsiteY10" fmla="*/ 6034088 h 6034088"/>
              <a:gd name="connsiteX11" fmla="*/ 9948157 w 10728325"/>
              <a:gd name="connsiteY11" fmla="*/ 6034088 h 6034088"/>
              <a:gd name="connsiteX12" fmla="*/ 4510650 w 10728325"/>
              <a:gd name="connsiteY12" fmla="*/ 5858261 h 6034088"/>
              <a:gd name="connsiteX13" fmla="*/ 4510650 w 10728325"/>
              <a:gd name="connsiteY13" fmla="*/ 5864965 h 6034088"/>
              <a:gd name="connsiteX14" fmla="*/ 4517355 w 10728325"/>
              <a:gd name="connsiteY14" fmla="*/ 5864965 h 6034088"/>
              <a:gd name="connsiteX15" fmla="*/ 4517355 w 10728325"/>
              <a:gd name="connsiteY15" fmla="*/ 5858261 h 6034088"/>
              <a:gd name="connsiteX16" fmla="*/ 4849872 w 10728325"/>
              <a:gd name="connsiteY16" fmla="*/ 5852730 h 6034088"/>
              <a:gd name="connsiteX17" fmla="*/ 4849872 w 10728325"/>
              <a:gd name="connsiteY17" fmla="*/ 5870664 h 6034088"/>
              <a:gd name="connsiteX18" fmla="*/ 4867813 w 10728325"/>
              <a:gd name="connsiteY18" fmla="*/ 5870664 h 6034088"/>
              <a:gd name="connsiteX19" fmla="*/ 4867813 w 10728325"/>
              <a:gd name="connsiteY19" fmla="*/ 5852730 h 6034088"/>
              <a:gd name="connsiteX20" fmla="*/ 5189105 w 10728325"/>
              <a:gd name="connsiteY20" fmla="*/ 5847255 h 6034088"/>
              <a:gd name="connsiteX21" fmla="*/ 5189105 w 10728325"/>
              <a:gd name="connsiteY21" fmla="*/ 5876196 h 6034088"/>
              <a:gd name="connsiteX22" fmla="*/ 5218081 w 10728325"/>
              <a:gd name="connsiteY22" fmla="*/ 5876196 h 6034088"/>
              <a:gd name="connsiteX23" fmla="*/ 5218081 w 10728325"/>
              <a:gd name="connsiteY23" fmla="*/ 5847255 h 6034088"/>
              <a:gd name="connsiteX24" fmla="*/ 5528528 w 10728325"/>
              <a:gd name="connsiteY24" fmla="*/ 5841723 h 6034088"/>
              <a:gd name="connsiteX25" fmla="*/ 5528528 w 10728325"/>
              <a:gd name="connsiteY25" fmla="*/ 5881727 h 6034088"/>
              <a:gd name="connsiteX26" fmla="*/ 5568539 w 10728325"/>
              <a:gd name="connsiteY26" fmla="*/ 5881727 h 6034088"/>
              <a:gd name="connsiteX27" fmla="*/ 5568539 w 10728325"/>
              <a:gd name="connsiteY27" fmla="*/ 5841723 h 6034088"/>
              <a:gd name="connsiteX28" fmla="*/ 5867738 w 10728325"/>
              <a:gd name="connsiteY28" fmla="*/ 5836192 h 6034088"/>
              <a:gd name="connsiteX29" fmla="*/ 5867738 w 10728325"/>
              <a:gd name="connsiteY29" fmla="*/ 5887258 h 6034088"/>
              <a:gd name="connsiteX30" fmla="*/ 5918807 w 10728325"/>
              <a:gd name="connsiteY30" fmla="*/ 5887258 h 6034088"/>
              <a:gd name="connsiteX31" fmla="*/ 5918807 w 10728325"/>
              <a:gd name="connsiteY31" fmla="*/ 5836192 h 6034088"/>
              <a:gd name="connsiteX32" fmla="*/ 6207005 w 10728325"/>
              <a:gd name="connsiteY32" fmla="*/ 5830493 h 6034088"/>
              <a:gd name="connsiteX33" fmla="*/ 6207005 w 10728325"/>
              <a:gd name="connsiteY33" fmla="*/ 5892789 h 6034088"/>
              <a:gd name="connsiteX34" fmla="*/ 6269304 w 10728325"/>
              <a:gd name="connsiteY34" fmla="*/ 5892789 h 6034088"/>
              <a:gd name="connsiteX35" fmla="*/ 6269304 w 10728325"/>
              <a:gd name="connsiteY35" fmla="*/ 5830493 h 6034088"/>
              <a:gd name="connsiteX36" fmla="*/ 6546216 w 10728325"/>
              <a:gd name="connsiteY36" fmla="*/ 5824961 h 6034088"/>
              <a:gd name="connsiteX37" fmla="*/ 6546216 w 10728325"/>
              <a:gd name="connsiteY37" fmla="*/ 5898264 h 6034088"/>
              <a:gd name="connsiteX38" fmla="*/ 6619523 w 10728325"/>
              <a:gd name="connsiteY38" fmla="*/ 5898264 h 6034088"/>
              <a:gd name="connsiteX39" fmla="*/ 6619523 w 10728325"/>
              <a:gd name="connsiteY39" fmla="*/ 5824961 h 6034088"/>
              <a:gd name="connsiteX40" fmla="*/ 6885650 w 10728325"/>
              <a:gd name="connsiteY40" fmla="*/ 5819430 h 6034088"/>
              <a:gd name="connsiteX41" fmla="*/ 6885650 w 10728325"/>
              <a:gd name="connsiteY41" fmla="*/ 5903796 h 6034088"/>
              <a:gd name="connsiteX42" fmla="*/ 6970020 w 10728325"/>
              <a:gd name="connsiteY42" fmla="*/ 5903796 h 6034088"/>
              <a:gd name="connsiteX43" fmla="*/ 6970020 w 10728325"/>
              <a:gd name="connsiteY43" fmla="*/ 5819430 h 6034088"/>
              <a:gd name="connsiteX44" fmla="*/ 7224861 w 10728325"/>
              <a:gd name="connsiteY44" fmla="*/ 5813899 h 6034088"/>
              <a:gd name="connsiteX45" fmla="*/ 7224861 w 10728325"/>
              <a:gd name="connsiteY45" fmla="*/ 5909327 h 6034088"/>
              <a:gd name="connsiteX46" fmla="*/ 7320294 w 10728325"/>
              <a:gd name="connsiteY46" fmla="*/ 5909327 h 6034088"/>
              <a:gd name="connsiteX47" fmla="*/ 7320294 w 10728325"/>
              <a:gd name="connsiteY47" fmla="*/ 5813899 h 6034088"/>
              <a:gd name="connsiteX48" fmla="*/ 7564295 w 10728325"/>
              <a:gd name="connsiteY48" fmla="*/ 5808591 h 6034088"/>
              <a:gd name="connsiteX49" fmla="*/ 7564295 w 10728325"/>
              <a:gd name="connsiteY49" fmla="*/ 5915025 h 6034088"/>
              <a:gd name="connsiteX50" fmla="*/ 7670735 w 10728325"/>
              <a:gd name="connsiteY50" fmla="*/ 5915025 h 6034088"/>
              <a:gd name="connsiteX51" fmla="*/ 7670735 w 10728325"/>
              <a:gd name="connsiteY51" fmla="*/ 5808591 h 6034088"/>
              <a:gd name="connsiteX52" fmla="*/ 7903338 w 10728325"/>
              <a:gd name="connsiteY52" fmla="*/ 5802893 h 6034088"/>
              <a:gd name="connsiteX53" fmla="*/ 7903338 w 10728325"/>
              <a:gd name="connsiteY53" fmla="*/ 5920558 h 6034088"/>
              <a:gd name="connsiteX54" fmla="*/ 8021008 w 10728325"/>
              <a:gd name="connsiteY54" fmla="*/ 5920558 h 6034088"/>
              <a:gd name="connsiteX55" fmla="*/ 8021008 w 10728325"/>
              <a:gd name="connsiteY55" fmla="*/ 5802893 h 6034088"/>
              <a:gd name="connsiteX56" fmla="*/ 8242772 w 10728325"/>
              <a:gd name="connsiteY56" fmla="*/ 5797361 h 6034088"/>
              <a:gd name="connsiteX57" fmla="*/ 8242772 w 10728325"/>
              <a:gd name="connsiteY57" fmla="*/ 5926088 h 6034088"/>
              <a:gd name="connsiteX58" fmla="*/ 8371450 w 10728325"/>
              <a:gd name="connsiteY58" fmla="*/ 5926088 h 6034088"/>
              <a:gd name="connsiteX59" fmla="*/ 8371450 w 10728325"/>
              <a:gd name="connsiteY59" fmla="*/ 5797361 h 6034088"/>
              <a:gd name="connsiteX60" fmla="*/ 8581983 w 10728325"/>
              <a:gd name="connsiteY60" fmla="*/ 5791830 h 6034088"/>
              <a:gd name="connsiteX61" fmla="*/ 8581983 w 10728325"/>
              <a:gd name="connsiteY61" fmla="*/ 5931564 h 6034088"/>
              <a:gd name="connsiteX62" fmla="*/ 8721724 w 10728325"/>
              <a:gd name="connsiteY62" fmla="*/ 5931564 h 6034088"/>
              <a:gd name="connsiteX63" fmla="*/ 8721724 w 10728325"/>
              <a:gd name="connsiteY63" fmla="*/ 5791830 h 6034088"/>
              <a:gd name="connsiteX64" fmla="*/ 10473651 w 10728325"/>
              <a:gd name="connsiteY64" fmla="*/ 5789651 h 6034088"/>
              <a:gd name="connsiteX65" fmla="*/ 10617583 w 10728325"/>
              <a:gd name="connsiteY65" fmla="*/ 5789651 h 6034088"/>
              <a:gd name="connsiteX66" fmla="*/ 10617583 w 10728325"/>
              <a:gd name="connsiteY66" fmla="*/ 5933743 h 6034088"/>
              <a:gd name="connsiteX67" fmla="*/ 10473651 w 10728325"/>
              <a:gd name="connsiteY67" fmla="*/ 5933743 h 6034088"/>
              <a:gd name="connsiteX68" fmla="*/ 8921417 w 10728325"/>
              <a:gd name="connsiteY68" fmla="*/ 5786299 h 6034088"/>
              <a:gd name="connsiteX69" fmla="*/ 8921417 w 10728325"/>
              <a:gd name="connsiteY69" fmla="*/ 5937095 h 6034088"/>
              <a:gd name="connsiteX70" fmla="*/ 9072221 w 10728325"/>
              <a:gd name="connsiteY70" fmla="*/ 5937095 h 6034088"/>
              <a:gd name="connsiteX71" fmla="*/ 9072221 w 10728325"/>
              <a:gd name="connsiteY71" fmla="*/ 5786299 h 6034088"/>
              <a:gd name="connsiteX72" fmla="*/ 10123209 w 10728325"/>
              <a:gd name="connsiteY72" fmla="*/ 5784176 h 6034088"/>
              <a:gd name="connsiteX73" fmla="*/ 10278539 w 10728325"/>
              <a:gd name="connsiteY73" fmla="*/ 5784176 h 6034088"/>
              <a:gd name="connsiteX74" fmla="*/ 10278539 w 10728325"/>
              <a:gd name="connsiteY74" fmla="*/ 5939274 h 6034088"/>
              <a:gd name="connsiteX75" fmla="*/ 10123209 w 10728325"/>
              <a:gd name="connsiteY75" fmla="*/ 5939274 h 6034088"/>
              <a:gd name="connsiteX76" fmla="*/ 9260460 w 10728325"/>
              <a:gd name="connsiteY76" fmla="*/ 5780600 h 6034088"/>
              <a:gd name="connsiteX77" fmla="*/ 9260460 w 10728325"/>
              <a:gd name="connsiteY77" fmla="*/ 5942626 h 6034088"/>
              <a:gd name="connsiteX78" fmla="*/ 9422494 w 10728325"/>
              <a:gd name="connsiteY78" fmla="*/ 5942626 h 6034088"/>
              <a:gd name="connsiteX79" fmla="*/ 9422494 w 10728325"/>
              <a:gd name="connsiteY79" fmla="*/ 5780600 h 6034088"/>
              <a:gd name="connsiteX80" fmla="*/ 9772936 w 10728325"/>
              <a:gd name="connsiteY80" fmla="*/ 5778644 h 6034088"/>
              <a:gd name="connsiteX81" fmla="*/ 9939105 w 10728325"/>
              <a:gd name="connsiteY81" fmla="*/ 5778644 h 6034088"/>
              <a:gd name="connsiteX82" fmla="*/ 9939105 w 10728325"/>
              <a:gd name="connsiteY82" fmla="*/ 5944805 h 6034088"/>
              <a:gd name="connsiteX83" fmla="*/ 9772936 w 10728325"/>
              <a:gd name="connsiteY83" fmla="*/ 5944805 h 6034088"/>
              <a:gd name="connsiteX84" fmla="*/ 4680356 w 10728325"/>
              <a:gd name="connsiteY84" fmla="*/ 5683272 h 6034088"/>
              <a:gd name="connsiteX85" fmla="*/ 4680356 w 10728325"/>
              <a:gd name="connsiteY85" fmla="*/ 5695452 h 6034088"/>
              <a:gd name="connsiteX86" fmla="*/ 4692576 w 10728325"/>
              <a:gd name="connsiteY86" fmla="*/ 5695452 h 6034088"/>
              <a:gd name="connsiteX87" fmla="*/ 4692576 w 10728325"/>
              <a:gd name="connsiteY87" fmla="*/ 5683272 h 6034088"/>
              <a:gd name="connsiteX88" fmla="*/ 5019589 w 10728325"/>
              <a:gd name="connsiteY88" fmla="*/ 5677518 h 6034088"/>
              <a:gd name="connsiteX89" fmla="*/ 5019589 w 10728325"/>
              <a:gd name="connsiteY89" fmla="*/ 5700984 h 6034088"/>
              <a:gd name="connsiteX90" fmla="*/ 5043045 w 10728325"/>
              <a:gd name="connsiteY90" fmla="*/ 5700984 h 6034088"/>
              <a:gd name="connsiteX91" fmla="*/ 5043045 w 10728325"/>
              <a:gd name="connsiteY91" fmla="*/ 5677518 h 6034088"/>
              <a:gd name="connsiteX92" fmla="*/ 5358822 w 10728325"/>
              <a:gd name="connsiteY92" fmla="*/ 5671986 h 6034088"/>
              <a:gd name="connsiteX93" fmla="*/ 5358822 w 10728325"/>
              <a:gd name="connsiteY93" fmla="*/ 5706514 h 6034088"/>
              <a:gd name="connsiteX94" fmla="*/ 5393313 w 10728325"/>
              <a:gd name="connsiteY94" fmla="*/ 5706514 h 6034088"/>
              <a:gd name="connsiteX95" fmla="*/ 5393313 w 10728325"/>
              <a:gd name="connsiteY95" fmla="*/ 5671986 h 6034088"/>
              <a:gd name="connsiteX96" fmla="*/ 5698217 w 10728325"/>
              <a:gd name="connsiteY96" fmla="*/ 5666511 h 6034088"/>
              <a:gd name="connsiteX97" fmla="*/ 5698217 w 10728325"/>
              <a:gd name="connsiteY97" fmla="*/ 5712046 h 6034088"/>
              <a:gd name="connsiteX98" fmla="*/ 5743754 w 10728325"/>
              <a:gd name="connsiteY98" fmla="*/ 5712046 h 6034088"/>
              <a:gd name="connsiteX99" fmla="*/ 5743754 w 10728325"/>
              <a:gd name="connsiteY99" fmla="*/ 5666511 h 6034088"/>
              <a:gd name="connsiteX100" fmla="*/ 6037483 w 10728325"/>
              <a:gd name="connsiteY100" fmla="*/ 5660980 h 6034088"/>
              <a:gd name="connsiteX101" fmla="*/ 6037483 w 10728325"/>
              <a:gd name="connsiteY101" fmla="*/ 5717522 h 6034088"/>
              <a:gd name="connsiteX102" fmla="*/ 6094027 w 10728325"/>
              <a:gd name="connsiteY102" fmla="*/ 5717522 h 6034088"/>
              <a:gd name="connsiteX103" fmla="*/ 6094027 w 10728325"/>
              <a:gd name="connsiteY103" fmla="*/ 5660980 h 6034088"/>
              <a:gd name="connsiteX104" fmla="*/ 6376694 w 10728325"/>
              <a:gd name="connsiteY104" fmla="*/ 5655225 h 6034088"/>
              <a:gd name="connsiteX105" fmla="*/ 6376694 w 10728325"/>
              <a:gd name="connsiteY105" fmla="*/ 5723052 h 6034088"/>
              <a:gd name="connsiteX106" fmla="*/ 6444525 w 10728325"/>
              <a:gd name="connsiteY106" fmla="*/ 5723052 h 6034088"/>
              <a:gd name="connsiteX107" fmla="*/ 6444525 w 10728325"/>
              <a:gd name="connsiteY107" fmla="*/ 5655225 h 6034088"/>
              <a:gd name="connsiteX108" fmla="*/ 6715905 w 10728325"/>
              <a:gd name="connsiteY108" fmla="*/ 5649917 h 6034088"/>
              <a:gd name="connsiteX109" fmla="*/ 6715905 w 10728325"/>
              <a:gd name="connsiteY109" fmla="*/ 5728751 h 6034088"/>
              <a:gd name="connsiteX110" fmla="*/ 6794743 w 10728325"/>
              <a:gd name="connsiteY110" fmla="*/ 5728751 h 6034088"/>
              <a:gd name="connsiteX111" fmla="*/ 6794743 w 10728325"/>
              <a:gd name="connsiteY111" fmla="*/ 5649917 h 6034088"/>
              <a:gd name="connsiteX112" fmla="*/ 7055339 w 10728325"/>
              <a:gd name="connsiteY112" fmla="*/ 5644442 h 6034088"/>
              <a:gd name="connsiteX113" fmla="*/ 7055339 w 10728325"/>
              <a:gd name="connsiteY113" fmla="*/ 5734283 h 6034088"/>
              <a:gd name="connsiteX114" fmla="*/ 7145240 w 10728325"/>
              <a:gd name="connsiteY114" fmla="*/ 5734283 h 6034088"/>
              <a:gd name="connsiteX115" fmla="*/ 7145240 w 10728325"/>
              <a:gd name="connsiteY115" fmla="*/ 5644442 h 6034088"/>
              <a:gd name="connsiteX116" fmla="*/ 7394606 w 10728325"/>
              <a:gd name="connsiteY116" fmla="*/ 5638911 h 6034088"/>
              <a:gd name="connsiteX117" fmla="*/ 7394606 w 10728325"/>
              <a:gd name="connsiteY117" fmla="*/ 5739814 h 6034088"/>
              <a:gd name="connsiteX118" fmla="*/ 7495515 w 10728325"/>
              <a:gd name="connsiteY118" fmla="*/ 5739814 h 6034088"/>
              <a:gd name="connsiteX119" fmla="*/ 7495515 w 10728325"/>
              <a:gd name="connsiteY119" fmla="*/ 5638911 h 6034088"/>
              <a:gd name="connsiteX120" fmla="*/ 7733817 w 10728325"/>
              <a:gd name="connsiteY120" fmla="*/ 5633156 h 6034088"/>
              <a:gd name="connsiteX121" fmla="*/ 7733817 w 10728325"/>
              <a:gd name="connsiteY121" fmla="*/ 5745345 h 6034088"/>
              <a:gd name="connsiteX122" fmla="*/ 7845956 w 10728325"/>
              <a:gd name="connsiteY122" fmla="*/ 5745345 h 6034088"/>
              <a:gd name="connsiteX123" fmla="*/ 7845956 w 10728325"/>
              <a:gd name="connsiteY123" fmla="*/ 5633156 h 6034088"/>
              <a:gd name="connsiteX124" fmla="*/ 8073027 w 10728325"/>
              <a:gd name="connsiteY124" fmla="*/ 5627681 h 6034088"/>
              <a:gd name="connsiteX125" fmla="*/ 8073027 w 10728325"/>
              <a:gd name="connsiteY125" fmla="*/ 5750821 h 6034088"/>
              <a:gd name="connsiteX126" fmla="*/ 8196229 w 10728325"/>
              <a:gd name="connsiteY126" fmla="*/ 5750821 h 6034088"/>
              <a:gd name="connsiteX127" fmla="*/ 8196229 w 10728325"/>
              <a:gd name="connsiteY127" fmla="*/ 5627681 h 6034088"/>
              <a:gd name="connsiteX128" fmla="*/ 8412461 w 10728325"/>
              <a:gd name="connsiteY128" fmla="*/ 5622149 h 6034088"/>
              <a:gd name="connsiteX129" fmla="*/ 8412461 w 10728325"/>
              <a:gd name="connsiteY129" fmla="*/ 5756352 h 6034088"/>
              <a:gd name="connsiteX130" fmla="*/ 8546726 w 10728325"/>
              <a:gd name="connsiteY130" fmla="*/ 5756352 h 6034088"/>
              <a:gd name="connsiteX131" fmla="*/ 8546726 w 10728325"/>
              <a:gd name="connsiteY131" fmla="*/ 5622149 h 6034088"/>
              <a:gd name="connsiteX132" fmla="*/ 10648927 w 10728325"/>
              <a:gd name="connsiteY132" fmla="*/ 5619970 h 6034088"/>
              <a:gd name="connsiteX133" fmla="*/ 10728325 w 10728325"/>
              <a:gd name="connsiteY133" fmla="*/ 5619970 h 6034088"/>
              <a:gd name="connsiteX134" fmla="*/ 10728325 w 10728325"/>
              <a:gd name="connsiteY134" fmla="*/ 5758531 h 6034088"/>
              <a:gd name="connsiteX135" fmla="*/ 10648927 w 10728325"/>
              <a:gd name="connsiteY135" fmla="*/ 5758531 h 6034088"/>
              <a:gd name="connsiteX136" fmla="*/ 8751728 w 10728325"/>
              <a:gd name="connsiteY136" fmla="*/ 5616618 h 6034088"/>
              <a:gd name="connsiteX137" fmla="*/ 8751728 w 10728325"/>
              <a:gd name="connsiteY137" fmla="*/ 5761883 h 6034088"/>
              <a:gd name="connsiteX138" fmla="*/ 8897000 w 10728325"/>
              <a:gd name="connsiteY138" fmla="*/ 5761883 h 6034088"/>
              <a:gd name="connsiteX139" fmla="*/ 8897000 w 10728325"/>
              <a:gd name="connsiteY139" fmla="*/ 5616618 h 6034088"/>
              <a:gd name="connsiteX140" fmla="*/ 10298431 w 10728325"/>
              <a:gd name="connsiteY140" fmla="*/ 5614439 h 6034088"/>
              <a:gd name="connsiteX141" fmla="*/ 10448228 w 10728325"/>
              <a:gd name="connsiteY141" fmla="*/ 5614439 h 6034088"/>
              <a:gd name="connsiteX142" fmla="*/ 10448228 w 10728325"/>
              <a:gd name="connsiteY142" fmla="*/ 5764062 h 6034088"/>
              <a:gd name="connsiteX143" fmla="*/ 10298431 w 10728325"/>
              <a:gd name="connsiteY143" fmla="*/ 5764062 h 6034088"/>
              <a:gd name="connsiteX144" fmla="*/ 9091106 w 10728325"/>
              <a:gd name="connsiteY144" fmla="*/ 5611087 h 6034088"/>
              <a:gd name="connsiteX145" fmla="*/ 9091106 w 10728325"/>
              <a:gd name="connsiteY145" fmla="*/ 5767415 h 6034088"/>
              <a:gd name="connsiteX146" fmla="*/ 9247441 w 10728325"/>
              <a:gd name="connsiteY146" fmla="*/ 5767415 h 6034088"/>
              <a:gd name="connsiteX147" fmla="*/ 9247441 w 10728325"/>
              <a:gd name="connsiteY147" fmla="*/ 5611087 h 6034088"/>
              <a:gd name="connsiteX148" fmla="*/ 9948157 w 10728325"/>
              <a:gd name="connsiteY148" fmla="*/ 5608907 h 6034088"/>
              <a:gd name="connsiteX149" fmla="*/ 10108794 w 10728325"/>
              <a:gd name="connsiteY149" fmla="*/ 5608907 h 6034088"/>
              <a:gd name="connsiteX150" fmla="*/ 10108794 w 10728325"/>
              <a:gd name="connsiteY150" fmla="*/ 5769594 h 6034088"/>
              <a:gd name="connsiteX151" fmla="*/ 9948157 w 10728325"/>
              <a:gd name="connsiteY151" fmla="*/ 5769594 h 6034088"/>
              <a:gd name="connsiteX152" fmla="*/ 9430150 w 10728325"/>
              <a:gd name="connsiteY152" fmla="*/ 5605388 h 6034088"/>
              <a:gd name="connsiteX153" fmla="*/ 9430150 w 10728325"/>
              <a:gd name="connsiteY153" fmla="*/ 5772946 h 6034088"/>
              <a:gd name="connsiteX154" fmla="*/ 9597716 w 10728325"/>
              <a:gd name="connsiteY154" fmla="*/ 5772946 h 6034088"/>
              <a:gd name="connsiteX155" fmla="*/ 9597716 w 10728325"/>
              <a:gd name="connsiteY155" fmla="*/ 5605388 h 6034088"/>
              <a:gd name="connsiteX156" fmla="*/ 4510650 w 10728325"/>
              <a:gd name="connsiteY156" fmla="*/ 5513530 h 6034088"/>
              <a:gd name="connsiteX157" fmla="*/ 4510650 w 10728325"/>
              <a:gd name="connsiteY157" fmla="*/ 5520229 h 6034088"/>
              <a:gd name="connsiteX158" fmla="*/ 4517355 w 10728325"/>
              <a:gd name="connsiteY158" fmla="*/ 5520229 h 6034088"/>
              <a:gd name="connsiteX159" fmla="*/ 4517355 w 10728325"/>
              <a:gd name="connsiteY159" fmla="*/ 5513530 h 6034088"/>
              <a:gd name="connsiteX160" fmla="*/ 4849872 w 10728325"/>
              <a:gd name="connsiteY160" fmla="*/ 5507820 h 6034088"/>
              <a:gd name="connsiteX161" fmla="*/ 4849872 w 10728325"/>
              <a:gd name="connsiteY161" fmla="*/ 5525760 h 6034088"/>
              <a:gd name="connsiteX162" fmla="*/ 4867813 w 10728325"/>
              <a:gd name="connsiteY162" fmla="*/ 5525760 h 6034088"/>
              <a:gd name="connsiteX163" fmla="*/ 4867813 w 10728325"/>
              <a:gd name="connsiteY163" fmla="*/ 5507820 h 6034088"/>
              <a:gd name="connsiteX164" fmla="*/ 5189105 w 10728325"/>
              <a:gd name="connsiteY164" fmla="*/ 5502306 h 6034088"/>
              <a:gd name="connsiteX165" fmla="*/ 5189105 w 10728325"/>
              <a:gd name="connsiteY165" fmla="*/ 5531281 h 6034088"/>
              <a:gd name="connsiteX166" fmla="*/ 5218081 w 10728325"/>
              <a:gd name="connsiteY166" fmla="*/ 5531281 h 6034088"/>
              <a:gd name="connsiteX167" fmla="*/ 5218081 w 10728325"/>
              <a:gd name="connsiteY167" fmla="*/ 5502306 h 6034088"/>
              <a:gd name="connsiteX168" fmla="*/ 5528528 w 10728325"/>
              <a:gd name="connsiteY168" fmla="*/ 5496774 h 6034088"/>
              <a:gd name="connsiteX169" fmla="*/ 5528528 w 10728325"/>
              <a:gd name="connsiteY169" fmla="*/ 5536783 h 6034088"/>
              <a:gd name="connsiteX170" fmla="*/ 5568539 w 10728325"/>
              <a:gd name="connsiteY170" fmla="*/ 5536783 h 6034088"/>
              <a:gd name="connsiteX171" fmla="*/ 5568539 w 10728325"/>
              <a:gd name="connsiteY171" fmla="*/ 5496774 h 6034088"/>
              <a:gd name="connsiteX172" fmla="*/ 5867738 w 10728325"/>
              <a:gd name="connsiteY172" fmla="*/ 5491455 h 6034088"/>
              <a:gd name="connsiteX173" fmla="*/ 5867738 w 10728325"/>
              <a:gd name="connsiteY173" fmla="*/ 5542505 h 6034088"/>
              <a:gd name="connsiteX174" fmla="*/ 5918807 w 10728325"/>
              <a:gd name="connsiteY174" fmla="*/ 5542505 h 6034088"/>
              <a:gd name="connsiteX175" fmla="*/ 5918807 w 10728325"/>
              <a:gd name="connsiteY175" fmla="*/ 5491455 h 6034088"/>
              <a:gd name="connsiteX176" fmla="*/ 6207005 w 10728325"/>
              <a:gd name="connsiteY176" fmla="*/ 5485740 h 6034088"/>
              <a:gd name="connsiteX177" fmla="*/ 6207005 w 10728325"/>
              <a:gd name="connsiteY177" fmla="*/ 5548025 h 6034088"/>
              <a:gd name="connsiteX178" fmla="*/ 6269304 w 10728325"/>
              <a:gd name="connsiteY178" fmla="*/ 5548025 h 6034088"/>
              <a:gd name="connsiteX179" fmla="*/ 6269304 w 10728325"/>
              <a:gd name="connsiteY179" fmla="*/ 5485740 h 6034088"/>
              <a:gd name="connsiteX180" fmla="*/ 6546216 w 10728325"/>
              <a:gd name="connsiteY180" fmla="*/ 5480231 h 6034088"/>
              <a:gd name="connsiteX181" fmla="*/ 6546216 w 10728325"/>
              <a:gd name="connsiteY181" fmla="*/ 5553551 h 6034088"/>
              <a:gd name="connsiteX182" fmla="*/ 6619523 w 10728325"/>
              <a:gd name="connsiteY182" fmla="*/ 5553551 h 6034088"/>
              <a:gd name="connsiteX183" fmla="*/ 6619523 w 10728325"/>
              <a:gd name="connsiteY183" fmla="*/ 5480231 h 6034088"/>
              <a:gd name="connsiteX184" fmla="*/ 6885650 w 10728325"/>
              <a:gd name="connsiteY184" fmla="*/ 5474716 h 6034088"/>
              <a:gd name="connsiteX185" fmla="*/ 6885650 w 10728325"/>
              <a:gd name="connsiteY185" fmla="*/ 5559070 h 6034088"/>
              <a:gd name="connsiteX186" fmla="*/ 6970020 w 10728325"/>
              <a:gd name="connsiteY186" fmla="*/ 5559070 h 6034088"/>
              <a:gd name="connsiteX187" fmla="*/ 6970020 w 10728325"/>
              <a:gd name="connsiteY187" fmla="*/ 5474716 h 6034088"/>
              <a:gd name="connsiteX188" fmla="*/ 7224861 w 10728325"/>
              <a:gd name="connsiteY188" fmla="*/ 5469179 h 6034088"/>
              <a:gd name="connsiteX189" fmla="*/ 7224861 w 10728325"/>
              <a:gd name="connsiteY189" fmla="*/ 5564579 h 6034088"/>
              <a:gd name="connsiteX190" fmla="*/ 7320294 w 10728325"/>
              <a:gd name="connsiteY190" fmla="*/ 5564579 h 6034088"/>
              <a:gd name="connsiteX191" fmla="*/ 7320294 w 10728325"/>
              <a:gd name="connsiteY191" fmla="*/ 5469179 h 6034088"/>
              <a:gd name="connsiteX192" fmla="*/ 7564295 w 10728325"/>
              <a:gd name="connsiteY192" fmla="*/ 5463671 h 6034088"/>
              <a:gd name="connsiteX193" fmla="*/ 7564295 w 10728325"/>
              <a:gd name="connsiteY193" fmla="*/ 5570106 h 6034088"/>
              <a:gd name="connsiteX194" fmla="*/ 7670735 w 10728325"/>
              <a:gd name="connsiteY194" fmla="*/ 5570106 h 6034088"/>
              <a:gd name="connsiteX195" fmla="*/ 7670735 w 10728325"/>
              <a:gd name="connsiteY195" fmla="*/ 5463671 h 6034088"/>
              <a:gd name="connsiteX196" fmla="*/ 7903338 w 10728325"/>
              <a:gd name="connsiteY196" fmla="*/ 5457955 h 6034088"/>
              <a:gd name="connsiteX197" fmla="*/ 7903338 w 10728325"/>
              <a:gd name="connsiteY197" fmla="*/ 5575625 h 6034088"/>
              <a:gd name="connsiteX198" fmla="*/ 8021008 w 10728325"/>
              <a:gd name="connsiteY198" fmla="*/ 5575625 h 6034088"/>
              <a:gd name="connsiteX199" fmla="*/ 8021008 w 10728325"/>
              <a:gd name="connsiteY199" fmla="*/ 5457955 h 6034088"/>
              <a:gd name="connsiteX200" fmla="*/ 8242772 w 10728325"/>
              <a:gd name="connsiteY200" fmla="*/ 5452424 h 6034088"/>
              <a:gd name="connsiteX201" fmla="*/ 8242772 w 10728325"/>
              <a:gd name="connsiteY201" fmla="*/ 5581134 h 6034088"/>
              <a:gd name="connsiteX202" fmla="*/ 8371450 w 10728325"/>
              <a:gd name="connsiteY202" fmla="*/ 5581134 h 6034088"/>
              <a:gd name="connsiteX203" fmla="*/ 8371450 w 10728325"/>
              <a:gd name="connsiteY203" fmla="*/ 5452424 h 6034088"/>
              <a:gd name="connsiteX204" fmla="*/ 8581983 w 10728325"/>
              <a:gd name="connsiteY204" fmla="*/ 5446915 h 6034088"/>
              <a:gd name="connsiteX205" fmla="*/ 8581983 w 10728325"/>
              <a:gd name="connsiteY205" fmla="*/ 5586660 h 6034088"/>
              <a:gd name="connsiteX206" fmla="*/ 8721724 w 10728325"/>
              <a:gd name="connsiteY206" fmla="*/ 5586660 h 6034088"/>
              <a:gd name="connsiteX207" fmla="*/ 8721724 w 10728325"/>
              <a:gd name="connsiteY207" fmla="*/ 5446915 h 6034088"/>
              <a:gd name="connsiteX208" fmla="*/ 10473651 w 10728325"/>
              <a:gd name="connsiteY208" fmla="*/ 5444741 h 6034088"/>
              <a:gd name="connsiteX209" fmla="*/ 10617583 w 10728325"/>
              <a:gd name="connsiteY209" fmla="*/ 5444741 h 6034088"/>
              <a:gd name="connsiteX210" fmla="*/ 10617583 w 10728325"/>
              <a:gd name="connsiteY210" fmla="*/ 5589018 h 6034088"/>
              <a:gd name="connsiteX211" fmla="*/ 10473651 w 10728325"/>
              <a:gd name="connsiteY211" fmla="*/ 5589018 h 6034088"/>
              <a:gd name="connsiteX212" fmla="*/ 8921417 w 10728325"/>
              <a:gd name="connsiteY212" fmla="*/ 5441590 h 6034088"/>
              <a:gd name="connsiteX213" fmla="*/ 8921417 w 10728325"/>
              <a:gd name="connsiteY213" fmla="*/ 5592370 h 6034088"/>
              <a:gd name="connsiteX214" fmla="*/ 9072221 w 10728325"/>
              <a:gd name="connsiteY214" fmla="*/ 5592370 h 6034088"/>
              <a:gd name="connsiteX215" fmla="*/ 9072221 w 10728325"/>
              <a:gd name="connsiteY215" fmla="*/ 5441590 h 6034088"/>
              <a:gd name="connsiteX216" fmla="*/ 10123209 w 10728325"/>
              <a:gd name="connsiteY216" fmla="*/ 5439233 h 6034088"/>
              <a:gd name="connsiteX217" fmla="*/ 10278539 w 10728325"/>
              <a:gd name="connsiteY217" fmla="*/ 5439233 h 6034088"/>
              <a:gd name="connsiteX218" fmla="*/ 10278539 w 10728325"/>
              <a:gd name="connsiteY218" fmla="*/ 5594549 h 6034088"/>
              <a:gd name="connsiteX219" fmla="*/ 10123209 w 10728325"/>
              <a:gd name="connsiteY219" fmla="*/ 5594549 h 6034088"/>
              <a:gd name="connsiteX220" fmla="*/ 9260460 w 10728325"/>
              <a:gd name="connsiteY220" fmla="*/ 5435880 h 6034088"/>
              <a:gd name="connsiteX221" fmla="*/ 9260460 w 10728325"/>
              <a:gd name="connsiteY221" fmla="*/ 5597901 h 6034088"/>
              <a:gd name="connsiteX222" fmla="*/ 9422494 w 10728325"/>
              <a:gd name="connsiteY222" fmla="*/ 5597901 h 6034088"/>
              <a:gd name="connsiteX223" fmla="*/ 9422494 w 10728325"/>
              <a:gd name="connsiteY223" fmla="*/ 5435880 h 6034088"/>
              <a:gd name="connsiteX224" fmla="*/ 9772936 w 10728325"/>
              <a:gd name="connsiteY224" fmla="*/ 5433713 h 6034088"/>
              <a:gd name="connsiteX225" fmla="*/ 9939105 w 10728325"/>
              <a:gd name="connsiteY225" fmla="*/ 5433713 h 6034088"/>
              <a:gd name="connsiteX226" fmla="*/ 9939105 w 10728325"/>
              <a:gd name="connsiteY226" fmla="*/ 5600080 h 6034088"/>
              <a:gd name="connsiteX227" fmla="*/ 9772936 w 10728325"/>
              <a:gd name="connsiteY227" fmla="*/ 5600080 h 6034088"/>
              <a:gd name="connsiteX228" fmla="*/ 4680356 w 10728325"/>
              <a:gd name="connsiteY228" fmla="*/ 5338318 h 6034088"/>
              <a:gd name="connsiteX229" fmla="*/ 4680356 w 10728325"/>
              <a:gd name="connsiteY229" fmla="*/ 5350537 h 6034088"/>
              <a:gd name="connsiteX230" fmla="*/ 4692576 w 10728325"/>
              <a:gd name="connsiteY230" fmla="*/ 5350537 h 6034088"/>
              <a:gd name="connsiteX231" fmla="*/ 4692576 w 10728325"/>
              <a:gd name="connsiteY231" fmla="*/ 5338318 h 6034088"/>
              <a:gd name="connsiteX232" fmla="*/ 5019589 w 10728325"/>
              <a:gd name="connsiteY232" fmla="*/ 5332804 h 6034088"/>
              <a:gd name="connsiteX233" fmla="*/ 5019589 w 10728325"/>
              <a:gd name="connsiteY233" fmla="*/ 5356259 h 6034088"/>
              <a:gd name="connsiteX234" fmla="*/ 5043045 w 10728325"/>
              <a:gd name="connsiteY234" fmla="*/ 5356259 h 6034088"/>
              <a:gd name="connsiteX235" fmla="*/ 5043045 w 10728325"/>
              <a:gd name="connsiteY235" fmla="*/ 5332804 h 6034088"/>
              <a:gd name="connsiteX236" fmla="*/ 5358822 w 10728325"/>
              <a:gd name="connsiteY236" fmla="*/ 5327267 h 6034088"/>
              <a:gd name="connsiteX237" fmla="*/ 5358822 w 10728325"/>
              <a:gd name="connsiteY237" fmla="*/ 5361762 h 6034088"/>
              <a:gd name="connsiteX238" fmla="*/ 5393313 w 10728325"/>
              <a:gd name="connsiteY238" fmla="*/ 5361762 h 6034088"/>
              <a:gd name="connsiteX239" fmla="*/ 5393313 w 10728325"/>
              <a:gd name="connsiteY239" fmla="*/ 5327267 h 6034088"/>
              <a:gd name="connsiteX240" fmla="*/ 5698217 w 10728325"/>
              <a:gd name="connsiteY240" fmla="*/ 5321752 h 6034088"/>
              <a:gd name="connsiteX241" fmla="*/ 5698217 w 10728325"/>
              <a:gd name="connsiteY241" fmla="*/ 5367281 h 6034088"/>
              <a:gd name="connsiteX242" fmla="*/ 5743754 w 10728325"/>
              <a:gd name="connsiteY242" fmla="*/ 5367281 h 6034088"/>
              <a:gd name="connsiteX243" fmla="*/ 5743754 w 10728325"/>
              <a:gd name="connsiteY243" fmla="*/ 5321752 h 6034088"/>
              <a:gd name="connsiteX244" fmla="*/ 6037483 w 10728325"/>
              <a:gd name="connsiteY244" fmla="*/ 5316243 h 6034088"/>
              <a:gd name="connsiteX245" fmla="*/ 6037483 w 10728325"/>
              <a:gd name="connsiteY245" fmla="*/ 5372813 h 6034088"/>
              <a:gd name="connsiteX246" fmla="*/ 6094027 w 10728325"/>
              <a:gd name="connsiteY246" fmla="*/ 5372813 h 6034088"/>
              <a:gd name="connsiteX247" fmla="*/ 6094027 w 10728325"/>
              <a:gd name="connsiteY247" fmla="*/ 5316243 h 6034088"/>
              <a:gd name="connsiteX248" fmla="*/ 6376694 w 10728325"/>
              <a:gd name="connsiteY248" fmla="*/ 5310511 h 6034088"/>
              <a:gd name="connsiteX249" fmla="*/ 6376694 w 10728325"/>
              <a:gd name="connsiteY249" fmla="*/ 5378316 h 6034088"/>
              <a:gd name="connsiteX250" fmla="*/ 6444525 w 10728325"/>
              <a:gd name="connsiteY250" fmla="*/ 5378316 h 6034088"/>
              <a:gd name="connsiteX251" fmla="*/ 6444525 w 10728325"/>
              <a:gd name="connsiteY251" fmla="*/ 5310511 h 6034088"/>
              <a:gd name="connsiteX252" fmla="*/ 6715905 w 10728325"/>
              <a:gd name="connsiteY252" fmla="*/ 5304996 h 6034088"/>
              <a:gd name="connsiteX253" fmla="*/ 6715905 w 10728325"/>
              <a:gd name="connsiteY253" fmla="*/ 5383836 h 6034088"/>
              <a:gd name="connsiteX254" fmla="*/ 6794743 w 10728325"/>
              <a:gd name="connsiteY254" fmla="*/ 5383836 h 6034088"/>
              <a:gd name="connsiteX255" fmla="*/ 6794743 w 10728325"/>
              <a:gd name="connsiteY255" fmla="*/ 5304996 h 6034088"/>
              <a:gd name="connsiteX256" fmla="*/ 7055339 w 10728325"/>
              <a:gd name="connsiteY256" fmla="*/ 5299487 h 6034088"/>
              <a:gd name="connsiteX257" fmla="*/ 7055339 w 10728325"/>
              <a:gd name="connsiteY257" fmla="*/ 5389361 h 6034088"/>
              <a:gd name="connsiteX258" fmla="*/ 7145240 w 10728325"/>
              <a:gd name="connsiteY258" fmla="*/ 5389361 h 6034088"/>
              <a:gd name="connsiteX259" fmla="*/ 7145240 w 10728325"/>
              <a:gd name="connsiteY259" fmla="*/ 5299487 h 6034088"/>
              <a:gd name="connsiteX260" fmla="*/ 7394606 w 10728325"/>
              <a:gd name="connsiteY260" fmla="*/ 5293968 h 6034088"/>
              <a:gd name="connsiteX261" fmla="*/ 7394606 w 10728325"/>
              <a:gd name="connsiteY261" fmla="*/ 5394888 h 6034088"/>
              <a:gd name="connsiteX262" fmla="*/ 7495515 w 10728325"/>
              <a:gd name="connsiteY262" fmla="*/ 5394888 h 6034088"/>
              <a:gd name="connsiteX263" fmla="*/ 7495515 w 10728325"/>
              <a:gd name="connsiteY263" fmla="*/ 5293968 h 6034088"/>
              <a:gd name="connsiteX264" fmla="*/ 7733817 w 10728325"/>
              <a:gd name="connsiteY264" fmla="*/ 5288453 h 6034088"/>
              <a:gd name="connsiteX265" fmla="*/ 7733817 w 10728325"/>
              <a:gd name="connsiteY265" fmla="*/ 5400603 h 6034088"/>
              <a:gd name="connsiteX266" fmla="*/ 7845956 w 10728325"/>
              <a:gd name="connsiteY266" fmla="*/ 5400603 h 6034088"/>
              <a:gd name="connsiteX267" fmla="*/ 7845956 w 10728325"/>
              <a:gd name="connsiteY267" fmla="*/ 5288453 h 6034088"/>
              <a:gd name="connsiteX268" fmla="*/ 8073027 w 10728325"/>
              <a:gd name="connsiteY268" fmla="*/ 5282922 h 6034088"/>
              <a:gd name="connsiteX269" fmla="*/ 8073027 w 10728325"/>
              <a:gd name="connsiteY269" fmla="*/ 5406112 h 6034088"/>
              <a:gd name="connsiteX270" fmla="*/ 8196229 w 10728325"/>
              <a:gd name="connsiteY270" fmla="*/ 5406112 h 6034088"/>
              <a:gd name="connsiteX271" fmla="*/ 8196229 w 10728325"/>
              <a:gd name="connsiteY271" fmla="*/ 5282922 h 6034088"/>
              <a:gd name="connsiteX272" fmla="*/ 8412461 w 10728325"/>
              <a:gd name="connsiteY272" fmla="*/ 5277407 h 6034088"/>
              <a:gd name="connsiteX273" fmla="*/ 8412461 w 10728325"/>
              <a:gd name="connsiteY273" fmla="*/ 5411632 h 6034088"/>
              <a:gd name="connsiteX274" fmla="*/ 8546726 w 10728325"/>
              <a:gd name="connsiteY274" fmla="*/ 5411632 h 6034088"/>
              <a:gd name="connsiteX275" fmla="*/ 8546726 w 10728325"/>
              <a:gd name="connsiteY275" fmla="*/ 5277407 h 6034088"/>
              <a:gd name="connsiteX276" fmla="*/ 10648927 w 10728325"/>
              <a:gd name="connsiteY276" fmla="*/ 5275240 h 6034088"/>
              <a:gd name="connsiteX277" fmla="*/ 10728325 w 10728325"/>
              <a:gd name="connsiteY277" fmla="*/ 5275240 h 6034088"/>
              <a:gd name="connsiteX278" fmla="*/ 10728325 w 10728325"/>
              <a:gd name="connsiteY278" fmla="*/ 5413610 h 6034088"/>
              <a:gd name="connsiteX279" fmla="*/ 10648927 w 10728325"/>
              <a:gd name="connsiteY279" fmla="*/ 5413610 h 6034088"/>
              <a:gd name="connsiteX280" fmla="*/ 8751728 w 10728325"/>
              <a:gd name="connsiteY280" fmla="*/ 5271893 h 6034088"/>
              <a:gd name="connsiteX281" fmla="*/ 8751728 w 10728325"/>
              <a:gd name="connsiteY281" fmla="*/ 5417158 h 6034088"/>
              <a:gd name="connsiteX282" fmla="*/ 8897000 w 10728325"/>
              <a:gd name="connsiteY282" fmla="*/ 5417158 h 6034088"/>
              <a:gd name="connsiteX283" fmla="*/ 8897000 w 10728325"/>
              <a:gd name="connsiteY283" fmla="*/ 5271893 h 6034088"/>
              <a:gd name="connsiteX284" fmla="*/ 10298431 w 10728325"/>
              <a:gd name="connsiteY284" fmla="*/ 5269714 h 6034088"/>
              <a:gd name="connsiteX285" fmla="*/ 10448228 w 10728325"/>
              <a:gd name="connsiteY285" fmla="*/ 5269714 h 6034088"/>
              <a:gd name="connsiteX286" fmla="*/ 10448228 w 10728325"/>
              <a:gd name="connsiteY286" fmla="*/ 5419320 h 6034088"/>
              <a:gd name="connsiteX287" fmla="*/ 10298431 w 10728325"/>
              <a:gd name="connsiteY287" fmla="*/ 5419320 h 6034088"/>
              <a:gd name="connsiteX288" fmla="*/ 9091106 w 10728325"/>
              <a:gd name="connsiteY288" fmla="*/ 5266362 h 6034088"/>
              <a:gd name="connsiteX289" fmla="*/ 9091106 w 10728325"/>
              <a:gd name="connsiteY289" fmla="*/ 5422662 h 6034088"/>
              <a:gd name="connsiteX290" fmla="*/ 9247441 w 10728325"/>
              <a:gd name="connsiteY290" fmla="*/ 5422662 h 6034088"/>
              <a:gd name="connsiteX291" fmla="*/ 9247441 w 10728325"/>
              <a:gd name="connsiteY291" fmla="*/ 5266362 h 6034088"/>
              <a:gd name="connsiteX292" fmla="*/ 9948157 w 10728325"/>
              <a:gd name="connsiteY292" fmla="*/ 5264194 h 6034088"/>
              <a:gd name="connsiteX293" fmla="*/ 10108794 w 10728325"/>
              <a:gd name="connsiteY293" fmla="*/ 5264194 h 6034088"/>
              <a:gd name="connsiteX294" fmla="*/ 10108794 w 10728325"/>
              <a:gd name="connsiteY294" fmla="*/ 5424834 h 6034088"/>
              <a:gd name="connsiteX295" fmla="*/ 9948157 w 10728325"/>
              <a:gd name="connsiteY295" fmla="*/ 5424834 h 6034088"/>
              <a:gd name="connsiteX296" fmla="*/ 9430150 w 10728325"/>
              <a:gd name="connsiteY296" fmla="*/ 5260646 h 6034088"/>
              <a:gd name="connsiteX297" fmla="*/ 9430150 w 10728325"/>
              <a:gd name="connsiteY297" fmla="*/ 5428187 h 6034088"/>
              <a:gd name="connsiteX298" fmla="*/ 9597716 w 10728325"/>
              <a:gd name="connsiteY298" fmla="*/ 5428187 h 6034088"/>
              <a:gd name="connsiteX299" fmla="*/ 9597716 w 10728325"/>
              <a:gd name="connsiteY299" fmla="*/ 5260646 h 6034088"/>
              <a:gd name="connsiteX300" fmla="*/ 4510650 w 10728325"/>
              <a:gd name="connsiteY300" fmla="*/ 5168794 h 6034088"/>
              <a:gd name="connsiteX301" fmla="*/ 4510650 w 10728325"/>
              <a:gd name="connsiteY301" fmla="*/ 5175493 h 6034088"/>
              <a:gd name="connsiteX302" fmla="*/ 4517355 w 10728325"/>
              <a:gd name="connsiteY302" fmla="*/ 5175493 h 6034088"/>
              <a:gd name="connsiteX303" fmla="*/ 4517355 w 10728325"/>
              <a:gd name="connsiteY303" fmla="*/ 5168794 h 6034088"/>
              <a:gd name="connsiteX304" fmla="*/ 4849872 w 10728325"/>
              <a:gd name="connsiteY304" fmla="*/ 5163084 h 6034088"/>
              <a:gd name="connsiteX305" fmla="*/ 4849872 w 10728325"/>
              <a:gd name="connsiteY305" fmla="*/ 5181019 h 6034088"/>
              <a:gd name="connsiteX306" fmla="*/ 4867813 w 10728325"/>
              <a:gd name="connsiteY306" fmla="*/ 5181019 h 6034088"/>
              <a:gd name="connsiteX307" fmla="*/ 4867813 w 10728325"/>
              <a:gd name="connsiteY307" fmla="*/ 5163084 h 6034088"/>
              <a:gd name="connsiteX308" fmla="*/ 5189105 w 10728325"/>
              <a:gd name="connsiteY308" fmla="*/ 5157569 h 6034088"/>
              <a:gd name="connsiteX309" fmla="*/ 5189105 w 10728325"/>
              <a:gd name="connsiteY309" fmla="*/ 5186544 h 6034088"/>
              <a:gd name="connsiteX310" fmla="*/ 5218081 w 10728325"/>
              <a:gd name="connsiteY310" fmla="*/ 5186544 h 6034088"/>
              <a:gd name="connsiteX311" fmla="*/ 5218081 w 10728325"/>
              <a:gd name="connsiteY311" fmla="*/ 5157569 h 6034088"/>
              <a:gd name="connsiteX312" fmla="*/ 5528528 w 10728325"/>
              <a:gd name="connsiteY312" fmla="*/ 5152060 h 6034088"/>
              <a:gd name="connsiteX313" fmla="*/ 5528528 w 10728325"/>
              <a:gd name="connsiteY313" fmla="*/ 5192069 h 6034088"/>
              <a:gd name="connsiteX314" fmla="*/ 5568539 w 10728325"/>
              <a:gd name="connsiteY314" fmla="*/ 5192069 h 6034088"/>
              <a:gd name="connsiteX315" fmla="*/ 5568539 w 10728325"/>
              <a:gd name="connsiteY315" fmla="*/ 5152060 h 6034088"/>
              <a:gd name="connsiteX316" fmla="*/ 5867738 w 10728325"/>
              <a:gd name="connsiteY316" fmla="*/ 5146523 h 6034088"/>
              <a:gd name="connsiteX317" fmla="*/ 5867738 w 10728325"/>
              <a:gd name="connsiteY317" fmla="*/ 5197573 h 6034088"/>
              <a:gd name="connsiteX318" fmla="*/ 5918807 w 10728325"/>
              <a:gd name="connsiteY318" fmla="*/ 5197573 h 6034088"/>
              <a:gd name="connsiteX319" fmla="*/ 5918807 w 10728325"/>
              <a:gd name="connsiteY319" fmla="*/ 5146523 h 6034088"/>
              <a:gd name="connsiteX320" fmla="*/ 6207005 w 10728325"/>
              <a:gd name="connsiteY320" fmla="*/ 5140814 h 6034088"/>
              <a:gd name="connsiteX321" fmla="*/ 6207005 w 10728325"/>
              <a:gd name="connsiteY321" fmla="*/ 5203099 h 6034088"/>
              <a:gd name="connsiteX322" fmla="*/ 6269304 w 10728325"/>
              <a:gd name="connsiteY322" fmla="*/ 5203099 h 6034088"/>
              <a:gd name="connsiteX323" fmla="*/ 6269304 w 10728325"/>
              <a:gd name="connsiteY323" fmla="*/ 5140814 h 6034088"/>
              <a:gd name="connsiteX324" fmla="*/ 6546216 w 10728325"/>
              <a:gd name="connsiteY324" fmla="*/ 5135299 h 6034088"/>
              <a:gd name="connsiteX325" fmla="*/ 6546216 w 10728325"/>
              <a:gd name="connsiteY325" fmla="*/ 5208624 h 6034088"/>
              <a:gd name="connsiteX326" fmla="*/ 6619523 w 10728325"/>
              <a:gd name="connsiteY326" fmla="*/ 5208624 h 6034088"/>
              <a:gd name="connsiteX327" fmla="*/ 6619523 w 10728325"/>
              <a:gd name="connsiteY327" fmla="*/ 5135299 h 6034088"/>
              <a:gd name="connsiteX328" fmla="*/ 6885650 w 10728325"/>
              <a:gd name="connsiteY328" fmla="*/ 5129980 h 6034088"/>
              <a:gd name="connsiteX329" fmla="*/ 6885650 w 10728325"/>
              <a:gd name="connsiteY329" fmla="*/ 5214340 h 6034088"/>
              <a:gd name="connsiteX330" fmla="*/ 6970020 w 10728325"/>
              <a:gd name="connsiteY330" fmla="*/ 5214340 h 6034088"/>
              <a:gd name="connsiteX331" fmla="*/ 6970020 w 10728325"/>
              <a:gd name="connsiteY331" fmla="*/ 5129980 h 6034088"/>
              <a:gd name="connsiteX332" fmla="*/ 7224861 w 10728325"/>
              <a:gd name="connsiteY332" fmla="*/ 5124443 h 6034088"/>
              <a:gd name="connsiteX333" fmla="*/ 7224861 w 10728325"/>
              <a:gd name="connsiteY333" fmla="*/ 5219843 h 6034088"/>
              <a:gd name="connsiteX334" fmla="*/ 7320294 w 10728325"/>
              <a:gd name="connsiteY334" fmla="*/ 5219843 h 6034088"/>
              <a:gd name="connsiteX335" fmla="*/ 7320294 w 10728325"/>
              <a:gd name="connsiteY335" fmla="*/ 5124443 h 6034088"/>
              <a:gd name="connsiteX336" fmla="*/ 7564295 w 10728325"/>
              <a:gd name="connsiteY336" fmla="*/ 5118934 h 6034088"/>
              <a:gd name="connsiteX337" fmla="*/ 7564295 w 10728325"/>
              <a:gd name="connsiteY337" fmla="*/ 5225369 h 6034088"/>
              <a:gd name="connsiteX338" fmla="*/ 7670735 w 10728325"/>
              <a:gd name="connsiteY338" fmla="*/ 5225369 h 6034088"/>
              <a:gd name="connsiteX339" fmla="*/ 7670735 w 10728325"/>
              <a:gd name="connsiteY339" fmla="*/ 5118934 h 6034088"/>
              <a:gd name="connsiteX340" fmla="*/ 7903338 w 10728325"/>
              <a:gd name="connsiteY340" fmla="*/ 5113219 h 6034088"/>
              <a:gd name="connsiteX341" fmla="*/ 7903338 w 10728325"/>
              <a:gd name="connsiteY341" fmla="*/ 5230890 h 6034088"/>
              <a:gd name="connsiteX342" fmla="*/ 8021008 w 10728325"/>
              <a:gd name="connsiteY342" fmla="*/ 5230890 h 6034088"/>
              <a:gd name="connsiteX343" fmla="*/ 8021008 w 10728325"/>
              <a:gd name="connsiteY343" fmla="*/ 5113219 h 6034088"/>
              <a:gd name="connsiteX344" fmla="*/ 8242772 w 10728325"/>
              <a:gd name="connsiteY344" fmla="*/ 5107710 h 6034088"/>
              <a:gd name="connsiteX345" fmla="*/ 8242772 w 10728325"/>
              <a:gd name="connsiteY345" fmla="*/ 5236415 h 6034088"/>
              <a:gd name="connsiteX346" fmla="*/ 8371450 w 10728325"/>
              <a:gd name="connsiteY346" fmla="*/ 5236415 h 6034088"/>
              <a:gd name="connsiteX347" fmla="*/ 8371450 w 10728325"/>
              <a:gd name="connsiteY347" fmla="*/ 5107710 h 6034088"/>
              <a:gd name="connsiteX348" fmla="*/ 8581983 w 10728325"/>
              <a:gd name="connsiteY348" fmla="*/ 5102178 h 6034088"/>
              <a:gd name="connsiteX349" fmla="*/ 8581983 w 10728325"/>
              <a:gd name="connsiteY349" fmla="*/ 5241923 h 6034088"/>
              <a:gd name="connsiteX350" fmla="*/ 8721724 w 10728325"/>
              <a:gd name="connsiteY350" fmla="*/ 5241923 h 6034088"/>
              <a:gd name="connsiteX351" fmla="*/ 8721724 w 10728325"/>
              <a:gd name="connsiteY351" fmla="*/ 5102178 h 6034088"/>
              <a:gd name="connsiteX352" fmla="*/ 10473651 w 10728325"/>
              <a:gd name="connsiteY352" fmla="*/ 5100022 h 6034088"/>
              <a:gd name="connsiteX353" fmla="*/ 10617583 w 10728325"/>
              <a:gd name="connsiteY353" fmla="*/ 5100022 h 6034088"/>
              <a:gd name="connsiteX354" fmla="*/ 10617583 w 10728325"/>
              <a:gd name="connsiteY354" fmla="*/ 5244091 h 6034088"/>
              <a:gd name="connsiteX355" fmla="*/ 10473651 w 10728325"/>
              <a:gd name="connsiteY355" fmla="*/ 5244091 h 6034088"/>
              <a:gd name="connsiteX356" fmla="*/ 8921417 w 10728325"/>
              <a:gd name="connsiteY356" fmla="*/ 5096658 h 6034088"/>
              <a:gd name="connsiteX357" fmla="*/ 8921417 w 10728325"/>
              <a:gd name="connsiteY357" fmla="*/ 5247443 h 6034088"/>
              <a:gd name="connsiteX358" fmla="*/ 9072221 w 10728325"/>
              <a:gd name="connsiteY358" fmla="*/ 5247443 h 6034088"/>
              <a:gd name="connsiteX359" fmla="*/ 9072221 w 10728325"/>
              <a:gd name="connsiteY359" fmla="*/ 5096658 h 6034088"/>
              <a:gd name="connsiteX360" fmla="*/ 10123209 w 10728325"/>
              <a:gd name="connsiteY360" fmla="*/ 5094496 h 6034088"/>
              <a:gd name="connsiteX361" fmla="*/ 10278539 w 10728325"/>
              <a:gd name="connsiteY361" fmla="*/ 5094496 h 6034088"/>
              <a:gd name="connsiteX362" fmla="*/ 10278539 w 10728325"/>
              <a:gd name="connsiteY362" fmla="*/ 5249623 h 6034088"/>
              <a:gd name="connsiteX363" fmla="*/ 10123209 w 10728325"/>
              <a:gd name="connsiteY363" fmla="*/ 5249623 h 6034088"/>
              <a:gd name="connsiteX364" fmla="*/ 9260460 w 10728325"/>
              <a:gd name="connsiteY364" fmla="*/ 5090954 h 6034088"/>
              <a:gd name="connsiteX365" fmla="*/ 9260460 w 10728325"/>
              <a:gd name="connsiteY365" fmla="*/ 5252969 h 6034088"/>
              <a:gd name="connsiteX366" fmla="*/ 9422494 w 10728325"/>
              <a:gd name="connsiteY366" fmla="*/ 5252969 h 6034088"/>
              <a:gd name="connsiteX367" fmla="*/ 9422494 w 10728325"/>
              <a:gd name="connsiteY367" fmla="*/ 5090954 h 6034088"/>
              <a:gd name="connsiteX368" fmla="*/ 9772936 w 10728325"/>
              <a:gd name="connsiteY368" fmla="*/ 5088976 h 6034088"/>
              <a:gd name="connsiteX369" fmla="*/ 9939105 w 10728325"/>
              <a:gd name="connsiteY369" fmla="*/ 5088976 h 6034088"/>
              <a:gd name="connsiteX370" fmla="*/ 9939105 w 10728325"/>
              <a:gd name="connsiteY370" fmla="*/ 5255137 h 6034088"/>
              <a:gd name="connsiteX371" fmla="*/ 9772936 w 10728325"/>
              <a:gd name="connsiteY371" fmla="*/ 5255137 h 6034088"/>
              <a:gd name="connsiteX372" fmla="*/ 4680356 w 10728325"/>
              <a:gd name="connsiteY372" fmla="*/ 4993582 h 6034088"/>
              <a:gd name="connsiteX373" fmla="*/ 4680356 w 10728325"/>
              <a:gd name="connsiteY373" fmla="*/ 5005801 h 6034088"/>
              <a:gd name="connsiteX374" fmla="*/ 4692576 w 10728325"/>
              <a:gd name="connsiteY374" fmla="*/ 5005801 h 6034088"/>
              <a:gd name="connsiteX375" fmla="*/ 4692576 w 10728325"/>
              <a:gd name="connsiteY375" fmla="*/ 4993582 h 6034088"/>
              <a:gd name="connsiteX376" fmla="*/ 5019589 w 10728325"/>
              <a:gd name="connsiteY376" fmla="*/ 4987872 h 6034088"/>
              <a:gd name="connsiteX377" fmla="*/ 5019589 w 10728325"/>
              <a:gd name="connsiteY377" fmla="*/ 5011327 h 6034088"/>
              <a:gd name="connsiteX378" fmla="*/ 5043045 w 10728325"/>
              <a:gd name="connsiteY378" fmla="*/ 5011327 h 6034088"/>
              <a:gd name="connsiteX379" fmla="*/ 5043045 w 10728325"/>
              <a:gd name="connsiteY379" fmla="*/ 4987872 h 6034088"/>
              <a:gd name="connsiteX380" fmla="*/ 5358822 w 10728325"/>
              <a:gd name="connsiteY380" fmla="*/ 4982340 h 6034088"/>
              <a:gd name="connsiteX381" fmla="*/ 5358822 w 10728325"/>
              <a:gd name="connsiteY381" fmla="*/ 5016835 h 6034088"/>
              <a:gd name="connsiteX382" fmla="*/ 5393313 w 10728325"/>
              <a:gd name="connsiteY382" fmla="*/ 5016835 h 6034088"/>
              <a:gd name="connsiteX383" fmla="*/ 5393313 w 10728325"/>
              <a:gd name="connsiteY383" fmla="*/ 4982340 h 6034088"/>
              <a:gd name="connsiteX384" fmla="*/ 5698217 w 10728325"/>
              <a:gd name="connsiteY384" fmla="*/ 4976826 h 6034088"/>
              <a:gd name="connsiteX385" fmla="*/ 5698217 w 10728325"/>
              <a:gd name="connsiteY385" fmla="*/ 5022355 h 6034088"/>
              <a:gd name="connsiteX386" fmla="*/ 5743754 w 10728325"/>
              <a:gd name="connsiteY386" fmla="*/ 5022355 h 6034088"/>
              <a:gd name="connsiteX387" fmla="*/ 5743754 w 10728325"/>
              <a:gd name="connsiteY387" fmla="*/ 4976826 h 6034088"/>
              <a:gd name="connsiteX388" fmla="*/ 6037483 w 10728325"/>
              <a:gd name="connsiteY388" fmla="*/ 4971507 h 6034088"/>
              <a:gd name="connsiteX389" fmla="*/ 6037483 w 10728325"/>
              <a:gd name="connsiteY389" fmla="*/ 5028071 h 6034088"/>
              <a:gd name="connsiteX390" fmla="*/ 6094027 w 10728325"/>
              <a:gd name="connsiteY390" fmla="*/ 5028071 h 6034088"/>
              <a:gd name="connsiteX391" fmla="*/ 6094027 w 10728325"/>
              <a:gd name="connsiteY391" fmla="*/ 4971507 h 6034088"/>
              <a:gd name="connsiteX392" fmla="*/ 6376694 w 10728325"/>
              <a:gd name="connsiteY392" fmla="*/ 4965797 h 6034088"/>
              <a:gd name="connsiteX393" fmla="*/ 6376694 w 10728325"/>
              <a:gd name="connsiteY393" fmla="*/ 5033602 h 6034088"/>
              <a:gd name="connsiteX394" fmla="*/ 6444525 w 10728325"/>
              <a:gd name="connsiteY394" fmla="*/ 5033602 h 6034088"/>
              <a:gd name="connsiteX395" fmla="*/ 6444525 w 10728325"/>
              <a:gd name="connsiteY395" fmla="*/ 4965797 h 6034088"/>
              <a:gd name="connsiteX396" fmla="*/ 6715905 w 10728325"/>
              <a:gd name="connsiteY396" fmla="*/ 4960260 h 6034088"/>
              <a:gd name="connsiteX397" fmla="*/ 6715905 w 10728325"/>
              <a:gd name="connsiteY397" fmla="*/ 5039100 h 6034088"/>
              <a:gd name="connsiteX398" fmla="*/ 6794743 w 10728325"/>
              <a:gd name="connsiteY398" fmla="*/ 5039100 h 6034088"/>
              <a:gd name="connsiteX399" fmla="*/ 6794743 w 10728325"/>
              <a:gd name="connsiteY399" fmla="*/ 4960260 h 6034088"/>
              <a:gd name="connsiteX400" fmla="*/ 7055339 w 10728325"/>
              <a:gd name="connsiteY400" fmla="*/ 4954751 h 6034088"/>
              <a:gd name="connsiteX401" fmla="*/ 7055339 w 10728325"/>
              <a:gd name="connsiteY401" fmla="*/ 5044625 h 6034088"/>
              <a:gd name="connsiteX402" fmla="*/ 7145240 w 10728325"/>
              <a:gd name="connsiteY402" fmla="*/ 5044625 h 6034088"/>
              <a:gd name="connsiteX403" fmla="*/ 7145240 w 10728325"/>
              <a:gd name="connsiteY403" fmla="*/ 4954751 h 6034088"/>
              <a:gd name="connsiteX404" fmla="*/ 7394606 w 10728325"/>
              <a:gd name="connsiteY404" fmla="*/ 4949231 h 6034088"/>
              <a:gd name="connsiteX405" fmla="*/ 7394606 w 10728325"/>
              <a:gd name="connsiteY405" fmla="*/ 5050151 h 6034088"/>
              <a:gd name="connsiteX406" fmla="*/ 7495515 w 10728325"/>
              <a:gd name="connsiteY406" fmla="*/ 5050151 h 6034088"/>
              <a:gd name="connsiteX407" fmla="*/ 7495515 w 10728325"/>
              <a:gd name="connsiteY407" fmla="*/ 4949231 h 6034088"/>
              <a:gd name="connsiteX408" fmla="*/ 7733817 w 10728325"/>
              <a:gd name="connsiteY408" fmla="*/ 4943527 h 6034088"/>
              <a:gd name="connsiteX409" fmla="*/ 7733817 w 10728325"/>
              <a:gd name="connsiteY409" fmla="*/ 5055677 h 6034088"/>
              <a:gd name="connsiteX410" fmla="*/ 7845956 w 10728325"/>
              <a:gd name="connsiteY410" fmla="*/ 5055677 h 6034088"/>
              <a:gd name="connsiteX411" fmla="*/ 7845956 w 10728325"/>
              <a:gd name="connsiteY411" fmla="*/ 4943527 h 6034088"/>
              <a:gd name="connsiteX412" fmla="*/ 8073027 w 10728325"/>
              <a:gd name="connsiteY412" fmla="*/ 4937995 h 6034088"/>
              <a:gd name="connsiteX413" fmla="*/ 8073027 w 10728325"/>
              <a:gd name="connsiteY413" fmla="*/ 5061180 h 6034088"/>
              <a:gd name="connsiteX414" fmla="*/ 8196229 w 10728325"/>
              <a:gd name="connsiteY414" fmla="*/ 5061180 h 6034088"/>
              <a:gd name="connsiteX415" fmla="*/ 8196229 w 10728325"/>
              <a:gd name="connsiteY415" fmla="*/ 4937995 h 6034088"/>
              <a:gd name="connsiteX416" fmla="*/ 8412461 w 10728325"/>
              <a:gd name="connsiteY416" fmla="*/ 4932475 h 6034088"/>
              <a:gd name="connsiteX417" fmla="*/ 8412461 w 10728325"/>
              <a:gd name="connsiteY417" fmla="*/ 5066700 h 6034088"/>
              <a:gd name="connsiteX418" fmla="*/ 8546726 w 10728325"/>
              <a:gd name="connsiteY418" fmla="*/ 5066700 h 6034088"/>
              <a:gd name="connsiteX419" fmla="*/ 8546726 w 10728325"/>
              <a:gd name="connsiteY419" fmla="*/ 4932475 h 6034088"/>
              <a:gd name="connsiteX420" fmla="*/ 10648927 w 10728325"/>
              <a:gd name="connsiteY420" fmla="*/ 4930308 h 6034088"/>
              <a:gd name="connsiteX421" fmla="*/ 10728325 w 10728325"/>
              <a:gd name="connsiteY421" fmla="*/ 4930308 h 6034088"/>
              <a:gd name="connsiteX422" fmla="*/ 10728325 w 10728325"/>
              <a:gd name="connsiteY422" fmla="*/ 5068874 h 6034088"/>
              <a:gd name="connsiteX423" fmla="*/ 10648927 w 10728325"/>
              <a:gd name="connsiteY423" fmla="*/ 5068874 h 6034088"/>
              <a:gd name="connsiteX424" fmla="*/ 8751728 w 10728325"/>
              <a:gd name="connsiteY424" fmla="*/ 4926966 h 6034088"/>
              <a:gd name="connsiteX425" fmla="*/ 8751728 w 10728325"/>
              <a:gd name="connsiteY425" fmla="*/ 5072231 h 6034088"/>
              <a:gd name="connsiteX426" fmla="*/ 8897000 w 10728325"/>
              <a:gd name="connsiteY426" fmla="*/ 5072231 h 6034088"/>
              <a:gd name="connsiteX427" fmla="*/ 8897000 w 10728325"/>
              <a:gd name="connsiteY427" fmla="*/ 4926966 h 6034088"/>
              <a:gd name="connsiteX428" fmla="*/ 10298431 w 10728325"/>
              <a:gd name="connsiteY428" fmla="*/ 4924787 h 6034088"/>
              <a:gd name="connsiteX429" fmla="*/ 10448228 w 10728325"/>
              <a:gd name="connsiteY429" fmla="*/ 4924787 h 6034088"/>
              <a:gd name="connsiteX430" fmla="*/ 10448228 w 10728325"/>
              <a:gd name="connsiteY430" fmla="*/ 5074584 h 6034088"/>
              <a:gd name="connsiteX431" fmla="*/ 10298431 w 10728325"/>
              <a:gd name="connsiteY431" fmla="*/ 5074584 h 6034088"/>
              <a:gd name="connsiteX432" fmla="*/ 9091106 w 10728325"/>
              <a:gd name="connsiteY432" fmla="*/ 4921648 h 6034088"/>
              <a:gd name="connsiteX433" fmla="*/ 9091106 w 10728325"/>
              <a:gd name="connsiteY433" fmla="*/ 5077948 h 6034088"/>
              <a:gd name="connsiteX434" fmla="*/ 9247441 w 10728325"/>
              <a:gd name="connsiteY434" fmla="*/ 5077948 h 6034088"/>
              <a:gd name="connsiteX435" fmla="*/ 9247441 w 10728325"/>
              <a:gd name="connsiteY435" fmla="*/ 4921648 h 6034088"/>
              <a:gd name="connsiteX436" fmla="*/ 9948157 w 10728325"/>
              <a:gd name="connsiteY436" fmla="*/ 4919262 h 6034088"/>
              <a:gd name="connsiteX437" fmla="*/ 10108794 w 10728325"/>
              <a:gd name="connsiteY437" fmla="*/ 4919262 h 6034088"/>
              <a:gd name="connsiteX438" fmla="*/ 10108794 w 10728325"/>
              <a:gd name="connsiteY438" fmla="*/ 5080104 h 6034088"/>
              <a:gd name="connsiteX439" fmla="*/ 9948157 w 10728325"/>
              <a:gd name="connsiteY439" fmla="*/ 5080104 h 6034088"/>
              <a:gd name="connsiteX440" fmla="*/ 9430150 w 10728325"/>
              <a:gd name="connsiteY440" fmla="*/ 4915915 h 6034088"/>
              <a:gd name="connsiteX441" fmla="*/ 9430150 w 10728325"/>
              <a:gd name="connsiteY441" fmla="*/ 5083456 h 6034088"/>
              <a:gd name="connsiteX442" fmla="*/ 9597716 w 10728325"/>
              <a:gd name="connsiteY442" fmla="*/ 5083456 h 6034088"/>
              <a:gd name="connsiteX443" fmla="*/ 9597716 w 10728325"/>
              <a:gd name="connsiteY443" fmla="*/ 4915915 h 6034088"/>
              <a:gd name="connsiteX444" fmla="*/ 4510650 w 10728325"/>
              <a:gd name="connsiteY444" fmla="*/ 4823862 h 6034088"/>
              <a:gd name="connsiteX445" fmla="*/ 4510650 w 10728325"/>
              <a:gd name="connsiteY445" fmla="*/ 4830567 h 6034088"/>
              <a:gd name="connsiteX446" fmla="*/ 4517355 w 10728325"/>
              <a:gd name="connsiteY446" fmla="*/ 4830567 h 6034088"/>
              <a:gd name="connsiteX447" fmla="*/ 4517355 w 10728325"/>
              <a:gd name="connsiteY447" fmla="*/ 4823862 h 6034088"/>
              <a:gd name="connsiteX448" fmla="*/ 4849872 w 10728325"/>
              <a:gd name="connsiteY448" fmla="*/ 4818157 h 6034088"/>
              <a:gd name="connsiteX449" fmla="*/ 4849872 w 10728325"/>
              <a:gd name="connsiteY449" fmla="*/ 4836091 h 6034088"/>
              <a:gd name="connsiteX450" fmla="*/ 4867813 w 10728325"/>
              <a:gd name="connsiteY450" fmla="*/ 4836091 h 6034088"/>
              <a:gd name="connsiteX451" fmla="*/ 4867813 w 10728325"/>
              <a:gd name="connsiteY451" fmla="*/ 4818157 h 6034088"/>
              <a:gd name="connsiteX452" fmla="*/ 5189105 w 10728325"/>
              <a:gd name="connsiteY452" fmla="*/ 4812838 h 6034088"/>
              <a:gd name="connsiteX453" fmla="*/ 5189105 w 10728325"/>
              <a:gd name="connsiteY453" fmla="*/ 4841813 h 6034088"/>
              <a:gd name="connsiteX454" fmla="*/ 5218081 w 10728325"/>
              <a:gd name="connsiteY454" fmla="*/ 4841813 h 6034088"/>
              <a:gd name="connsiteX455" fmla="*/ 5218081 w 10728325"/>
              <a:gd name="connsiteY455" fmla="*/ 4812838 h 6034088"/>
              <a:gd name="connsiteX456" fmla="*/ 5528528 w 10728325"/>
              <a:gd name="connsiteY456" fmla="*/ 4807318 h 6034088"/>
              <a:gd name="connsiteX457" fmla="*/ 5528528 w 10728325"/>
              <a:gd name="connsiteY457" fmla="*/ 4847333 h 6034088"/>
              <a:gd name="connsiteX458" fmla="*/ 5568539 w 10728325"/>
              <a:gd name="connsiteY458" fmla="*/ 4847333 h 6034088"/>
              <a:gd name="connsiteX459" fmla="*/ 5568539 w 10728325"/>
              <a:gd name="connsiteY459" fmla="*/ 4807318 h 6034088"/>
              <a:gd name="connsiteX460" fmla="*/ 5867738 w 10728325"/>
              <a:gd name="connsiteY460" fmla="*/ 4801809 h 6034088"/>
              <a:gd name="connsiteX461" fmla="*/ 5867738 w 10728325"/>
              <a:gd name="connsiteY461" fmla="*/ 4852859 h 6034088"/>
              <a:gd name="connsiteX462" fmla="*/ 5918807 w 10728325"/>
              <a:gd name="connsiteY462" fmla="*/ 4852859 h 6034088"/>
              <a:gd name="connsiteX463" fmla="*/ 5918807 w 10728325"/>
              <a:gd name="connsiteY463" fmla="*/ 4801809 h 6034088"/>
              <a:gd name="connsiteX464" fmla="*/ 6207005 w 10728325"/>
              <a:gd name="connsiteY464" fmla="*/ 4796083 h 6034088"/>
              <a:gd name="connsiteX465" fmla="*/ 6207005 w 10728325"/>
              <a:gd name="connsiteY465" fmla="*/ 4858362 h 6034088"/>
              <a:gd name="connsiteX466" fmla="*/ 6269304 w 10728325"/>
              <a:gd name="connsiteY466" fmla="*/ 4858362 h 6034088"/>
              <a:gd name="connsiteX467" fmla="*/ 6269304 w 10728325"/>
              <a:gd name="connsiteY467" fmla="*/ 4796083 h 6034088"/>
              <a:gd name="connsiteX468" fmla="*/ 6546216 w 10728325"/>
              <a:gd name="connsiteY468" fmla="*/ 4790562 h 6034088"/>
              <a:gd name="connsiteX469" fmla="*/ 6546216 w 10728325"/>
              <a:gd name="connsiteY469" fmla="*/ 4863887 h 6034088"/>
              <a:gd name="connsiteX470" fmla="*/ 6619523 w 10728325"/>
              <a:gd name="connsiteY470" fmla="*/ 4863887 h 6034088"/>
              <a:gd name="connsiteX471" fmla="*/ 6619523 w 10728325"/>
              <a:gd name="connsiteY471" fmla="*/ 4790562 h 6034088"/>
              <a:gd name="connsiteX472" fmla="*/ 6885650 w 10728325"/>
              <a:gd name="connsiteY472" fmla="*/ 4785053 h 6034088"/>
              <a:gd name="connsiteX473" fmla="*/ 6885650 w 10728325"/>
              <a:gd name="connsiteY473" fmla="*/ 4869413 h 6034088"/>
              <a:gd name="connsiteX474" fmla="*/ 6970020 w 10728325"/>
              <a:gd name="connsiteY474" fmla="*/ 4869413 h 6034088"/>
              <a:gd name="connsiteX475" fmla="*/ 6970020 w 10728325"/>
              <a:gd name="connsiteY475" fmla="*/ 4785053 h 6034088"/>
              <a:gd name="connsiteX476" fmla="*/ 7224861 w 10728325"/>
              <a:gd name="connsiteY476" fmla="*/ 4779517 h 6034088"/>
              <a:gd name="connsiteX477" fmla="*/ 7224861 w 10728325"/>
              <a:gd name="connsiteY477" fmla="*/ 4874911 h 6034088"/>
              <a:gd name="connsiteX478" fmla="*/ 7320294 w 10728325"/>
              <a:gd name="connsiteY478" fmla="*/ 4874911 h 6034088"/>
              <a:gd name="connsiteX479" fmla="*/ 7320294 w 10728325"/>
              <a:gd name="connsiteY479" fmla="*/ 4779517 h 6034088"/>
              <a:gd name="connsiteX480" fmla="*/ 7564295 w 10728325"/>
              <a:gd name="connsiteY480" fmla="*/ 4774008 h 6034088"/>
              <a:gd name="connsiteX481" fmla="*/ 7564295 w 10728325"/>
              <a:gd name="connsiteY481" fmla="*/ 4880443 h 6034088"/>
              <a:gd name="connsiteX482" fmla="*/ 7670735 w 10728325"/>
              <a:gd name="connsiteY482" fmla="*/ 4880443 h 6034088"/>
              <a:gd name="connsiteX483" fmla="*/ 7670735 w 10728325"/>
              <a:gd name="connsiteY483" fmla="*/ 4774008 h 6034088"/>
              <a:gd name="connsiteX484" fmla="*/ 7903338 w 10728325"/>
              <a:gd name="connsiteY484" fmla="*/ 4768292 h 6034088"/>
              <a:gd name="connsiteX485" fmla="*/ 7903338 w 10728325"/>
              <a:gd name="connsiteY485" fmla="*/ 4885963 h 6034088"/>
              <a:gd name="connsiteX486" fmla="*/ 8021008 w 10728325"/>
              <a:gd name="connsiteY486" fmla="*/ 4885963 h 6034088"/>
              <a:gd name="connsiteX487" fmla="*/ 8021008 w 10728325"/>
              <a:gd name="connsiteY487" fmla="*/ 4768292 h 6034088"/>
              <a:gd name="connsiteX488" fmla="*/ 8242772 w 10728325"/>
              <a:gd name="connsiteY488" fmla="*/ 4762973 h 6034088"/>
              <a:gd name="connsiteX489" fmla="*/ 8242772 w 10728325"/>
              <a:gd name="connsiteY489" fmla="*/ 4891678 h 6034088"/>
              <a:gd name="connsiteX490" fmla="*/ 8371450 w 10728325"/>
              <a:gd name="connsiteY490" fmla="*/ 4891678 h 6034088"/>
              <a:gd name="connsiteX491" fmla="*/ 8371450 w 10728325"/>
              <a:gd name="connsiteY491" fmla="*/ 4762973 h 6034088"/>
              <a:gd name="connsiteX492" fmla="*/ 8581983 w 10728325"/>
              <a:gd name="connsiteY492" fmla="*/ 4757464 h 6034088"/>
              <a:gd name="connsiteX493" fmla="*/ 8581983 w 10728325"/>
              <a:gd name="connsiteY493" fmla="*/ 4897209 h 6034088"/>
              <a:gd name="connsiteX494" fmla="*/ 8721724 w 10728325"/>
              <a:gd name="connsiteY494" fmla="*/ 4897209 h 6034088"/>
              <a:gd name="connsiteX495" fmla="*/ 8721724 w 10728325"/>
              <a:gd name="connsiteY495" fmla="*/ 4757464 h 6034088"/>
              <a:gd name="connsiteX496" fmla="*/ 10473651 w 10728325"/>
              <a:gd name="connsiteY496" fmla="*/ 4755285 h 6034088"/>
              <a:gd name="connsiteX497" fmla="*/ 10617583 w 10728325"/>
              <a:gd name="connsiteY497" fmla="*/ 4755285 h 6034088"/>
              <a:gd name="connsiteX498" fmla="*/ 10617583 w 10728325"/>
              <a:gd name="connsiteY498" fmla="*/ 4899372 h 6034088"/>
              <a:gd name="connsiteX499" fmla="*/ 10473651 w 10728325"/>
              <a:gd name="connsiteY499" fmla="*/ 4899372 h 6034088"/>
              <a:gd name="connsiteX500" fmla="*/ 8921417 w 10728325"/>
              <a:gd name="connsiteY500" fmla="*/ 4751928 h 6034088"/>
              <a:gd name="connsiteX501" fmla="*/ 8921417 w 10728325"/>
              <a:gd name="connsiteY501" fmla="*/ 4902713 h 6034088"/>
              <a:gd name="connsiteX502" fmla="*/ 9072221 w 10728325"/>
              <a:gd name="connsiteY502" fmla="*/ 4902713 h 6034088"/>
              <a:gd name="connsiteX503" fmla="*/ 9072221 w 10728325"/>
              <a:gd name="connsiteY503" fmla="*/ 4751928 h 6034088"/>
              <a:gd name="connsiteX504" fmla="*/ 10123209 w 10728325"/>
              <a:gd name="connsiteY504" fmla="*/ 4749765 h 6034088"/>
              <a:gd name="connsiteX505" fmla="*/ 10278539 w 10728325"/>
              <a:gd name="connsiteY505" fmla="*/ 4749765 h 6034088"/>
              <a:gd name="connsiteX506" fmla="*/ 10278539 w 10728325"/>
              <a:gd name="connsiteY506" fmla="*/ 4904886 h 6034088"/>
              <a:gd name="connsiteX507" fmla="*/ 10123209 w 10728325"/>
              <a:gd name="connsiteY507" fmla="*/ 4904886 h 6034088"/>
              <a:gd name="connsiteX508" fmla="*/ 9260460 w 10728325"/>
              <a:gd name="connsiteY508" fmla="*/ 4746217 h 6034088"/>
              <a:gd name="connsiteX509" fmla="*/ 9260460 w 10728325"/>
              <a:gd name="connsiteY509" fmla="*/ 4908233 h 6034088"/>
              <a:gd name="connsiteX510" fmla="*/ 9422494 w 10728325"/>
              <a:gd name="connsiteY510" fmla="*/ 4908233 h 6034088"/>
              <a:gd name="connsiteX511" fmla="*/ 9422494 w 10728325"/>
              <a:gd name="connsiteY511" fmla="*/ 4746217 h 6034088"/>
              <a:gd name="connsiteX512" fmla="*/ 9772936 w 10728325"/>
              <a:gd name="connsiteY512" fmla="*/ 4744044 h 6034088"/>
              <a:gd name="connsiteX513" fmla="*/ 9939105 w 10728325"/>
              <a:gd name="connsiteY513" fmla="*/ 4744044 h 6034088"/>
              <a:gd name="connsiteX514" fmla="*/ 9939105 w 10728325"/>
              <a:gd name="connsiteY514" fmla="*/ 4910401 h 6034088"/>
              <a:gd name="connsiteX515" fmla="*/ 9772936 w 10728325"/>
              <a:gd name="connsiteY515" fmla="*/ 4910401 h 6034088"/>
              <a:gd name="connsiteX516" fmla="*/ 4680356 w 10728325"/>
              <a:gd name="connsiteY516" fmla="*/ 4648851 h 6034088"/>
              <a:gd name="connsiteX517" fmla="*/ 4680356 w 10728325"/>
              <a:gd name="connsiteY517" fmla="*/ 4661070 h 6034088"/>
              <a:gd name="connsiteX518" fmla="*/ 4692576 w 10728325"/>
              <a:gd name="connsiteY518" fmla="*/ 4661070 h 6034088"/>
              <a:gd name="connsiteX519" fmla="*/ 4692576 w 10728325"/>
              <a:gd name="connsiteY519" fmla="*/ 4648851 h 6034088"/>
              <a:gd name="connsiteX520" fmla="*/ 5019589 w 10728325"/>
              <a:gd name="connsiteY520" fmla="*/ 4643135 h 6034088"/>
              <a:gd name="connsiteX521" fmla="*/ 5019589 w 10728325"/>
              <a:gd name="connsiteY521" fmla="*/ 4666590 h 6034088"/>
              <a:gd name="connsiteX522" fmla="*/ 5043045 w 10728325"/>
              <a:gd name="connsiteY522" fmla="*/ 4666590 h 6034088"/>
              <a:gd name="connsiteX523" fmla="*/ 5043045 w 10728325"/>
              <a:gd name="connsiteY523" fmla="*/ 4643135 h 6034088"/>
              <a:gd name="connsiteX524" fmla="*/ 5358822 w 10728325"/>
              <a:gd name="connsiteY524" fmla="*/ 4637626 h 6034088"/>
              <a:gd name="connsiteX525" fmla="*/ 5358822 w 10728325"/>
              <a:gd name="connsiteY525" fmla="*/ 4672115 h 6034088"/>
              <a:gd name="connsiteX526" fmla="*/ 5393313 w 10728325"/>
              <a:gd name="connsiteY526" fmla="*/ 4672115 h 6034088"/>
              <a:gd name="connsiteX527" fmla="*/ 5393313 w 10728325"/>
              <a:gd name="connsiteY527" fmla="*/ 4637626 h 6034088"/>
              <a:gd name="connsiteX528" fmla="*/ 5698217 w 10728325"/>
              <a:gd name="connsiteY528" fmla="*/ 4632095 h 6034088"/>
              <a:gd name="connsiteX529" fmla="*/ 5698217 w 10728325"/>
              <a:gd name="connsiteY529" fmla="*/ 4677624 h 6034088"/>
              <a:gd name="connsiteX530" fmla="*/ 5743754 w 10728325"/>
              <a:gd name="connsiteY530" fmla="*/ 4677624 h 6034088"/>
              <a:gd name="connsiteX531" fmla="*/ 5743754 w 10728325"/>
              <a:gd name="connsiteY531" fmla="*/ 4632095 h 6034088"/>
              <a:gd name="connsiteX532" fmla="*/ 6037483 w 10728325"/>
              <a:gd name="connsiteY532" fmla="*/ 4626575 h 6034088"/>
              <a:gd name="connsiteX533" fmla="*/ 6037483 w 10728325"/>
              <a:gd name="connsiteY533" fmla="*/ 4683145 h 6034088"/>
              <a:gd name="connsiteX534" fmla="*/ 6094027 w 10728325"/>
              <a:gd name="connsiteY534" fmla="*/ 4683145 h 6034088"/>
              <a:gd name="connsiteX535" fmla="*/ 6094027 w 10728325"/>
              <a:gd name="connsiteY535" fmla="*/ 4626575 h 6034088"/>
              <a:gd name="connsiteX536" fmla="*/ 6376694 w 10728325"/>
              <a:gd name="connsiteY536" fmla="*/ 4620870 h 6034088"/>
              <a:gd name="connsiteX537" fmla="*/ 6376694 w 10728325"/>
              <a:gd name="connsiteY537" fmla="*/ 4688670 h 6034088"/>
              <a:gd name="connsiteX538" fmla="*/ 6444525 w 10728325"/>
              <a:gd name="connsiteY538" fmla="*/ 4688670 h 6034088"/>
              <a:gd name="connsiteX539" fmla="*/ 6444525 w 10728325"/>
              <a:gd name="connsiteY539" fmla="*/ 4620870 h 6034088"/>
              <a:gd name="connsiteX540" fmla="*/ 6715905 w 10728325"/>
              <a:gd name="connsiteY540" fmla="*/ 4615334 h 6034088"/>
              <a:gd name="connsiteX541" fmla="*/ 6715905 w 10728325"/>
              <a:gd name="connsiteY541" fmla="*/ 4694174 h 6034088"/>
              <a:gd name="connsiteX542" fmla="*/ 6794743 w 10728325"/>
              <a:gd name="connsiteY542" fmla="*/ 4694174 h 6034088"/>
              <a:gd name="connsiteX543" fmla="*/ 6794743 w 10728325"/>
              <a:gd name="connsiteY543" fmla="*/ 4615334 h 6034088"/>
              <a:gd name="connsiteX544" fmla="*/ 7055339 w 10728325"/>
              <a:gd name="connsiteY544" fmla="*/ 4610009 h 6034088"/>
              <a:gd name="connsiteX545" fmla="*/ 7055339 w 10728325"/>
              <a:gd name="connsiteY545" fmla="*/ 4699889 h 6034088"/>
              <a:gd name="connsiteX546" fmla="*/ 7145240 w 10728325"/>
              <a:gd name="connsiteY546" fmla="*/ 4699889 h 6034088"/>
              <a:gd name="connsiteX547" fmla="*/ 7145240 w 10728325"/>
              <a:gd name="connsiteY547" fmla="*/ 4610009 h 6034088"/>
              <a:gd name="connsiteX548" fmla="*/ 7394606 w 10728325"/>
              <a:gd name="connsiteY548" fmla="*/ 4604500 h 6034088"/>
              <a:gd name="connsiteX549" fmla="*/ 7394606 w 10728325"/>
              <a:gd name="connsiteY549" fmla="*/ 4705415 h 6034088"/>
              <a:gd name="connsiteX550" fmla="*/ 7495515 w 10728325"/>
              <a:gd name="connsiteY550" fmla="*/ 4705415 h 6034088"/>
              <a:gd name="connsiteX551" fmla="*/ 7495515 w 10728325"/>
              <a:gd name="connsiteY551" fmla="*/ 4604500 h 6034088"/>
              <a:gd name="connsiteX552" fmla="*/ 7733817 w 10728325"/>
              <a:gd name="connsiteY552" fmla="*/ 4598790 h 6034088"/>
              <a:gd name="connsiteX553" fmla="*/ 7733817 w 10728325"/>
              <a:gd name="connsiteY553" fmla="*/ 4710940 h 6034088"/>
              <a:gd name="connsiteX554" fmla="*/ 7845956 w 10728325"/>
              <a:gd name="connsiteY554" fmla="*/ 4710940 h 6034088"/>
              <a:gd name="connsiteX555" fmla="*/ 7845956 w 10728325"/>
              <a:gd name="connsiteY555" fmla="*/ 4598790 h 6034088"/>
              <a:gd name="connsiteX556" fmla="*/ 8073027 w 10728325"/>
              <a:gd name="connsiteY556" fmla="*/ 4593276 h 6034088"/>
              <a:gd name="connsiteX557" fmla="*/ 8073027 w 10728325"/>
              <a:gd name="connsiteY557" fmla="*/ 4716466 h 6034088"/>
              <a:gd name="connsiteX558" fmla="*/ 8196229 w 10728325"/>
              <a:gd name="connsiteY558" fmla="*/ 4716466 h 6034088"/>
              <a:gd name="connsiteX559" fmla="*/ 8196229 w 10728325"/>
              <a:gd name="connsiteY559" fmla="*/ 4593276 h 6034088"/>
              <a:gd name="connsiteX560" fmla="*/ 8412461 w 10728325"/>
              <a:gd name="connsiteY560" fmla="*/ 4587745 h 6034088"/>
              <a:gd name="connsiteX561" fmla="*/ 8412461 w 10728325"/>
              <a:gd name="connsiteY561" fmla="*/ 4721970 h 6034088"/>
              <a:gd name="connsiteX562" fmla="*/ 8546726 w 10728325"/>
              <a:gd name="connsiteY562" fmla="*/ 4721970 h 6034088"/>
              <a:gd name="connsiteX563" fmla="*/ 8546726 w 10728325"/>
              <a:gd name="connsiteY563" fmla="*/ 4587745 h 6034088"/>
              <a:gd name="connsiteX564" fmla="*/ 10648927 w 10728325"/>
              <a:gd name="connsiteY564" fmla="*/ 4585577 h 6034088"/>
              <a:gd name="connsiteX565" fmla="*/ 10728325 w 10728325"/>
              <a:gd name="connsiteY565" fmla="*/ 4585577 h 6034088"/>
              <a:gd name="connsiteX566" fmla="*/ 10728325 w 10728325"/>
              <a:gd name="connsiteY566" fmla="*/ 4723942 h 6034088"/>
              <a:gd name="connsiteX567" fmla="*/ 10648927 w 10728325"/>
              <a:gd name="connsiteY567" fmla="*/ 4723942 h 6034088"/>
              <a:gd name="connsiteX568" fmla="*/ 8751728 w 10728325"/>
              <a:gd name="connsiteY568" fmla="*/ 4582230 h 6034088"/>
              <a:gd name="connsiteX569" fmla="*/ 8751728 w 10728325"/>
              <a:gd name="connsiteY569" fmla="*/ 4727495 h 6034088"/>
              <a:gd name="connsiteX570" fmla="*/ 8897000 w 10728325"/>
              <a:gd name="connsiteY570" fmla="*/ 4727495 h 6034088"/>
              <a:gd name="connsiteX571" fmla="*/ 8897000 w 10728325"/>
              <a:gd name="connsiteY571" fmla="*/ 4582230 h 6034088"/>
              <a:gd name="connsiteX572" fmla="*/ 10298431 w 10728325"/>
              <a:gd name="connsiteY572" fmla="*/ 4580051 h 6034088"/>
              <a:gd name="connsiteX573" fmla="*/ 10448228 w 10728325"/>
              <a:gd name="connsiteY573" fmla="*/ 4580051 h 6034088"/>
              <a:gd name="connsiteX574" fmla="*/ 10448228 w 10728325"/>
              <a:gd name="connsiteY574" fmla="*/ 4729657 h 6034088"/>
              <a:gd name="connsiteX575" fmla="*/ 10298431 w 10728325"/>
              <a:gd name="connsiteY575" fmla="*/ 4729657 h 6034088"/>
              <a:gd name="connsiteX576" fmla="*/ 9091106 w 10728325"/>
              <a:gd name="connsiteY576" fmla="*/ 4576716 h 6034088"/>
              <a:gd name="connsiteX577" fmla="*/ 9091106 w 10728325"/>
              <a:gd name="connsiteY577" fmla="*/ 4733021 h 6034088"/>
              <a:gd name="connsiteX578" fmla="*/ 9247441 w 10728325"/>
              <a:gd name="connsiteY578" fmla="*/ 4733021 h 6034088"/>
              <a:gd name="connsiteX579" fmla="*/ 9247441 w 10728325"/>
              <a:gd name="connsiteY579" fmla="*/ 4576716 h 6034088"/>
              <a:gd name="connsiteX580" fmla="*/ 9948157 w 10728325"/>
              <a:gd name="connsiteY580" fmla="*/ 4574548 h 6034088"/>
              <a:gd name="connsiteX581" fmla="*/ 10108794 w 10728325"/>
              <a:gd name="connsiteY581" fmla="*/ 4574548 h 6034088"/>
              <a:gd name="connsiteX582" fmla="*/ 10108794 w 10728325"/>
              <a:gd name="connsiteY582" fmla="*/ 4735166 h 6034088"/>
              <a:gd name="connsiteX583" fmla="*/ 9948157 w 10728325"/>
              <a:gd name="connsiteY583" fmla="*/ 4735166 h 6034088"/>
              <a:gd name="connsiteX584" fmla="*/ 9430150 w 10728325"/>
              <a:gd name="connsiteY584" fmla="*/ 4570989 h 6034088"/>
              <a:gd name="connsiteX585" fmla="*/ 9430150 w 10728325"/>
              <a:gd name="connsiteY585" fmla="*/ 4738524 h 6034088"/>
              <a:gd name="connsiteX586" fmla="*/ 9597716 w 10728325"/>
              <a:gd name="connsiteY586" fmla="*/ 4738524 h 6034088"/>
              <a:gd name="connsiteX587" fmla="*/ 9597716 w 10728325"/>
              <a:gd name="connsiteY587" fmla="*/ 4570989 h 6034088"/>
              <a:gd name="connsiteX588" fmla="*/ 4510650 w 10728325"/>
              <a:gd name="connsiteY588" fmla="*/ 4479148 h 6034088"/>
              <a:gd name="connsiteX589" fmla="*/ 4510650 w 10728325"/>
              <a:gd name="connsiteY589" fmla="*/ 4485853 h 6034088"/>
              <a:gd name="connsiteX590" fmla="*/ 4517355 w 10728325"/>
              <a:gd name="connsiteY590" fmla="*/ 4485853 h 6034088"/>
              <a:gd name="connsiteX591" fmla="*/ 4517355 w 10728325"/>
              <a:gd name="connsiteY591" fmla="*/ 4479148 h 6034088"/>
              <a:gd name="connsiteX592" fmla="*/ 4849872 w 10728325"/>
              <a:gd name="connsiteY592" fmla="*/ 4473421 h 6034088"/>
              <a:gd name="connsiteX593" fmla="*/ 4849872 w 10728325"/>
              <a:gd name="connsiteY593" fmla="*/ 4491356 h 6034088"/>
              <a:gd name="connsiteX594" fmla="*/ 4867813 w 10728325"/>
              <a:gd name="connsiteY594" fmla="*/ 4491356 h 6034088"/>
              <a:gd name="connsiteX595" fmla="*/ 4867813 w 10728325"/>
              <a:gd name="connsiteY595" fmla="*/ 4473421 h 6034088"/>
              <a:gd name="connsiteX596" fmla="*/ 5189105 w 10728325"/>
              <a:gd name="connsiteY596" fmla="*/ 4467906 h 6034088"/>
              <a:gd name="connsiteX597" fmla="*/ 5189105 w 10728325"/>
              <a:gd name="connsiteY597" fmla="*/ 4496881 h 6034088"/>
              <a:gd name="connsiteX598" fmla="*/ 5218081 w 10728325"/>
              <a:gd name="connsiteY598" fmla="*/ 4496881 h 6034088"/>
              <a:gd name="connsiteX599" fmla="*/ 5218081 w 10728325"/>
              <a:gd name="connsiteY599" fmla="*/ 4467906 h 6034088"/>
              <a:gd name="connsiteX600" fmla="*/ 5528528 w 10728325"/>
              <a:gd name="connsiteY600" fmla="*/ 4462392 h 6034088"/>
              <a:gd name="connsiteX601" fmla="*/ 5528528 w 10728325"/>
              <a:gd name="connsiteY601" fmla="*/ 4502401 h 6034088"/>
              <a:gd name="connsiteX602" fmla="*/ 5568539 w 10728325"/>
              <a:gd name="connsiteY602" fmla="*/ 4502401 h 6034088"/>
              <a:gd name="connsiteX603" fmla="*/ 5568539 w 10728325"/>
              <a:gd name="connsiteY603" fmla="*/ 4462392 h 6034088"/>
              <a:gd name="connsiteX604" fmla="*/ 5867738 w 10728325"/>
              <a:gd name="connsiteY604" fmla="*/ 4456883 h 6034088"/>
              <a:gd name="connsiteX605" fmla="*/ 5867738 w 10728325"/>
              <a:gd name="connsiteY605" fmla="*/ 4507933 h 6034088"/>
              <a:gd name="connsiteX606" fmla="*/ 5918807 w 10728325"/>
              <a:gd name="connsiteY606" fmla="*/ 4507933 h 6034088"/>
              <a:gd name="connsiteX607" fmla="*/ 5918807 w 10728325"/>
              <a:gd name="connsiteY607" fmla="*/ 4456883 h 6034088"/>
              <a:gd name="connsiteX608" fmla="*/ 6207005 w 10728325"/>
              <a:gd name="connsiteY608" fmla="*/ 4451357 h 6034088"/>
              <a:gd name="connsiteX609" fmla="*/ 6207005 w 10728325"/>
              <a:gd name="connsiteY609" fmla="*/ 4513642 h 6034088"/>
              <a:gd name="connsiteX610" fmla="*/ 6269248 w 10728325"/>
              <a:gd name="connsiteY610" fmla="*/ 4513642 h 6034088"/>
              <a:gd name="connsiteX611" fmla="*/ 6269248 w 10728325"/>
              <a:gd name="connsiteY611" fmla="*/ 4451357 h 6034088"/>
              <a:gd name="connsiteX612" fmla="*/ 6546216 w 10728325"/>
              <a:gd name="connsiteY612" fmla="*/ 4445826 h 6034088"/>
              <a:gd name="connsiteX613" fmla="*/ 6546216 w 10728325"/>
              <a:gd name="connsiteY613" fmla="*/ 4519151 h 6034088"/>
              <a:gd name="connsiteX614" fmla="*/ 6619523 w 10728325"/>
              <a:gd name="connsiteY614" fmla="*/ 4519151 h 6034088"/>
              <a:gd name="connsiteX615" fmla="*/ 6619523 w 10728325"/>
              <a:gd name="connsiteY615" fmla="*/ 4445826 h 6034088"/>
              <a:gd name="connsiteX616" fmla="*/ 6885650 w 10728325"/>
              <a:gd name="connsiteY616" fmla="*/ 4440317 h 6034088"/>
              <a:gd name="connsiteX617" fmla="*/ 6885650 w 10728325"/>
              <a:gd name="connsiteY617" fmla="*/ 4524677 h 6034088"/>
              <a:gd name="connsiteX618" fmla="*/ 6970020 w 10728325"/>
              <a:gd name="connsiteY618" fmla="*/ 4524677 h 6034088"/>
              <a:gd name="connsiteX619" fmla="*/ 6970020 w 10728325"/>
              <a:gd name="connsiteY619" fmla="*/ 4440317 h 6034088"/>
              <a:gd name="connsiteX620" fmla="*/ 7224861 w 10728325"/>
              <a:gd name="connsiteY620" fmla="*/ 4434803 h 6034088"/>
              <a:gd name="connsiteX621" fmla="*/ 7224861 w 10728325"/>
              <a:gd name="connsiteY621" fmla="*/ 4530197 h 6034088"/>
              <a:gd name="connsiteX622" fmla="*/ 7320294 w 10728325"/>
              <a:gd name="connsiteY622" fmla="*/ 4530197 h 6034088"/>
              <a:gd name="connsiteX623" fmla="*/ 7320294 w 10728325"/>
              <a:gd name="connsiteY623" fmla="*/ 4434803 h 6034088"/>
              <a:gd name="connsiteX624" fmla="*/ 7564295 w 10728325"/>
              <a:gd name="connsiteY624" fmla="*/ 4429266 h 6034088"/>
              <a:gd name="connsiteX625" fmla="*/ 7564295 w 10728325"/>
              <a:gd name="connsiteY625" fmla="*/ 4535701 h 6034088"/>
              <a:gd name="connsiteX626" fmla="*/ 7670735 w 10728325"/>
              <a:gd name="connsiteY626" fmla="*/ 4535701 h 6034088"/>
              <a:gd name="connsiteX627" fmla="*/ 7670735 w 10728325"/>
              <a:gd name="connsiteY627" fmla="*/ 4429266 h 6034088"/>
              <a:gd name="connsiteX628" fmla="*/ 7903338 w 10728325"/>
              <a:gd name="connsiteY628" fmla="*/ 4423561 h 6034088"/>
              <a:gd name="connsiteX629" fmla="*/ 7903338 w 10728325"/>
              <a:gd name="connsiteY629" fmla="*/ 4541232 h 6034088"/>
              <a:gd name="connsiteX630" fmla="*/ 8021008 w 10728325"/>
              <a:gd name="connsiteY630" fmla="*/ 4541232 h 6034088"/>
              <a:gd name="connsiteX631" fmla="*/ 8021008 w 10728325"/>
              <a:gd name="connsiteY631" fmla="*/ 4423561 h 6034088"/>
              <a:gd name="connsiteX632" fmla="*/ 8242772 w 10728325"/>
              <a:gd name="connsiteY632" fmla="*/ 4418047 h 6034088"/>
              <a:gd name="connsiteX633" fmla="*/ 8242772 w 10728325"/>
              <a:gd name="connsiteY633" fmla="*/ 4546752 h 6034088"/>
              <a:gd name="connsiteX634" fmla="*/ 8371450 w 10728325"/>
              <a:gd name="connsiteY634" fmla="*/ 4546752 h 6034088"/>
              <a:gd name="connsiteX635" fmla="*/ 8371450 w 10728325"/>
              <a:gd name="connsiteY635" fmla="*/ 4418047 h 6034088"/>
              <a:gd name="connsiteX636" fmla="*/ 8581983 w 10728325"/>
              <a:gd name="connsiteY636" fmla="*/ 4412532 h 6034088"/>
              <a:gd name="connsiteX637" fmla="*/ 8581983 w 10728325"/>
              <a:gd name="connsiteY637" fmla="*/ 4552277 h 6034088"/>
              <a:gd name="connsiteX638" fmla="*/ 8721724 w 10728325"/>
              <a:gd name="connsiteY638" fmla="*/ 4552277 h 6034088"/>
              <a:gd name="connsiteX639" fmla="*/ 8721724 w 10728325"/>
              <a:gd name="connsiteY639" fmla="*/ 4412532 h 6034088"/>
              <a:gd name="connsiteX640" fmla="*/ 10473651 w 10728325"/>
              <a:gd name="connsiteY640" fmla="*/ 4410359 h 6034088"/>
              <a:gd name="connsiteX641" fmla="*/ 10617583 w 10728325"/>
              <a:gd name="connsiteY641" fmla="*/ 4410359 h 6034088"/>
              <a:gd name="connsiteX642" fmla="*/ 10617583 w 10728325"/>
              <a:gd name="connsiteY642" fmla="*/ 4554635 h 6034088"/>
              <a:gd name="connsiteX643" fmla="*/ 10473651 w 10728325"/>
              <a:gd name="connsiteY643" fmla="*/ 4554635 h 6034088"/>
              <a:gd name="connsiteX644" fmla="*/ 8921417 w 10728325"/>
              <a:gd name="connsiteY644" fmla="*/ 4407001 h 6034088"/>
              <a:gd name="connsiteX645" fmla="*/ 8921417 w 10728325"/>
              <a:gd name="connsiteY645" fmla="*/ 4557786 h 6034088"/>
              <a:gd name="connsiteX646" fmla="*/ 9072221 w 10728325"/>
              <a:gd name="connsiteY646" fmla="*/ 4557786 h 6034088"/>
              <a:gd name="connsiteX647" fmla="*/ 9072221 w 10728325"/>
              <a:gd name="connsiteY647" fmla="*/ 4407001 h 6034088"/>
              <a:gd name="connsiteX648" fmla="*/ 10123209 w 10728325"/>
              <a:gd name="connsiteY648" fmla="*/ 4404839 h 6034088"/>
              <a:gd name="connsiteX649" fmla="*/ 10278539 w 10728325"/>
              <a:gd name="connsiteY649" fmla="*/ 4404839 h 6034088"/>
              <a:gd name="connsiteX650" fmla="*/ 10278539 w 10728325"/>
              <a:gd name="connsiteY650" fmla="*/ 4560155 h 6034088"/>
              <a:gd name="connsiteX651" fmla="*/ 10123209 w 10728325"/>
              <a:gd name="connsiteY651" fmla="*/ 4560155 h 6034088"/>
              <a:gd name="connsiteX652" fmla="*/ 9260460 w 10728325"/>
              <a:gd name="connsiteY652" fmla="*/ 4401481 h 6034088"/>
              <a:gd name="connsiteX653" fmla="*/ 9260460 w 10728325"/>
              <a:gd name="connsiteY653" fmla="*/ 4563496 h 6034088"/>
              <a:gd name="connsiteX654" fmla="*/ 9422494 w 10728325"/>
              <a:gd name="connsiteY654" fmla="*/ 4563496 h 6034088"/>
              <a:gd name="connsiteX655" fmla="*/ 9422494 w 10728325"/>
              <a:gd name="connsiteY655" fmla="*/ 4401481 h 6034088"/>
              <a:gd name="connsiteX656" fmla="*/ 9772936 w 10728325"/>
              <a:gd name="connsiteY656" fmla="*/ 4399308 h 6034088"/>
              <a:gd name="connsiteX657" fmla="*/ 9939105 w 10728325"/>
              <a:gd name="connsiteY657" fmla="*/ 4399308 h 6034088"/>
              <a:gd name="connsiteX658" fmla="*/ 9939105 w 10728325"/>
              <a:gd name="connsiteY658" fmla="*/ 4565474 h 6034088"/>
              <a:gd name="connsiteX659" fmla="*/ 9772936 w 10728325"/>
              <a:gd name="connsiteY659" fmla="*/ 4565474 h 6034088"/>
              <a:gd name="connsiteX660" fmla="*/ 4680356 w 10728325"/>
              <a:gd name="connsiteY660" fmla="*/ 4303919 h 6034088"/>
              <a:gd name="connsiteX661" fmla="*/ 4680356 w 10728325"/>
              <a:gd name="connsiteY661" fmla="*/ 4316144 h 6034088"/>
              <a:gd name="connsiteX662" fmla="*/ 4692576 w 10728325"/>
              <a:gd name="connsiteY662" fmla="*/ 4316144 h 6034088"/>
              <a:gd name="connsiteX663" fmla="*/ 4692576 w 10728325"/>
              <a:gd name="connsiteY663" fmla="*/ 4303919 h 6034088"/>
              <a:gd name="connsiteX664" fmla="*/ 5019589 w 10728325"/>
              <a:gd name="connsiteY664" fmla="*/ 4298209 h 6034088"/>
              <a:gd name="connsiteX665" fmla="*/ 5019589 w 10728325"/>
              <a:gd name="connsiteY665" fmla="*/ 4321664 h 6034088"/>
              <a:gd name="connsiteX666" fmla="*/ 5043045 w 10728325"/>
              <a:gd name="connsiteY666" fmla="*/ 4321664 h 6034088"/>
              <a:gd name="connsiteX667" fmla="*/ 5043045 w 10728325"/>
              <a:gd name="connsiteY667" fmla="*/ 4298209 h 6034088"/>
              <a:gd name="connsiteX668" fmla="*/ 5358822 w 10728325"/>
              <a:gd name="connsiteY668" fmla="*/ 4292890 h 6034088"/>
              <a:gd name="connsiteX669" fmla="*/ 5358822 w 10728325"/>
              <a:gd name="connsiteY669" fmla="*/ 4327379 h 6034088"/>
              <a:gd name="connsiteX670" fmla="*/ 5393313 w 10728325"/>
              <a:gd name="connsiteY670" fmla="*/ 4327379 h 6034088"/>
              <a:gd name="connsiteX671" fmla="*/ 5393313 w 10728325"/>
              <a:gd name="connsiteY671" fmla="*/ 4292890 h 6034088"/>
              <a:gd name="connsiteX672" fmla="*/ 5698217 w 10728325"/>
              <a:gd name="connsiteY672" fmla="*/ 4287353 h 6034088"/>
              <a:gd name="connsiteX673" fmla="*/ 5698217 w 10728325"/>
              <a:gd name="connsiteY673" fmla="*/ 4332888 h 6034088"/>
              <a:gd name="connsiteX674" fmla="*/ 5743754 w 10728325"/>
              <a:gd name="connsiteY674" fmla="*/ 4332888 h 6034088"/>
              <a:gd name="connsiteX675" fmla="*/ 5743754 w 10728325"/>
              <a:gd name="connsiteY675" fmla="*/ 4287353 h 6034088"/>
              <a:gd name="connsiteX676" fmla="*/ 6037483 w 10728325"/>
              <a:gd name="connsiteY676" fmla="*/ 4281839 h 6034088"/>
              <a:gd name="connsiteX677" fmla="*/ 6037483 w 10728325"/>
              <a:gd name="connsiteY677" fmla="*/ 4338409 h 6034088"/>
              <a:gd name="connsiteX678" fmla="*/ 6094027 w 10728325"/>
              <a:gd name="connsiteY678" fmla="*/ 4338409 h 6034088"/>
              <a:gd name="connsiteX679" fmla="*/ 6094027 w 10728325"/>
              <a:gd name="connsiteY679" fmla="*/ 4281839 h 6034088"/>
              <a:gd name="connsiteX680" fmla="*/ 6376694 w 10728325"/>
              <a:gd name="connsiteY680" fmla="*/ 4276134 h 6034088"/>
              <a:gd name="connsiteX681" fmla="*/ 6376694 w 10728325"/>
              <a:gd name="connsiteY681" fmla="*/ 4343934 h 6034088"/>
              <a:gd name="connsiteX682" fmla="*/ 6444525 w 10728325"/>
              <a:gd name="connsiteY682" fmla="*/ 4343934 h 6034088"/>
              <a:gd name="connsiteX683" fmla="*/ 6444525 w 10728325"/>
              <a:gd name="connsiteY683" fmla="*/ 4276134 h 6034088"/>
              <a:gd name="connsiteX684" fmla="*/ 6715905 w 10728325"/>
              <a:gd name="connsiteY684" fmla="*/ 4270614 h 6034088"/>
              <a:gd name="connsiteX685" fmla="*/ 6715905 w 10728325"/>
              <a:gd name="connsiteY685" fmla="*/ 4349454 h 6034088"/>
              <a:gd name="connsiteX686" fmla="*/ 6794743 w 10728325"/>
              <a:gd name="connsiteY686" fmla="*/ 4349454 h 6034088"/>
              <a:gd name="connsiteX687" fmla="*/ 6794743 w 10728325"/>
              <a:gd name="connsiteY687" fmla="*/ 4270614 h 6034088"/>
              <a:gd name="connsiteX688" fmla="*/ 7055339 w 10728325"/>
              <a:gd name="connsiteY688" fmla="*/ 4265083 h 6034088"/>
              <a:gd name="connsiteX689" fmla="*/ 7055339 w 10728325"/>
              <a:gd name="connsiteY689" fmla="*/ 4354963 h 6034088"/>
              <a:gd name="connsiteX690" fmla="*/ 7145240 w 10728325"/>
              <a:gd name="connsiteY690" fmla="*/ 4354963 h 6034088"/>
              <a:gd name="connsiteX691" fmla="*/ 7145240 w 10728325"/>
              <a:gd name="connsiteY691" fmla="*/ 4265083 h 6034088"/>
              <a:gd name="connsiteX692" fmla="*/ 7394606 w 10728325"/>
              <a:gd name="connsiteY692" fmla="*/ 4259574 h 6034088"/>
              <a:gd name="connsiteX693" fmla="*/ 7394606 w 10728325"/>
              <a:gd name="connsiteY693" fmla="*/ 4360488 h 6034088"/>
              <a:gd name="connsiteX694" fmla="*/ 7495515 w 10728325"/>
              <a:gd name="connsiteY694" fmla="*/ 4360488 h 6034088"/>
              <a:gd name="connsiteX695" fmla="*/ 7495515 w 10728325"/>
              <a:gd name="connsiteY695" fmla="*/ 4259574 h 6034088"/>
              <a:gd name="connsiteX696" fmla="*/ 7733817 w 10728325"/>
              <a:gd name="connsiteY696" fmla="*/ 4253858 h 6034088"/>
              <a:gd name="connsiteX697" fmla="*/ 7733817 w 10728325"/>
              <a:gd name="connsiteY697" fmla="*/ 4366008 h 6034088"/>
              <a:gd name="connsiteX698" fmla="*/ 7845956 w 10728325"/>
              <a:gd name="connsiteY698" fmla="*/ 4366008 h 6034088"/>
              <a:gd name="connsiteX699" fmla="*/ 7845956 w 10728325"/>
              <a:gd name="connsiteY699" fmla="*/ 4253858 h 6034088"/>
              <a:gd name="connsiteX700" fmla="*/ 8073027 w 10728325"/>
              <a:gd name="connsiteY700" fmla="*/ 4248349 h 6034088"/>
              <a:gd name="connsiteX701" fmla="*/ 8073027 w 10728325"/>
              <a:gd name="connsiteY701" fmla="*/ 4371539 h 6034088"/>
              <a:gd name="connsiteX702" fmla="*/ 8196229 w 10728325"/>
              <a:gd name="connsiteY702" fmla="*/ 4371539 h 6034088"/>
              <a:gd name="connsiteX703" fmla="*/ 8196229 w 10728325"/>
              <a:gd name="connsiteY703" fmla="*/ 4248349 h 6034088"/>
              <a:gd name="connsiteX704" fmla="*/ 8412461 w 10728325"/>
              <a:gd name="connsiteY704" fmla="*/ 4243008 h 6034088"/>
              <a:gd name="connsiteX705" fmla="*/ 8412461 w 10728325"/>
              <a:gd name="connsiteY705" fmla="*/ 4377233 h 6034088"/>
              <a:gd name="connsiteX706" fmla="*/ 8546726 w 10728325"/>
              <a:gd name="connsiteY706" fmla="*/ 4377233 h 6034088"/>
              <a:gd name="connsiteX707" fmla="*/ 8546726 w 10728325"/>
              <a:gd name="connsiteY707" fmla="*/ 4243008 h 6034088"/>
              <a:gd name="connsiteX708" fmla="*/ 10648927 w 10728325"/>
              <a:gd name="connsiteY708" fmla="*/ 4240841 h 6034088"/>
              <a:gd name="connsiteX709" fmla="*/ 10728325 w 10728325"/>
              <a:gd name="connsiteY709" fmla="*/ 4240841 h 6034088"/>
              <a:gd name="connsiteX710" fmla="*/ 10728325 w 10728325"/>
              <a:gd name="connsiteY710" fmla="*/ 4379211 h 6034088"/>
              <a:gd name="connsiteX711" fmla="*/ 10648927 w 10728325"/>
              <a:gd name="connsiteY711" fmla="*/ 4379211 h 6034088"/>
              <a:gd name="connsiteX712" fmla="*/ 8751728 w 10728325"/>
              <a:gd name="connsiteY712" fmla="*/ 4237494 h 6034088"/>
              <a:gd name="connsiteX713" fmla="*/ 8751728 w 10728325"/>
              <a:gd name="connsiteY713" fmla="*/ 4382754 h 6034088"/>
              <a:gd name="connsiteX714" fmla="*/ 8897000 w 10728325"/>
              <a:gd name="connsiteY714" fmla="*/ 4382754 h 6034088"/>
              <a:gd name="connsiteX715" fmla="*/ 8897000 w 10728325"/>
              <a:gd name="connsiteY715" fmla="*/ 4237494 h 6034088"/>
              <a:gd name="connsiteX716" fmla="*/ 10298431 w 10728325"/>
              <a:gd name="connsiteY716" fmla="*/ 4235337 h 6034088"/>
              <a:gd name="connsiteX717" fmla="*/ 10448228 w 10728325"/>
              <a:gd name="connsiteY717" fmla="*/ 4235337 h 6034088"/>
              <a:gd name="connsiteX718" fmla="*/ 10448228 w 10728325"/>
              <a:gd name="connsiteY718" fmla="*/ 4384921 h 6034088"/>
              <a:gd name="connsiteX719" fmla="*/ 10298431 w 10728325"/>
              <a:gd name="connsiteY719" fmla="*/ 4384921 h 6034088"/>
              <a:gd name="connsiteX720" fmla="*/ 9091106 w 10728325"/>
              <a:gd name="connsiteY720" fmla="*/ 4231979 h 6034088"/>
              <a:gd name="connsiteX721" fmla="*/ 9091106 w 10728325"/>
              <a:gd name="connsiteY721" fmla="*/ 4388284 h 6034088"/>
              <a:gd name="connsiteX722" fmla="*/ 9247441 w 10728325"/>
              <a:gd name="connsiteY722" fmla="*/ 4388284 h 6034088"/>
              <a:gd name="connsiteX723" fmla="*/ 9247441 w 10728325"/>
              <a:gd name="connsiteY723" fmla="*/ 4231979 h 6034088"/>
              <a:gd name="connsiteX724" fmla="*/ 9948157 w 10728325"/>
              <a:gd name="connsiteY724" fmla="*/ 4229616 h 6034088"/>
              <a:gd name="connsiteX725" fmla="*/ 10108794 w 10728325"/>
              <a:gd name="connsiteY725" fmla="*/ 4229616 h 6034088"/>
              <a:gd name="connsiteX726" fmla="*/ 10108794 w 10728325"/>
              <a:gd name="connsiteY726" fmla="*/ 4390452 h 6034088"/>
              <a:gd name="connsiteX727" fmla="*/ 9948157 w 10728325"/>
              <a:gd name="connsiteY727" fmla="*/ 4390452 h 6034088"/>
              <a:gd name="connsiteX728" fmla="*/ 9430150 w 10728325"/>
              <a:gd name="connsiteY728" fmla="*/ 4226269 h 6034088"/>
              <a:gd name="connsiteX729" fmla="*/ 9430150 w 10728325"/>
              <a:gd name="connsiteY729" fmla="*/ 4393804 h 6034088"/>
              <a:gd name="connsiteX730" fmla="*/ 9597716 w 10728325"/>
              <a:gd name="connsiteY730" fmla="*/ 4393804 h 6034088"/>
              <a:gd name="connsiteX731" fmla="*/ 9597716 w 10728325"/>
              <a:gd name="connsiteY731" fmla="*/ 4226269 h 6034088"/>
              <a:gd name="connsiteX732" fmla="*/ 4510650 w 10728325"/>
              <a:gd name="connsiteY732" fmla="*/ 4134411 h 6034088"/>
              <a:gd name="connsiteX733" fmla="*/ 4510650 w 10728325"/>
              <a:gd name="connsiteY733" fmla="*/ 4141110 h 6034088"/>
              <a:gd name="connsiteX734" fmla="*/ 4517355 w 10728325"/>
              <a:gd name="connsiteY734" fmla="*/ 4141110 h 6034088"/>
              <a:gd name="connsiteX735" fmla="*/ 4517355 w 10728325"/>
              <a:gd name="connsiteY735" fmla="*/ 4134411 h 6034088"/>
              <a:gd name="connsiteX736" fmla="*/ 4849872 w 10728325"/>
              <a:gd name="connsiteY736" fmla="*/ 4128701 h 6034088"/>
              <a:gd name="connsiteX737" fmla="*/ 4849872 w 10728325"/>
              <a:gd name="connsiteY737" fmla="*/ 4146641 h 6034088"/>
              <a:gd name="connsiteX738" fmla="*/ 4867813 w 10728325"/>
              <a:gd name="connsiteY738" fmla="*/ 4146641 h 6034088"/>
              <a:gd name="connsiteX739" fmla="*/ 4867813 w 10728325"/>
              <a:gd name="connsiteY739" fmla="*/ 4128701 h 6034088"/>
              <a:gd name="connsiteX740" fmla="*/ 5189105 w 10728325"/>
              <a:gd name="connsiteY740" fmla="*/ 4123170 h 6034088"/>
              <a:gd name="connsiteX741" fmla="*/ 5189105 w 10728325"/>
              <a:gd name="connsiteY741" fmla="*/ 4152145 h 6034088"/>
              <a:gd name="connsiteX742" fmla="*/ 5218081 w 10728325"/>
              <a:gd name="connsiteY742" fmla="*/ 4152145 h 6034088"/>
              <a:gd name="connsiteX743" fmla="*/ 5218081 w 10728325"/>
              <a:gd name="connsiteY743" fmla="*/ 4123170 h 6034088"/>
              <a:gd name="connsiteX744" fmla="*/ 5528528 w 10728325"/>
              <a:gd name="connsiteY744" fmla="*/ 4117656 h 6034088"/>
              <a:gd name="connsiteX745" fmla="*/ 5528528 w 10728325"/>
              <a:gd name="connsiteY745" fmla="*/ 4157665 h 6034088"/>
              <a:gd name="connsiteX746" fmla="*/ 5568539 w 10728325"/>
              <a:gd name="connsiteY746" fmla="*/ 4157665 h 6034088"/>
              <a:gd name="connsiteX747" fmla="*/ 5568539 w 10728325"/>
              <a:gd name="connsiteY747" fmla="*/ 4117656 h 6034088"/>
              <a:gd name="connsiteX748" fmla="*/ 5867738 w 10728325"/>
              <a:gd name="connsiteY748" fmla="*/ 4112147 h 6034088"/>
              <a:gd name="connsiteX749" fmla="*/ 5867738 w 10728325"/>
              <a:gd name="connsiteY749" fmla="*/ 4163197 h 6034088"/>
              <a:gd name="connsiteX750" fmla="*/ 5918807 w 10728325"/>
              <a:gd name="connsiteY750" fmla="*/ 4163197 h 6034088"/>
              <a:gd name="connsiteX751" fmla="*/ 5918807 w 10728325"/>
              <a:gd name="connsiteY751" fmla="*/ 4112147 h 6034088"/>
              <a:gd name="connsiteX752" fmla="*/ 6207005 w 10728325"/>
              <a:gd name="connsiteY752" fmla="*/ 4106431 h 6034088"/>
              <a:gd name="connsiteX753" fmla="*/ 6207005 w 10728325"/>
              <a:gd name="connsiteY753" fmla="*/ 4168716 h 6034088"/>
              <a:gd name="connsiteX754" fmla="*/ 6269248 w 10728325"/>
              <a:gd name="connsiteY754" fmla="*/ 4168716 h 6034088"/>
              <a:gd name="connsiteX755" fmla="*/ 6269248 w 10728325"/>
              <a:gd name="connsiteY755" fmla="*/ 4106431 h 6034088"/>
              <a:gd name="connsiteX756" fmla="*/ 6546216 w 10728325"/>
              <a:gd name="connsiteY756" fmla="*/ 4100900 h 6034088"/>
              <a:gd name="connsiteX757" fmla="*/ 6546216 w 10728325"/>
              <a:gd name="connsiteY757" fmla="*/ 4174220 h 6034088"/>
              <a:gd name="connsiteX758" fmla="*/ 6619523 w 10728325"/>
              <a:gd name="connsiteY758" fmla="*/ 4174220 h 6034088"/>
              <a:gd name="connsiteX759" fmla="*/ 6619523 w 10728325"/>
              <a:gd name="connsiteY759" fmla="*/ 4100900 h 6034088"/>
              <a:gd name="connsiteX760" fmla="*/ 6885650 w 10728325"/>
              <a:gd name="connsiteY760" fmla="*/ 4095391 h 6034088"/>
              <a:gd name="connsiteX761" fmla="*/ 6885650 w 10728325"/>
              <a:gd name="connsiteY761" fmla="*/ 4179745 h 6034088"/>
              <a:gd name="connsiteX762" fmla="*/ 6970020 w 10728325"/>
              <a:gd name="connsiteY762" fmla="*/ 4179745 h 6034088"/>
              <a:gd name="connsiteX763" fmla="*/ 6970020 w 10728325"/>
              <a:gd name="connsiteY763" fmla="*/ 4095391 h 6034088"/>
              <a:gd name="connsiteX764" fmla="*/ 7224861 w 10728325"/>
              <a:gd name="connsiteY764" fmla="*/ 4090061 h 6034088"/>
              <a:gd name="connsiteX765" fmla="*/ 7224861 w 10728325"/>
              <a:gd name="connsiteY765" fmla="*/ 4185461 h 6034088"/>
              <a:gd name="connsiteX766" fmla="*/ 7320294 w 10728325"/>
              <a:gd name="connsiteY766" fmla="*/ 4185461 h 6034088"/>
              <a:gd name="connsiteX767" fmla="*/ 7320294 w 10728325"/>
              <a:gd name="connsiteY767" fmla="*/ 4090061 h 6034088"/>
              <a:gd name="connsiteX768" fmla="*/ 7564295 w 10728325"/>
              <a:gd name="connsiteY768" fmla="*/ 4084552 h 6034088"/>
              <a:gd name="connsiteX769" fmla="*/ 7564295 w 10728325"/>
              <a:gd name="connsiteY769" fmla="*/ 4190987 h 6034088"/>
              <a:gd name="connsiteX770" fmla="*/ 7670735 w 10728325"/>
              <a:gd name="connsiteY770" fmla="*/ 4190987 h 6034088"/>
              <a:gd name="connsiteX771" fmla="*/ 7670735 w 10728325"/>
              <a:gd name="connsiteY771" fmla="*/ 4084552 h 6034088"/>
              <a:gd name="connsiteX772" fmla="*/ 7903338 w 10728325"/>
              <a:gd name="connsiteY772" fmla="*/ 4078825 h 6034088"/>
              <a:gd name="connsiteX773" fmla="*/ 7903338 w 10728325"/>
              <a:gd name="connsiteY773" fmla="*/ 4196495 h 6034088"/>
              <a:gd name="connsiteX774" fmla="*/ 8021008 w 10728325"/>
              <a:gd name="connsiteY774" fmla="*/ 4196495 h 6034088"/>
              <a:gd name="connsiteX775" fmla="*/ 8021008 w 10728325"/>
              <a:gd name="connsiteY775" fmla="*/ 4078825 h 6034088"/>
              <a:gd name="connsiteX776" fmla="*/ 8242772 w 10728325"/>
              <a:gd name="connsiteY776" fmla="*/ 4073305 h 6034088"/>
              <a:gd name="connsiteX777" fmla="*/ 8242772 w 10728325"/>
              <a:gd name="connsiteY777" fmla="*/ 4202016 h 6034088"/>
              <a:gd name="connsiteX778" fmla="*/ 8371450 w 10728325"/>
              <a:gd name="connsiteY778" fmla="*/ 4202016 h 6034088"/>
              <a:gd name="connsiteX779" fmla="*/ 8371450 w 10728325"/>
              <a:gd name="connsiteY779" fmla="*/ 4073305 h 6034088"/>
              <a:gd name="connsiteX780" fmla="*/ 8581983 w 10728325"/>
              <a:gd name="connsiteY780" fmla="*/ 4067796 h 6034088"/>
              <a:gd name="connsiteX781" fmla="*/ 8581983 w 10728325"/>
              <a:gd name="connsiteY781" fmla="*/ 4207541 h 6034088"/>
              <a:gd name="connsiteX782" fmla="*/ 8721724 w 10728325"/>
              <a:gd name="connsiteY782" fmla="*/ 4207541 h 6034088"/>
              <a:gd name="connsiteX783" fmla="*/ 8721724 w 10728325"/>
              <a:gd name="connsiteY783" fmla="*/ 4067796 h 6034088"/>
              <a:gd name="connsiteX784" fmla="*/ 10473651 w 10728325"/>
              <a:gd name="connsiteY784" fmla="*/ 4065623 h 6034088"/>
              <a:gd name="connsiteX785" fmla="*/ 10617583 w 10728325"/>
              <a:gd name="connsiteY785" fmla="*/ 4065623 h 6034088"/>
              <a:gd name="connsiteX786" fmla="*/ 10617583 w 10728325"/>
              <a:gd name="connsiteY786" fmla="*/ 4209709 h 6034088"/>
              <a:gd name="connsiteX787" fmla="*/ 10473651 w 10728325"/>
              <a:gd name="connsiteY787" fmla="*/ 4209709 h 6034088"/>
              <a:gd name="connsiteX788" fmla="*/ 8921417 w 10728325"/>
              <a:gd name="connsiteY788" fmla="*/ 4062282 h 6034088"/>
              <a:gd name="connsiteX789" fmla="*/ 8921417 w 10728325"/>
              <a:gd name="connsiteY789" fmla="*/ 4213062 h 6034088"/>
              <a:gd name="connsiteX790" fmla="*/ 9072221 w 10728325"/>
              <a:gd name="connsiteY790" fmla="*/ 4213062 h 6034088"/>
              <a:gd name="connsiteX791" fmla="*/ 9072221 w 10728325"/>
              <a:gd name="connsiteY791" fmla="*/ 4062282 h 6034088"/>
              <a:gd name="connsiteX792" fmla="*/ 10123209 w 10728325"/>
              <a:gd name="connsiteY792" fmla="*/ 4060097 h 6034088"/>
              <a:gd name="connsiteX793" fmla="*/ 10278539 w 10728325"/>
              <a:gd name="connsiteY793" fmla="*/ 4060097 h 6034088"/>
              <a:gd name="connsiteX794" fmla="*/ 10278539 w 10728325"/>
              <a:gd name="connsiteY794" fmla="*/ 4215223 h 6034088"/>
              <a:gd name="connsiteX795" fmla="*/ 10123209 w 10728325"/>
              <a:gd name="connsiteY795" fmla="*/ 4215223 h 6034088"/>
              <a:gd name="connsiteX796" fmla="*/ 9260460 w 10728325"/>
              <a:gd name="connsiteY796" fmla="*/ 4056549 h 6034088"/>
              <a:gd name="connsiteX797" fmla="*/ 9260460 w 10728325"/>
              <a:gd name="connsiteY797" fmla="*/ 4218570 h 6034088"/>
              <a:gd name="connsiteX798" fmla="*/ 9422494 w 10728325"/>
              <a:gd name="connsiteY798" fmla="*/ 4218570 h 6034088"/>
              <a:gd name="connsiteX799" fmla="*/ 9422494 w 10728325"/>
              <a:gd name="connsiteY799" fmla="*/ 4056549 h 6034088"/>
              <a:gd name="connsiteX800" fmla="*/ 9772936 w 10728325"/>
              <a:gd name="connsiteY800" fmla="*/ 4054593 h 6034088"/>
              <a:gd name="connsiteX801" fmla="*/ 9939105 w 10728325"/>
              <a:gd name="connsiteY801" fmla="*/ 4054593 h 6034088"/>
              <a:gd name="connsiteX802" fmla="*/ 9939105 w 10728325"/>
              <a:gd name="connsiteY802" fmla="*/ 4220738 h 6034088"/>
              <a:gd name="connsiteX803" fmla="*/ 9772936 w 10728325"/>
              <a:gd name="connsiteY803" fmla="*/ 4220738 h 6034088"/>
              <a:gd name="connsiteX804" fmla="*/ 4680356 w 10728325"/>
              <a:gd name="connsiteY804" fmla="*/ 3959183 h 6034088"/>
              <a:gd name="connsiteX805" fmla="*/ 4680356 w 10728325"/>
              <a:gd name="connsiteY805" fmla="*/ 3971402 h 6034088"/>
              <a:gd name="connsiteX806" fmla="*/ 4692576 w 10728325"/>
              <a:gd name="connsiteY806" fmla="*/ 3971402 h 6034088"/>
              <a:gd name="connsiteX807" fmla="*/ 4692576 w 10728325"/>
              <a:gd name="connsiteY807" fmla="*/ 3959183 h 6034088"/>
              <a:gd name="connsiteX808" fmla="*/ 5019589 w 10728325"/>
              <a:gd name="connsiteY808" fmla="*/ 3953472 h 6034088"/>
              <a:gd name="connsiteX809" fmla="*/ 5019589 w 10728325"/>
              <a:gd name="connsiteY809" fmla="*/ 3976927 h 6034088"/>
              <a:gd name="connsiteX810" fmla="*/ 5043045 w 10728325"/>
              <a:gd name="connsiteY810" fmla="*/ 3976927 h 6034088"/>
              <a:gd name="connsiteX811" fmla="*/ 5043045 w 10728325"/>
              <a:gd name="connsiteY811" fmla="*/ 3953472 h 6034088"/>
              <a:gd name="connsiteX812" fmla="*/ 5358822 w 10728325"/>
              <a:gd name="connsiteY812" fmla="*/ 3947958 h 6034088"/>
              <a:gd name="connsiteX813" fmla="*/ 5358822 w 10728325"/>
              <a:gd name="connsiteY813" fmla="*/ 3982453 h 6034088"/>
              <a:gd name="connsiteX814" fmla="*/ 5393313 w 10728325"/>
              <a:gd name="connsiteY814" fmla="*/ 3982453 h 6034088"/>
              <a:gd name="connsiteX815" fmla="*/ 5393313 w 10728325"/>
              <a:gd name="connsiteY815" fmla="*/ 3947958 h 6034088"/>
              <a:gd name="connsiteX816" fmla="*/ 5698217 w 10728325"/>
              <a:gd name="connsiteY816" fmla="*/ 3942427 h 6034088"/>
              <a:gd name="connsiteX817" fmla="*/ 5698217 w 10728325"/>
              <a:gd name="connsiteY817" fmla="*/ 3987956 h 6034088"/>
              <a:gd name="connsiteX818" fmla="*/ 5743754 w 10728325"/>
              <a:gd name="connsiteY818" fmla="*/ 3987956 h 6034088"/>
              <a:gd name="connsiteX819" fmla="*/ 5743754 w 10728325"/>
              <a:gd name="connsiteY819" fmla="*/ 3942427 h 6034088"/>
              <a:gd name="connsiteX820" fmla="*/ 6037483 w 10728325"/>
              <a:gd name="connsiteY820" fmla="*/ 3936912 h 6034088"/>
              <a:gd name="connsiteX821" fmla="*/ 6037483 w 10728325"/>
              <a:gd name="connsiteY821" fmla="*/ 3993482 h 6034088"/>
              <a:gd name="connsiteX822" fmla="*/ 6094027 w 10728325"/>
              <a:gd name="connsiteY822" fmla="*/ 3993482 h 6034088"/>
              <a:gd name="connsiteX823" fmla="*/ 6094027 w 10728325"/>
              <a:gd name="connsiteY823" fmla="*/ 3936912 h 6034088"/>
              <a:gd name="connsiteX824" fmla="*/ 6376694 w 10728325"/>
              <a:gd name="connsiteY824" fmla="*/ 3931392 h 6034088"/>
              <a:gd name="connsiteX825" fmla="*/ 6376694 w 10728325"/>
              <a:gd name="connsiteY825" fmla="*/ 3999197 h 6034088"/>
              <a:gd name="connsiteX826" fmla="*/ 6444525 w 10728325"/>
              <a:gd name="connsiteY826" fmla="*/ 3999197 h 6034088"/>
              <a:gd name="connsiteX827" fmla="*/ 6444525 w 10728325"/>
              <a:gd name="connsiteY827" fmla="*/ 3931392 h 6034088"/>
              <a:gd name="connsiteX828" fmla="*/ 6715905 w 10728325"/>
              <a:gd name="connsiteY828" fmla="*/ 3925878 h 6034088"/>
              <a:gd name="connsiteX829" fmla="*/ 6715905 w 10728325"/>
              <a:gd name="connsiteY829" fmla="*/ 4004718 h 6034088"/>
              <a:gd name="connsiteX830" fmla="*/ 6794743 w 10728325"/>
              <a:gd name="connsiteY830" fmla="*/ 4004718 h 6034088"/>
              <a:gd name="connsiteX831" fmla="*/ 6794743 w 10728325"/>
              <a:gd name="connsiteY831" fmla="*/ 3925878 h 6034088"/>
              <a:gd name="connsiteX832" fmla="*/ 7055339 w 10728325"/>
              <a:gd name="connsiteY832" fmla="*/ 3920369 h 6034088"/>
              <a:gd name="connsiteX833" fmla="*/ 7055339 w 10728325"/>
              <a:gd name="connsiteY833" fmla="*/ 4010249 h 6034088"/>
              <a:gd name="connsiteX834" fmla="*/ 7145240 w 10728325"/>
              <a:gd name="connsiteY834" fmla="*/ 4010249 h 6034088"/>
              <a:gd name="connsiteX835" fmla="*/ 7145240 w 10728325"/>
              <a:gd name="connsiteY835" fmla="*/ 3920369 h 6034088"/>
              <a:gd name="connsiteX836" fmla="*/ 7394606 w 10728325"/>
              <a:gd name="connsiteY836" fmla="*/ 3914838 h 6034088"/>
              <a:gd name="connsiteX837" fmla="*/ 7394606 w 10728325"/>
              <a:gd name="connsiteY837" fmla="*/ 4015753 h 6034088"/>
              <a:gd name="connsiteX838" fmla="*/ 7495515 w 10728325"/>
              <a:gd name="connsiteY838" fmla="*/ 4015753 h 6034088"/>
              <a:gd name="connsiteX839" fmla="*/ 7495515 w 10728325"/>
              <a:gd name="connsiteY839" fmla="*/ 3914838 h 6034088"/>
              <a:gd name="connsiteX840" fmla="*/ 7733817 w 10728325"/>
              <a:gd name="connsiteY840" fmla="*/ 3909122 h 6034088"/>
              <a:gd name="connsiteX841" fmla="*/ 7733817 w 10728325"/>
              <a:gd name="connsiteY841" fmla="*/ 4021272 h 6034088"/>
              <a:gd name="connsiteX842" fmla="*/ 7845956 w 10728325"/>
              <a:gd name="connsiteY842" fmla="*/ 4021272 h 6034088"/>
              <a:gd name="connsiteX843" fmla="*/ 7845956 w 10728325"/>
              <a:gd name="connsiteY843" fmla="*/ 3909122 h 6034088"/>
              <a:gd name="connsiteX844" fmla="*/ 8073027 w 10728325"/>
              <a:gd name="connsiteY844" fmla="*/ 3903613 h 6034088"/>
              <a:gd name="connsiteX845" fmla="*/ 8073027 w 10728325"/>
              <a:gd name="connsiteY845" fmla="*/ 4026798 h 6034088"/>
              <a:gd name="connsiteX846" fmla="*/ 8196229 w 10728325"/>
              <a:gd name="connsiteY846" fmla="*/ 4026798 h 6034088"/>
              <a:gd name="connsiteX847" fmla="*/ 8196229 w 10728325"/>
              <a:gd name="connsiteY847" fmla="*/ 3903613 h 6034088"/>
              <a:gd name="connsiteX848" fmla="*/ 8412461 w 10728325"/>
              <a:gd name="connsiteY848" fmla="*/ 3898082 h 6034088"/>
              <a:gd name="connsiteX849" fmla="*/ 8412461 w 10728325"/>
              <a:gd name="connsiteY849" fmla="*/ 4032307 h 6034088"/>
              <a:gd name="connsiteX850" fmla="*/ 8546726 w 10728325"/>
              <a:gd name="connsiteY850" fmla="*/ 4032307 h 6034088"/>
              <a:gd name="connsiteX851" fmla="*/ 8546726 w 10728325"/>
              <a:gd name="connsiteY851" fmla="*/ 3898082 h 6034088"/>
              <a:gd name="connsiteX852" fmla="*/ 10648927 w 10728325"/>
              <a:gd name="connsiteY852" fmla="*/ 3895914 h 6034088"/>
              <a:gd name="connsiteX853" fmla="*/ 10728325 w 10728325"/>
              <a:gd name="connsiteY853" fmla="*/ 3895914 h 6034088"/>
              <a:gd name="connsiteX854" fmla="*/ 10728325 w 10728325"/>
              <a:gd name="connsiteY854" fmla="*/ 4034475 h 6034088"/>
              <a:gd name="connsiteX855" fmla="*/ 10648927 w 10728325"/>
              <a:gd name="connsiteY855" fmla="*/ 4034475 h 6034088"/>
              <a:gd name="connsiteX856" fmla="*/ 8751728 w 10728325"/>
              <a:gd name="connsiteY856" fmla="*/ 3892562 h 6034088"/>
              <a:gd name="connsiteX857" fmla="*/ 8751728 w 10728325"/>
              <a:gd name="connsiteY857" fmla="*/ 4037827 h 6034088"/>
              <a:gd name="connsiteX858" fmla="*/ 8897000 w 10728325"/>
              <a:gd name="connsiteY858" fmla="*/ 4037827 h 6034088"/>
              <a:gd name="connsiteX859" fmla="*/ 8897000 w 10728325"/>
              <a:gd name="connsiteY859" fmla="*/ 3892562 h 6034088"/>
              <a:gd name="connsiteX860" fmla="*/ 10298431 w 10728325"/>
              <a:gd name="connsiteY860" fmla="*/ 3890405 h 6034088"/>
              <a:gd name="connsiteX861" fmla="*/ 10448228 w 10728325"/>
              <a:gd name="connsiteY861" fmla="*/ 3890405 h 6034088"/>
              <a:gd name="connsiteX862" fmla="*/ 10448228 w 10728325"/>
              <a:gd name="connsiteY862" fmla="*/ 4040207 h 6034088"/>
              <a:gd name="connsiteX863" fmla="*/ 10298431 w 10728325"/>
              <a:gd name="connsiteY863" fmla="*/ 4040207 h 6034088"/>
              <a:gd name="connsiteX864" fmla="*/ 9091106 w 10728325"/>
              <a:gd name="connsiteY864" fmla="*/ 3887053 h 6034088"/>
              <a:gd name="connsiteX865" fmla="*/ 9091106 w 10728325"/>
              <a:gd name="connsiteY865" fmla="*/ 4043353 h 6034088"/>
              <a:gd name="connsiteX866" fmla="*/ 9247441 w 10728325"/>
              <a:gd name="connsiteY866" fmla="*/ 4043353 h 6034088"/>
              <a:gd name="connsiteX867" fmla="*/ 9247441 w 10728325"/>
              <a:gd name="connsiteY867" fmla="*/ 3887053 h 6034088"/>
              <a:gd name="connsiteX868" fmla="*/ 9948157 w 10728325"/>
              <a:gd name="connsiteY868" fmla="*/ 3884880 h 6034088"/>
              <a:gd name="connsiteX869" fmla="*/ 10108794 w 10728325"/>
              <a:gd name="connsiteY869" fmla="*/ 3884880 h 6034088"/>
              <a:gd name="connsiteX870" fmla="*/ 10108794 w 10728325"/>
              <a:gd name="connsiteY870" fmla="*/ 4045526 h 6034088"/>
              <a:gd name="connsiteX871" fmla="*/ 9948157 w 10728325"/>
              <a:gd name="connsiteY871" fmla="*/ 4045526 h 6034088"/>
              <a:gd name="connsiteX872" fmla="*/ 9430150 w 10728325"/>
              <a:gd name="connsiteY872" fmla="*/ 3881538 h 6034088"/>
              <a:gd name="connsiteX873" fmla="*/ 9430150 w 10728325"/>
              <a:gd name="connsiteY873" fmla="*/ 4049073 h 6034088"/>
              <a:gd name="connsiteX874" fmla="*/ 9597716 w 10728325"/>
              <a:gd name="connsiteY874" fmla="*/ 4049073 h 6034088"/>
              <a:gd name="connsiteX875" fmla="*/ 9597716 w 10728325"/>
              <a:gd name="connsiteY875" fmla="*/ 3881538 h 6034088"/>
              <a:gd name="connsiteX876" fmla="*/ 4510650 w 10728325"/>
              <a:gd name="connsiteY876" fmla="*/ 3789485 h 6034088"/>
              <a:gd name="connsiteX877" fmla="*/ 4510650 w 10728325"/>
              <a:gd name="connsiteY877" fmla="*/ 3796184 h 6034088"/>
              <a:gd name="connsiteX878" fmla="*/ 4517355 w 10728325"/>
              <a:gd name="connsiteY878" fmla="*/ 3796184 h 6034088"/>
              <a:gd name="connsiteX879" fmla="*/ 4517355 w 10728325"/>
              <a:gd name="connsiteY879" fmla="*/ 3789485 h 6034088"/>
              <a:gd name="connsiteX880" fmla="*/ 4849872 w 10728325"/>
              <a:gd name="connsiteY880" fmla="*/ 3783775 h 6034088"/>
              <a:gd name="connsiteX881" fmla="*/ 4849872 w 10728325"/>
              <a:gd name="connsiteY881" fmla="*/ 3801710 h 6034088"/>
              <a:gd name="connsiteX882" fmla="*/ 4867813 w 10728325"/>
              <a:gd name="connsiteY882" fmla="*/ 3801710 h 6034088"/>
              <a:gd name="connsiteX883" fmla="*/ 4867813 w 10728325"/>
              <a:gd name="connsiteY883" fmla="*/ 3783775 h 6034088"/>
              <a:gd name="connsiteX884" fmla="*/ 5189105 w 10728325"/>
              <a:gd name="connsiteY884" fmla="*/ 3778244 h 6034088"/>
              <a:gd name="connsiteX885" fmla="*/ 5189105 w 10728325"/>
              <a:gd name="connsiteY885" fmla="*/ 3807219 h 6034088"/>
              <a:gd name="connsiteX886" fmla="*/ 5218081 w 10728325"/>
              <a:gd name="connsiteY886" fmla="*/ 3807219 h 6034088"/>
              <a:gd name="connsiteX887" fmla="*/ 5218081 w 10728325"/>
              <a:gd name="connsiteY887" fmla="*/ 3778244 h 6034088"/>
              <a:gd name="connsiteX888" fmla="*/ 5528528 w 10728325"/>
              <a:gd name="connsiteY888" fmla="*/ 3772925 h 6034088"/>
              <a:gd name="connsiteX889" fmla="*/ 5528528 w 10728325"/>
              <a:gd name="connsiteY889" fmla="*/ 3812934 h 6034088"/>
              <a:gd name="connsiteX890" fmla="*/ 5568539 w 10728325"/>
              <a:gd name="connsiteY890" fmla="*/ 3812934 h 6034088"/>
              <a:gd name="connsiteX891" fmla="*/ 5568539 w 10728325"/>
              <a:gd name="connsiteY891" fmla="*/ 3772925 h 6034088"/>
              <a:gd name="connsiteX892" fmla="*/ 5867738 w 10728325"/>
              <a:gd name="connsiteY892" fmla="*/ 3767405 h 6034088"/>
              <a:gd name="connsiteX893" fmla="*/ 5867738 w 10728325"/>
              <a:gd name="connsiteY893" fmla="*/ 3818455 h 6034088"/>
              <a:gd name="connsiteX894" fmla="*/ 5918807 w 10728325"/>
              <a:gd name="connsiteY894" fmla="*/ 3818455 h 6034088"/>
              <a:gd name="connsiteX895" fmla="*/ 5918807 w 10728325"/>
              <a:gd name="connsiteY895" fmla="*/ 3767405 h 6034088"/>
              <a:gd name="connsiteX896" fmla="*/ 6207005 w 10728325"/>
              <a:gd name="connsiteY896" fmla="*/ 3761700 h 6034088"/>
              <a:gd name="connsiteX897" fmla="*/ 6207005 w 10728325"/>
              <a:gd name="connsiteY897" fmla="*/ 3823985 h 6034088"/>
              <a:gd name="connsiteX898" fmla="*/ 6269248 w 10728325"/>
              <a:gd name="connsiteY898" fmla="*/ 3823985 h 6034088"/>
              <a:gd name="connsiteX899" fmla="*/ 6269248 w 10728325"/>
              <a:gd name="connsiteY899" fmla="*/ 3761700 h 6034088"/>
              <a:gd name="connsiteX900" fmla="*/ 6546216 w 10728325"/>
              <a:gd name="connsiteY900" fmla="*/ 3756186 h 6034088"/>
              <a:gd name="connsiteX901" fmla="*/ 6546216 w 10728325"/>
              <a:gd name="connsiteY901" fmla="*/ 3829506 h 6034088"/>
              <a:gd name="connsiteX902" fmla="*/ 6619523 w 10728325"/>
              <a:gd name="connsiteY902" fmla="*/ 3829506 h 6034088"/>
              <a:gd name="connsiteX903" fmla="*/ 6619523 w 10728325"/>
              <a:gd name="connsiteY903" fmla="*/ 3756186 h 6034088"/>
              <a:gd name="connsiteX904" fmla="*/ 6885650 w 10728325"/>
              <a:gd name="connsiteY904" fmla="*/ 3750649 h 6034088"/>
              <a:gd name="connsiteX905" fmla="*/ 6885650 w 10728325"/>
              <a:gd name="connsiteY905" fmla="*/ 3835009 h 6034088"/>
              <a:gd name="connsiteX906" fmla="*/ 6970020 w 10728325"/>
              <a:gd name="connsiteY906" fmla="*/ 3835009 h 6034088"/>
              <a:gd name="connsiteX907" fmla="*/ 6970020 w 10728325"/>
              <a:gd name="connsiteY907" fmla="*/ 3750649 h 6034088"/>
              <a:gd name="connsiteX908" fmla="*/ 7224861 w 10728325"/>
              <a:gd name="connsiteY908" fmla="*/ 3745134 h 6034088"/>
              <a:gd name="connsiteX909" fmla="*/ 7224861 w 10728325"/>
              <a:gd name="connsiteY909" fmla="*/ 3840534 h 6034088"/>
              <a:gd name="connsiteX910" fmla="*/ 7320294 w 10728325"/>
              <a:gd name="connsiteY910" fmla="*/ 3840534 h 6034088"/>
              <a:gd name="connsiteX911" fmla="*/ 7320294 w 10728325"/>
              <a:gd name="connsiteY911" fmla="*/ 3745134 h 6034088"/>
              <a:gd name="connsiteX912" fmla="*/ 7564295 w 10728325"/>
              <a:gd name="connsiteY912" fmla="*/ 3739626 h 6034088"/>
              <a:gd name="connsiteX913" fmla="*/ 7564295 w 10728325"/>
              <a:gd name="connsiteY913" fmla="*/ 3846061 h 6034088"/>
              <a:gd name="connsiteX914" fmla="*/ 7670735 w 10728325"/>
              <a:gd name="connsiteY914" fmla="*/ 3846061 h 6034088"/>
              <a:gd name="connsiteX915" fmla="*/ 7670735 w 10728325"/>
              <a:gd name="connsiteY915" fmla="*/ 3739626 h 6034088"/>
              <a:gd name="connsiteX916" fmla="*/ 7903338 w 10728325"/>
              <a:gd name="connsiteY916" fmla="*/ 3733893 h 6034088"/>
              <a:gd name="connsiteX917" fmla="*/ 7903338 w 10728325"/>
              <a:gd name="connsiteY917" fmla="*/ 3851563 h 6034088"/>
              <a:gd name="connsiteX918" fmla="*/ 8021008 w 10728325"/>
              <a:gd name="connsiteY918" fmla="*/ 3851563 h 6034088"/>
              <a:gd name="connsiteX919" fmla="*/ 8021008 w 10728325"/>
              <a:gd name="connsiteY919" fmla="*/ 3733893 h 6034088"/>
              <a:gd name="connsiteX920" fmla="*/ 8242772 w 10728325"/>
              <a:gd name="connsiteY920" fmla="*/ 3728379 h 6034088"/>
              <a:gd name="connsiteX921" fmla="*/ 8242772 w 10728325"/>
              <a:gd name="connsiteY921" fmla="*/ 3857089 h 6034088"/>
              <a:gd name="connsiteX922" fmla="*/ 8371450 w 10728325"/>
              <a:gd name="connsiteY922" fmla="*/ 3857089 h 6034088"/>
              <a:gd name="connsiteX923" fmla="*/ 8371450 w 10728325"/>
              <a:gd name="connsiteY923" fmla="*/ 3728379 h 6034088"/>
              <a:gd name="connsiteX924" fmla="*/ 8581983 w 10728325"/>
              <a:gd name="connsiteY924" fmla="*/ 3723060 h 6034088"/>
              <a:gd name="connsiteX925" fmla="*/ 8581983 w 10728325"/>
              <a:gd name="connsiteY925" fmla="*/ 3862805 h 6034088"/>
              <a:gd name="connsiteX926" fmla="*/ 8721724 w 10728325"/>
              <a:gd name="connsiteY926" fmla="*/ 3862805 h 6034088"/>
              <a:gd name="connsiteX927" fmla="*/ 8721724 w 10728325"/>
              <a:gd name="connsiteY927" fmla="*/ 3723060 h 6034088"/>
              <a:gd name="connsiteX928" fmla="*/ 10473651 w 10728325"/>
              <a:gd name="connsiteY928" fmla="*/ 3720892 h 6034088"/>
              <a:gd name="connsiteX929" fmla="*/ 10617583 w 10728325"/>
              <a:gd name="connsiteY929" fmla="*/ 3720892 h 6034088"/>
              <a:gd name="connsiteX930" fmla="*/ 10617583 w 10728325"/>
              <a:gd name="connsiteY930" fmla="*/ 3864973 h 6034088"/>
              <a:gd name="connsiteX931" fmla="*/ 10473651 w 10728325"/>
              <a:gd name="connsiteY931" fmla="*/ 3864973 h 6034088"/>
              <a:gd name="connsiteX932" fmla="*/ 8921417 w 10728325"/>
              <a:gd name="connsiteY932" fmla="*/ 3717551 h 6034088"/>
              <a:gd name="connsiteX933" fmla="*/ 8921417 w 10728325"/>
              <a:gd name="connsiteY933" fmla="*/ 3868331 h 6034088"/>
              <a:gd name="connsiteX934" fmla="*/ 9072221 w 10728325"/>
              <a:gd name="connsiteY934" fmla="*/ 3868331 h 6034088"/>
              <a:gd name="connsiteX935" fmla="*/ 9072221 w 10728325"/>
              <a:gd name="connsiteY935" fmla="*/ 3717551 h 6034088"/>
              <a:gd name="connsiteX936" fmla="*/ 10123209 w 10728325"/>
              <a:gd name="connsiteY936" fmla="*/ 3715171 h 6034088"/>
              <a:gd name="connsiteX937" fmla="*/ 10278539 w 10728325"/>
              <a:gd name="connsiteY937" fmla="*/ 3715171 h 6034088"/>
              <a:gd name="connsiteX938" fmla="*/ 10278539 w 10728325"/>
              <a:gd name="connsiteY938" fmla="*/ 3870487 h 6034088"/>
              <a:gd name="connsiteX939" fmla="*/ 10123209 w 10728325"/>
              <a:gd name="connsiteY939" fmla="*/ 3870487 h 6034088"/>
              <a:gd name="connsiteX940" fmla="*/ 9260460 w 10728325"/>
              <a:gd name="connsiteY940" fmla="*/ 3711835 h 6034088"/>
              <a:gd name="connsiteX941" fmla="*/ 9260460 w 10728325"/>
              <a:gd name="connsiteY941" fmla="*/ 3873850 h 6034088"/>
              <a:gd name="connsiteX942" fmla="*/ 9422494 w 10728325"/>
              <a:gd name="connsiteY942" fmla="*/ 3873850 h 6034088"/>
              <a:gd name="connsiteX943" fmla="*/ 9422494 w 10728325"/>
              <a:gd name="connsiteY943" fmla="*/ 3711835 h 6034088"/>
              <a:gd name="connsiteX944" fmla="*/ 9772936 w 10728325"/>
              <a:gd name="connsiteY944" fmla="*/ 3709668 h 6034088"/>
              <a:gd name="connsiteX945" fmla="*/ 9939105 w 10728325"/>
              <a:gd name="connsiteY945" fmla="*/ 3709668 h 6034088"/>
              <a:gd name="connsiteX946" fmla="*/ 9939105 w 10728325"/>
              <a:gd name="connsiteY946" fmla="*/ 3876018 h 6034088"/>
              <a:gd name="connsiteX947" fmla="*/ 9772936 w 10728325"/>
              <a:gd name="connsiteY947" fmla="*/ 3876018 h 6034088"/>
              <a:gd name="connsiteX948" fmla="*/ 4680356 w 10728325"/>
              <a:gd name="connsiteY948" fmla="*/ 3614469 h 6034088"/>
              <a:gd name="connsiteX949" fmla="*/ 4680356 w 10728325"/>
              <a:gd name="connsiteY949" fmla="*/ 3626688 h 6034088"/>
              <a:gd name="connsiteX950" fmla="*/ 4692576 w 10728325"/>
              <a:gd name="connsiteY950" fmla="*/ 3626688 h 6034088"/>
              <a:gd name="connsiteX951" fmla="*/ 4692576 w 10728325"/>
              <a:gd name="connsiteY951" fmla="*/ 3614469 h 6034088"/>
              <a:gd name="connsiteX952" fmla="*/ 5019589 w 10728325"/>
              <a:gd name="connsiteY952" fmla="*/ 3608736 h 6034088"/>
              <a:gd name="connsiteX953" fmla="*/ 5019589 w 10728325"/>
              <a:gd name="connsiteY953" fmla="*/ 3632196 h 6034088"/>
              <a:gd name="connsiteX954" fmla="*/ 5043045 w 10728325"/>
              <a:gd name="connsiteY954" fmla="*/ 3632196 h 6034088"/>
              <a:gd name="connsiteX955" fmla="*/ 5043045 w 10728325"/>
              <a:gd name="connsiteY955" fmla="*/ 3608736 h 6034088"/>
              <a:gd name="connsiteX956" fmla="*/ 5358822 w 10728325"/>
              <a:gd name="connsiteY956" fmla="*/ 3603222 h 6034088"/>
              <a:gd name="connsiteX957" fmla="*/ 5358822 w 10728325"/>
              <a:gd name="connsiteY957" fmla="*/ 3637717 h 6034088"/>
              <a:gd name="connsiteX958" fmla="*/ 5393313 w 10728325"/>
              <a:gd name="connsiteY958" fmla="*/ 3637717 h 6034088"/>
              <a:gd name="connsiteX959" fmla="*/ 5393313 w 10728325"/>
              <a:gd name="connsiteY959" fmla="*/ 3603222 h 6034088"/>
              <a:gd name="connsiteX960" fmla="*/ 5698217 w 10728325"/>
              <a:gd name="connsiteY960" fmla="*/ 3597713 h 6034088"/>
              <a:gd name="connsiteX961" fmla="*/ 5698217 w 10728325"/>
              <a:gd name="connsiteY961" fmla="*/ 3643242 h 6034088"/>
              <a:gd name="connsiteX962" fmla="*/ 5743754 w 10728325"/>
              <a:gd name="connsiteY962" fmla="*/ 3643242 h 6034088"/>
              <a:gd name="connsiteX963" fmla="*/ 5743754 w 10728325"/>
              <a:gd name="connsiteY963" fmla="*/ 3597713 h 6034088"/>
              <a:gd name="connsiteX964" fmla="*/ 6037483 w 10728325"/>
              <a:gd name="connsiteY964" fmla="*/ 3592176 h 6034088"/>
              <a:gd name="connsiteX965" fmla="*/ 6037483 w 10728325"/>
              <a:gd name="connsiteY965" fmla="*/ 3648740 h 6034088"/>
              <a:gd name="connsiteX966" fmla="*/ 6094027 w 10728325"/>
              <a:gd name="connsiteY966" fmla="*/ 3648740 h 6034088"/>
              <a:gd name="connsiteX967" fmla="*/ 6094027 w 10728325"/>
              <a:gd name="connsiteY967" fmla="*/ 3592176 h 6034088"/>
              <a:gd name="connsiteX968" fmla="*/ 6376694 w 10728325"/>
              <a:gd name="connsiteY968" fmla="*/ 3586466 h 6034088"/>
              <a:gd name="connsiteX969" fmla="*/ 6376694 w 10728325"/>
              <a:gd name="connsiteY969" fmla="*/ 3654271 h 6034088"/>
              <a:gd name="connsiteX970" fmla="*/ 6444525 w 10728325"/>
              <a:gd name="connsiteY970" fmla="*/ 3654271 h 6034088"/>
              <a:gd name="connsiteX971" fmla="*/ 6444525 w 10728325"/>
              <a:gd name="connsiteY971" fmla="*/ 3586466 h 6034088"/>
              <a:gd name="connsiteX972" fmla="*/ 6715905 w 10728325"/>
              <a:gd name="connsiteY972" fmla="*/ 3580951 h 6034088"/>
              <a:gd name="connsiteX973" fmla="*/ 6715905 w 10728325"/>
              <a:gd name="connsiteY973" fmla="*/ 3659791 h 6034088"/>
              <a:gd name="connsiteX974" fmla="*/ 6794743 w 10728325"/>
              <a:gd name="connsiteY974" fmla="*/ 3659791 h 6034088"/>
              <a:gd name="connsiteX975" fmla="*/ 6794743 w 10728325"/>
              <a:gd name="connsiteY975" fmla="*/ 3580951 h 6034088"/>
              <a:gd name="connsiteX976" fmla="*/ 7055339 w 10728325"/>
              <a:gd name="connsiteY976" fmla="*/ 3575437 h 6034088"/>
              <a:gd name="connsiteX977" fmla="*/ 7055339 w 10728325"/>
              <a:gd name="connsiteY977" fmla="*/ 3665317 h 6034088"/>
              <a:gd name="connsiteX978" fmla="*/ 7145240 w 10728325"/>
              <a:gd name="connsiteY978" fmla="*/ 3665317 h 6034088"/>
              <a:gd name="connsiteX979" fmla="*/ 7145240 w 10728325"/>
              <a:gd name="connsiteY979" fmla="*/ 3575437 h 6034088"/>
              <a:gd name="connsiteX980" fmla="*/ 7394606 w 10728325"/>
              <a:gd name="connsiteY980" fmla="*/ 3569906 h 6034088"/>
              <a:gd name="connsiteX981" fmla="*/ 7394606 w 10728325"/>
              <a:gd name="connsiteY981" fmla="*/ 3670826 h 6034088"/>
              <a:gd name="connsiteX982" fmla="*/ 7495515 w 10728325"/>
              <a:gd name="connsiteY982" fmla="*/ 3670826 h 6034088"/>
              <a:gd name="connsiteX983" fmla="*/ 7495515 w 10728325"/>
              <a:gd name="connsiteY983" fmla="*/ 3569906 h 6034088"/>
              <a:gd name="connsiteX984" fmla="*/ 7733817 w 10728325"/>
              <a:gd name="connsiteY984" fmla="*/ 3564391 h 6034088"/>
              <a:gd name="connsiteX985" fmla="*/ 7733817 w 10728325"/>
              <a:gd name="connsiteY985" fmla="*/ 3676541 h 6034088"/>
              <a:gd name="connsiteX986" fmla="*/ 7845956 w 10728325"/>
              <a:gd name="connsiteY986" fmla="*/ 3676541 h 6034088"/>
              <a:gd name="connsiteX987" fmla="*/ 7845956 w 10728325"/>
              <a:gd name="connsiteY987" fmla="*/ 3564391 h 6034088"/>
              <a:gd name="connsiteX988" fmla="*/ 8073027 w 10728325"/>
              <a:gd name="connsiteY988" fmla="*/ 3558877 h 6034088"/>
              <a:gd name="connsiteX989" fmla="*/ 8073027 w 10728325"/>
              <a:gd name="connsiteY989" fmla="*/ 3682062 h 6034088"/>
              <a:gd name="connsiteX990" fmla="*/ 8196229 w 10728325"/>
              <a:gd name="connsiteY990" fmla="*/ 3682062 h 6034088"/>
              <a:gd name="connsiteX991" fmla="*/ 8196229 w 10728325"/>
              <a:gd name="connsiteY991" fmla="*/ 3558877 h 6034088"/>
              <a:gd name="connsiteX992" fmla="*/ 8412461 w 10728325"/>
              <a:gd name="connsiteY992" fmla="*/ 3553362 h 6034088"/>
              <a:gd name="connsiteX993" fmla="*/ 8412461 w 10728325"/>
              <a:gd name="connsiteY993" fmla="*/ 3687593 h 6034088"/>
              <a:gd name="connsiteX994" fmla="*/ 8546726 w 10728325"/>
              <a:gd name="connsiteY994" fmla="*/ 3687593 h 6034088"/>
              <a:gd name="connsiteX995" fmla="*/ 8546726 w 10728325"/>
              <a:gd name="connsiteY995" fmla="*/ 3553362 h 6034088"/>
              <a:gd name="connsiteX996" fmla="*/ 10648927 w 10728325"/>
              <a:gd name="connsiteY996" fmla="*/ 3551195 h 6034088"/>
              <a:gd name="connsiteX997" fmla="*/ 10728325 w 10728325"/>
              <a:gd name="connsiteY997" fmla="*/ 3551195 h 6034088"/>
              <a:gd name="connsiteX998" fmla="*/ 10728325 w 10728325"/>
              <a:gd name="connsiteY998" fmla="*/ 3689548 h 6034088"/>
              <a:gd name="connsiteX999" fmla="*/ 10648927 w 10728325"/>
              <a:gd name="connsiteY999" fmla="*/ 3689548 h 6034088"/>
              <a:gd name="connsiteX1000" fmla="*/ 8751728 w 10728325"/>
              <a:gd name="connsiteY1000" fmla="*/ 3547831 h 6034088"/>
              <a:gd name="connsiteX1001" fmla="*/ 8751728 w 10728325"/>
              <a:gd name="connsiteY1001" fmla="*/ 3693096 h 6034088"/>
              <a:gd name="connsiteX1002" fmla="*/ 8897000 w 10728325"/>
              <a:gd name="connsiteY1002" fmla="*/ 3693096 h 6034088"/>
              <a:gd name="connsiteX1003" fmla="*/ 8897000 w 10728325"/>
              <a:gd name="connsiteY1003" fmla="*/ 3547831 h 6034088"/>
              <a:gd name="connsiteX1004" fmla="*/ 10298431 w 10728325"/>
              <a:gd name="connsiteY1004" fmla="*/ 3545669 h 6034088"/>
              <a:gd name="connsiteX1005" fmla="*/ 10448228 w 10728325"/>
              <a:gd name="connsiteY1005" fmla="*/ 3545669 h 6034088"/>
              <a:gd name="connsiteX1006" fmla="*/ 10448228 w 10728325"/>
              <a:gd name="connsiteY1006" fmla="*/ 3695275 h 6034088"/>
              <a:gd name="connsiteX1007" fmla="*/ 10298431 w 10728325"/>
              <a:gd name="connsiteY1007" fmla="*/ 3695275 h 6034088"/>
              <a:gd name="connsiteX1008" fmla="*/ 9091106 w 10728325"/>
              <a:gd name="connsiteY1008" fmla="*/ 3542317 h 6034088"/>
              <a:gd name="connsiteX1009" fmla="*/ 9091106 w 10728325"/>
              <a:gd name="connsiteY1009" fmla="*/ 3698617 h 6034088"/>
              <a:gd name="connsiteX1010" fmla="*/ 9247441 w 10728325"/>
              <a:gd name="connsiteY1010" fmla="*/ 3698617 h 6034088"/>
              <a:gd name="connsiteX1011" fmla="*/ 9247441 w 10728325"/>
              <a:gd name="connsiteY1011" fmla="*/ 3542317 h 6034088"/>
              <a:gd name="connsiteX1012" fmla="*/ 9948157 w 10728325"/>
              <a:gd name="connsiteY1012" fmla="*/ 3540149 h 6034088"/>
              <a:gd name="connsiteX1013" fmla="*/ 10108794 w 10728325"/>
              <a:gd name="connsiteY1013" fmla="*/ 3540149 h 6034088"/>
              <a:gd name="connsiteX1014" fmla="*/ 10108794 w 10728325"/>
              <a:gd name="connsiteY1014" fmla="*/ 3700790 h 6034088"/>
              <a:gd name="connsiteX1015" fmla="*/ 9948157 w 10728325"/>
              <a:gd name="connsiteY1015" fmla="*/ 3700790 h 6034088"/>
              <a:gd name="connsiteX1016" fmla="*/ 9430150 w 10728325"/>
              <a:gd name="connsiteY1016" fmla="*/ 3536601 h 6034088"/>
              <a:gd name="connsiteX1017" fmla="*/ 9430150 w 10728325"/>
              <a:gd name="connsiteY1017" fmla="*/ 3704142 h 6034088"/>
              <a:gd name="connsiteX1018" fmla="*/ 9597716 w 10728325"/>
              <a:gd name="connsiteY1018" fmla="*/ 3704142 h 6034088"/>
              <a:gd name="connsiteX1019" fmla="*/ 9597716 w 10728325"/>
              <a:gd name="connsiteY1019" fmla="*/ 3536601 h 6034088"/>
              <a:gd name="connsiteX1020" fmla="*/ 4510650 w 10728325"/>
              <a:gd name="connsiteY1020" fmla="*/ 3444754 h 6034088"/>
              <a:gd name="connsiteX1021" fmla="*/ 4510650 w 10728325"/>
              <a:gd name="connsiteY1021" fmla="*/ 3451453 h 6034088"/>
              <a:gd name="connsiteX1022" fmla="*/ 4517355 w 10728325"/>
              <a:gd name="connsiteY1022" fmla="*/ 3451453 h 6034088"/>
              <a:gd name="connsiteX1023" fmla="*/ 4517355 w 10728325"/>
              <a:gd name="connsiteY1023" fmla="*/ 3444754 h 6034088"/>
              <a:gd name="connsiteX1024" fmla="*/ 4849872 w 10728325"/>
              <a:gd name="connsiteY1024" fmla="*/ 3439039 h 6034088"/>
              <a:gd name="connsiteX1025" fmla="*/ 4849872 w 10728325"/>
              <a:gd name="connsiteY1025" fmla="*/ 3456973 h 6034088"/>
              <a:gd name="connsiteX1026" fmla="*/ 4867813 w 10728325"/>
              <a:gd name="connsiteY1026" fmla="*/ 3456973 h 6034088"/>
              <a:gd name="connsiteX1027" fmla="*/ 4867813 w 10728325"/>
              <a:gd name="connsiteY1027" fmla="*/ 3439039 h 6034088"/>
              <a:gd name="connsiteX1028" fmla="*/ 5189105 w 10728325"/>
              <a:gd name="connsiteY1028" fmla="*/ 3433530 h 6034088"/>
              <a:gd name="connsiteX1029" fmla="*/ 5189105 w 10728325"/>
              <a:gd name="connsiteY1029" fmla="*/ 3462499 h 6034088"/>
              <a:gd name="connsiteX1030" fmla="*/ 5218081 w 10728325"/>
              <a:gd name="connsiteY1030" fmla="*/ 3462499 h 6034088"/>
              <a:gd name="connsiteX1031" fmla="*/ 5218081 w 10728325"/>
              <a:gd name="connsiteY1031" fmla="*/ 3433530 h 6034088"/>
              <a:gd name="connsiteX1032" fmla="*/ 5528522 w 10728325"/>
              <a:gd name="connsiteY1032" fmla="*/ 3427993 h 6034088"/>
              <a:gd name="connsiteX1033" fmla="*/ 5528522 w 10728325"/>
              <a:gd name="connsiteY1033" fmla="*/ 3468008 h 6034088"/>
              <a:gd name="connsiteX1034" fmla="*/ 5568539 w 10728325"/>
              <a:gd name="connsiteY1034" fmla="*/ 3468008 h 6034088"/>
              <a:gd name="connsiteX1035" fmla="*/ 5568539 w 10728325"/>
              <a:gd name="connsiteY1035" fmla="*/ 3427993 h 6034088"/>
              <a:gd name="connsiteX1036" fmla="*/ 5867738 w 10728325"/>
              <a:gd name="connsiteY1036" fmla="*/ 3422478 h 6034088"/>
              <a:gd name="connsiteX1037" fmla="*/ 5867738 w 10728325"/>
              <a:gd name="connsiteY1037" fmla="*/ 3473528 h 6034088"/>
              <a:gd name="connsiteX1038" fmla="*/ 5918807 w 10728325"/>
              <a:gd name="connsiteY1038" fmla="*/ 3473528 h 6034088"/>
              <a:gd name="connsiteX1039" fmla="*/ 5918807 w 10728325"/>
              <a:gd name="connsiteY1039" fmla="*/ 3422478 h 6034088"/>
              <a:gd name="connsiteX1040" fmla="*/ 6207005 w 10728325"/>
              <a:gd name="connsiteY1040" fmla="*/ 3416768 h 6034088"/>
              <a:gd name="connsiteX1041" fmla="*/ 6207005 w 10728325"/>
              <a:gd name="connsiteY1041" fmla="*/ 3479047 h 6034088"/>
              <a:gd name="connsiteX1042" fmla="*/ 6269248 w 10728325"/>
              <a:gd name="connsiteY1042" fmla="*/ 3479047 h 6034088"/>
              <a:gd name="connsiteX1043" fmla="*/ 6269248 w 10728325"/>
              <a:gd name="connsiteY1043" fmla="*/ 3416768 h 6034088"/>
              <a:gd name="connsiteX1044" fmla="*/ 6546216 w 10728325"/>
              <a:gd name="connsiteY1044" fmla="*/ 3411444 h 6034088"/>
              <a:gd name="connsiteX1045" fmla="*/ 6546216 w 10728325"/>
              <a:gd name="connsiteY1045" fmla="*/ 3484769 h 6034088"/>
              <a:gd name="connsiteX1046" fmla="*/ 6619523 w 10728325"/>
              <a:gd name="connsiteY1046" fmla="*/ 3484769 h 6034088"/>
              <a:gd name="connsiteX1047" fmla="*/ 6619523 w 10728325"/>
              <a:gd name="connsiteY1047" fmla="*/ 3411444 h 6034088"/>
              <a:gd name="connsiteX1048" fmla="*/ 6885650 w 10728325"/>
              <a:gd name="connsiteY1048" fmla="*/ 3405913 h 6034088"/>
              <a:gd name="connsiteX1049" fmla="*/ 6885650 w 10728325"/>
              <a:gd name="connsiteY1049" fmla="*/ 3490273 h 6034088"/>
              <a:gd name="connsiteX1050" fmla="*/ 6970020 w 10728325"/>
              <a:gd name="connsiteY1050" fmla="*/ 3490273 h 6034088"/>
              <a:gd name="connsiteX1051" fmla="*/ 6970020 w 10728325"/>
              <a:gd name="connsiteY1051" fmla="*/ 3405913 h 6034088"/>
              <a:gd name="connsiteX1052" fmla="*/ 7224861 w 10728325"/>
              <a:gd name="connsiteY1052" fmla="*/ 3400404 h 6034088"/>
              <a:gd name="connsiteX1053" fmla="*/ 7224861 w 10728325"/>
              <a:gd name="connsiteY1053" fmla="*/ 3495799 h 6034088"/>
              <a:gd name="connsiteX1054" fmla="*/ 7320294 w 10728325"/>
              <a:gd name="connsiteY1054" fmla="*/ 3495799 h 6034088"/>
              <a:gd name="connsiteX1055" fmla="*/ 7320294 w 10728325"/>
              <a:gd name="connsiteY1055" fmla="*/ 3400404 h 6034088"/>
              <a:gd name="connsiteX1056" fmla="*/ 7564295 w 10728325"/>
              <a:gd name="connsiteY1056" fmla="*/ 3394889 h 6034088"/>
              <a:gd name="connsiteX1057" fmla="*/ 7564295 w 10728325"/>
              <a:gd name="connsiteY1057" fmla="*/ 3501324 h 6034088"/>
              <a:gd name="connsiteX1058" fmla="*/ 7670735 w 10728325"/>
              <a:gd name="connsiteY1058" fmla="*/ 3501324 h 6034088"/>
              <a:gd name="connsiteX1059" fmla="*/ 7670735 w 10728325"/>
              <a:gd name="connsiteY1059" fmla="*/ 3394889 h 6034088"/>
              <a:gd name="connsiteX1060" fmla="*/ 7903338 w 10728325"/>
              <a:gd name="connsiteY1060" fmla="*/ 3389179 h 6034088"/>
              <a:gd name="connsiteX1061" fmla="*/ 7903338 w 10728325"/>
              <a:gd name="connsiteY1061" fmla="*/ 3506849 h 6034088"/>
              <a:gd name="connsiteX1062" fmla="*/ 8021008 w 10728325"/>
              <a:gd name="connsiteY1062" fmla="*/ 3506849 h 6034088"/>
              <a:gd name="connsiteX1063" fmla="*/ 8021008 w 10728325"/>
              <a:gd name="connsiteY1063" fmla="*/ 3389179 h 6034088"/>
              <a:gd name="connsiteX1064" fmla="*/ 8242772 w 10728325"/>
              <a:gd name="connsiteY1064" fmla="*/ 3383648 h 6034088"/>
              <a:gd name="connsiteX1065" fmla="*/ 8242772 w 10728325"/>
              <a:gd name="connsiteY1065" fmla="*/ 3512353 h 6034088"/>
              <a:gd name="connsiteX1066" fmla="*/ 8371450 w 10728325"/>
              <a:gd name="connsiteY1066" fmla="*/ 3512353 h 6034088"/>
              <a:gd name="connsiteX1067" fmla="*/ 8371450 w 10728325"/>
              <a:gd name="connsiteY1067" fmla="*/ 3383648 h 6034088"/>
              <a:gd name="connsiteX1068" fmla="*/ 8581983 w 10728325"/>
              <a:gd name="connsiteY1068" fmla="*/ 3378134 h 6034088"/>
              <a:gd name="connsiteX1069" fmla="*/ 8581983 w 10728325"/>
              <a:gd name="connsiteY1069" fmla="*/ 3517879 h 6034088"/>
              <a:gd name="connsiteX1070" fmla="*/ 8721724 w 10728325"/>
              <a:gd name="connsiteY1070" fmla="*/ 3517879 h 6034088"/>
              <a:gd name="connsiteX1071" fmla="*/ 8721724 w 10728325"/>
              <a:gd name="connsiteY1071" fmla="*/ 3378134 h 6034088"/>
              <a:gd name="connsiteX1072" fmla="*/ 10473651 w 10728325"/>
              <a:gd name="connsiteY1072" fmla="*/ 3375960 h 6034088"/>
              <a:gd name="connsiteX1073" fmla="*/ 10617583 w 10728325"/>
              <a:gd name="connsiteY1073" fmla="*/ 3375960 h 6034088"/>
              <a:gd name="connsiteX1074" fmla="*/ 10617583 w 10728325"/>
              <a:gd name="connsiteY1074" fmla="*/ 3520242 h 6034088"/>
              <a:gd name="connsiteX1075" fmla="*/ 10473651 w 10728325"/>
              <a:gd name="connsiteY1075" fmla="*/ 3520242 h 6034088"/>
              <a:gd name="connsiteX1076" fmla="*/ 8921417 w 10728325"/>
              <a:gd name="connsiteY1076" fmla="*/ 3372619 h 6034088"/>
              <a:gd name="connsiteX1077" fmla="*/ 8921417 w 10728325"/>
              <a:gd name="connsiteY1077" fmla="*/ 3523404 h 6034088"/>
              <a:gd name="connsiteX1078" fmla="*/ 9072221 w 10728325"/>
              <a:gd name="connsiteY1078" fmla="*/ 3523404 h 6034088"/>
              <a:gd name="connsiteX1079" fmla="*/ 9072221 w 10728325"/>
              <a:gd name="connsiteY1079" fmla="*/ 3372619 h 6034088"/>
              <a:gd name="connsiteX1080" fmla="*/ 10123209 w 10728325"/>
              <a:gd name="connsiteY1080" fmla="*/ 3370457 h 6034088"/>
              <a:gd name="connsiteX1081" fmla="*/ 10278539 w 10728325"/>
              <a:gd name="connsiteY1081" fmla="*/ 3370457 h 6034088"/>
              <a:gd name="connsiteX1082" fmla="*/ 10278539 w 10728325"/>
              <a:gd name="connsiteY1082" fmla="*/ 3525561 h 6034088"/>
              <a:gd name="connsiteX1083" fmla="*/ 10123209 w 10728325"/>
              <a:gd name="connsiteY1083" fmla="*/ 3525561 h 6034088"/>
              <a:gd name="connsiteX1084" fmla="*/ 9260460 w 10728325"/>
              <a:gd name="connsiteY1084" fmla="*/ 3366909 h 6034088"/>
              <a:gd name="connsiteX1085" fmla="*/ 9260460 w 10728325"/>
              <a:gd name="connsiteY1085" fmla="*/ 3528924 h 6034088"/>
              <a:gd name="connsiteX1086" fmla="*/ 9422494 w 10728325"/>
              <a:gd name="connsiteY1086" fmla="*/ 3528924 h 6034088"/>
              <a:gd name="connsiteX1087" fmla="*/ 9422494 w 10728325"/>
              <a:gd name="connsiteY1087" fmla="*/ 3366909 h 6034088"/>
              <a:gd name="connsiteX1088" fmla="*/ 9772936 w 10728325"/>
              <a:gd name="connsiteY1088" fmla="*/ 3364931 h 6034088"/>
              <a:gd name="connsiteX1089" fmla="*/ 9939105 w 10728325"/>
              <a:gd name="connsiteY1089" fmla="*/ 3364931 h 6034088"/>
              <a:gd name="connsiteX1090" fmla="*/ 9939105 w 10728325"/>
              <a:gd name="connsiteY1090" fmla="*/ 3531092 h 6034088"/>
              <a:gd name="connsiteX1091" fmla="*/ 9772936 w 10728325"/>
              <a:gd name="connsiteY1091" fmla="*/ 3531092 h 6034088"/>
              <a:gd name="connsiteX1092" fmla="*/ 4680356 w 10728325"/>
              <a:gd name="connsiteY1092" fmla="*/ 3269542 h 6034088"/>
              <a:gd name="connsiteX1093" fmla="*/ 4680356 w 10728325"/>
              <a:gd name="connsiteY1093" fmla="*/ 3281761 h 6034088"/>
              <a:gd name="connsiteX1094" fmla="*/ 4692576 w 10728325"/>
              <a:gd name="connsiteY1094" fmla="*/ 3281761 h 6034088"/>
              <a:gd name="connsiteX1095" fmla="*/ 4692576 w 10728325"/>
              <a:gd name="connsiteY1095" fmla="*/ 3269542 h 6034088"/>
              <a:gd name="connsiteX1096" fmla="*/ 5019589 w 10728325"/>
              <a:gd name="connsiteY1096" fmla="*/ 3263810 h 6034088"/>
              <a:gd name="connsiteX1097" fmla="*/ 5019589 w 10728325"/>
              <a:gd name="connsiteY1097" fmla="*/ 3287265 h 6034088"/>
              <a:gd name="connsiteX1098" fmla="*/ 5043045 w 10728325"/>
              <a:gd name="connsiteY1098" fmla="*/ 3287265 h 6034088"/>
              <a:gd name="connsiteX1099" fmla="*/ 5043045 w 10728325"/>
              <a:gd name="connsiteY1099" fmla="*/ 3263810 h 6034088"/>
              <a:gd name="connsiteX1100" fmla="*/ 5358822 w 10728325"/>
              <a:gd name="connsiteY1100" fmla="*/ 3258295 h 6034088"/>
              <a:gd name="connsiteX1101" fmla="*/ 5358822 w 10728325"/>
              <a:gd name="connsiteY1101" fmla="*/ 3292790 h 6034088"/>
              <a:gd name="connsiteX1102" fmla="*/ 5393313 w 10728325"/>
              <a:gd name="connsiteY1102" fmla="*/ 3292790 h 6034088"/>
              <a:gd name="connsiteX1103" fmla="*/ 5393313 w 10728325"/>
              <a:gd name="connsiteY1103" fmla="*/ 3258295 h 6034088"/>
              <a:gd name="connsiteX1104" fmla="*/ 5698217 w 10728325"/>
              <a:gd name="connsiteY1104" fmla="*/ 3252976 h 6034088"/>
              <a:gd name="connsiteX1105" fmla="*/ 5698217 w 10728325"/>
              <a:gd name="connsiteY1105" fmla="*/ 3298505 h 6034088"/>
              <a:gd name="connsiteX1106" fmla="*/ 5743754 w 10728325"/>
              <a:gd name="connsiteY1106" fmla="*/ 3298505 h 6034088"/>
              <a:gd name="connsiteX1107" fmla="*/ 5743754 w 10728325"/>
              <a:gd name="connsiteY1107" fmla="*/ 3252976 h 6034088"/>
              <a:gd name="connsiteX1108" fmla="*/ 6037483 w 10728325"/>
              <a:gd name="connsiteY1108" fmla="*/ 3247456 h 6034088"/>
              <a:gd name="connsiteX1109" fmla="*/ 6037483 w 10728325"/>
              <a:gd name="connsiteY1109" fmla="*/ 3304026 h 6034088"/>
              <a:gd name="connsiteX1110" fmla="*/ 6094027 w 10728325"/>
              <a:gd name="connsiteY1110" fmla="*/ 3304026 h 6034088"/>
              <a:gd name="connsiteX1111" fmla="*/ 6094027 w 10728325"/>
              <a:gd name="connsiteY1111" fmla="*/ 3247456 h 6034088"/>
              <a:gd name="connsiteX1112" fmla="*/ 6376694 w 10728325"/>
              <a:gd name="connsiteY1112" fmla="*/ 3241730 h 6034088"/>
              <a:gd name="connsiteX1113" fmla="*/ 6376694 w 10728325"/>
              <a:gd name="connsiteY1113" fmla="*/ 3309535 h 6034088"/>
              <a:gd name="connsiteX1114" fmla="*/ 6444525 w 10728325"/>
              <a:gd name="connsiteY1114" fmla="*/ 3309535 h 6034088"/>
              <a:gd name="connsiteX1115" fmla="*/ 6444525 w 10728325"/>
              <a:gd name="connsiteY1115" fmla="*/ 3241730 h 6034088"/>
              <a:gd name="connsiteX1116" fmla="*/ 6715905 w 10728325"/>
              <a:gd name="connsiteY1116" fmla="*/ 3236221 h 6034088"/>
              <a:gd name="connsiteX1117" fmla="*/ 6715905 w 10728325"/>
              <a:gd name="connsiteY1117" fmla="*/ 3315061 h 6034088"/>
              <a:gd name="connsiteX1118" fmla="*/ 6794743 w 10728325"/>
              <a:gd name="connsiteY1118" fmla="*/ 3315061 h 6034088"/>
              <a:gd name="connsiteX1119" fmla="*/ 6794743 w 10728325"/>
              <a:gd name="connsiteY1119" fmla="*/ 3236221 h 6034088"/>
              <a:gd name="connsiteX1120" fmla="*/ 7055339 w 10728325"/>
              <a:gd name="connsiteY1120" fmla="*/ 3230701 h 6034088"/>
              <a:gd name="connsiteX1121" fmla="*/ 7055339 w 10728325"/>
              <a:gd name="connsiteY1121" fmla="*/ 3320581 h 6034088"/>
              <a:gd name="connsiteX1122" fmla="*/ 7145240 w 10728325"/>
              <a:gd name="connsiteY1122" fmla="*/ 3320581 h 6034088"/>
              <a:gd name="connsiteX1123" fmla="*/ 7145240 w 10728325"/>
              <a:gd name="connsiteY1123" fmla="*/ 3230701 h 6034088"/>
              <a:gd name="connsiteX1124" fmla="*/ 7394606 w 10728325"/>
              <a:gd name="connsiteY1124" fmla="*/ 3225192 h 6034088"/>
              <a:gd name="connsiteX1125" fmla="*/ 7394606 w 10728325"/>
              <a:gd name="connsiteY1125" fmla="*/ 3326107 h 6034088"/>
              <a:gd name="connsiteX1126" fmla="*/ 7495515 w 10728325"/>
              <a:gd name="connsiteY1126" fmla="*/ 3326107 h 6034088"/>
              <a:gd name="connsiteX1127" fmla="*/ 7495515 w 10728325"/>
              <a:gd name="connsiteY1127" fmla="*/ 3225192 h 6034088"/>
              <a:gd name="connsiteX1128" fmla="*/ 7733817 w 10728325"/>
              <a:gd name="connsiteY1128" fmla="*/ 3219465 h 6034088"/>
              <a:gd name="connsiteX1129" fmla="*/ 7733817 w 10728325"/>
              <a:gd name="connsiteY1129" fmla="*/ 3331615 h 6034088"/>
              <a:gd name="connsiteX1130" fmla="*/ 7845956 w 10728325"/>
              <a:gd name="connsiteY1130" fmla="*/ 3331615 h 6034088"/>
              <a:gd name="connsiteX1131" fmla="*/ 7845956 w 10728325"/>
              <a:gd name="connsiteY1131" fmla="*/ 3219465 h 6034088"/>
              <a:gd name="connsiteX1132" fmla="*/ 8073027 w 10728325"/>
              <a:gd name="connsiteY1132" fmla="*/ 3213945 h 6034088"/>
              <a:gd name="connsiteX1133" fmla="*/ 8073027 w 10728325"/>
              <a:gd name="connsiteY1133" fmla="*/ 3337135 h 6034088"/>
              <a:gd name="connsiteX1134" fmla="*/ 8196229 w 10728325"/>
              <a:gd name="connsiteY1134" fmla="*/ 3337135 h 6034088"/>
              <a:gd name="connsiteX1135" fmla="*/ 8196229 w 10728325"/>
              <a:gd name="connsiteY1135" fmla="*/ 3213945 h 6034088"/>
              <a:gd name="connsiteX1136" fmla="*/ 8412461 w 10728325"/>
              <a:gd name="connsiteY1136" fmla="*/ 3208436 h 6034088"/>
              <a:gd name="connsiteX1137" fmla="*/ 8412461 w 10728325"/>
              <a:gd name="connsiteY1137" fmla="*/ 3342661 h 6034088"/>
              <a:gd name="connsiteX1138" fmla="*/ 8546726 w 10728325"/>
              <a:gd name="connsiteY1138" fmla="*/ 3342661 h 6034088"/>
              <a:gd name="connsiteX1139" fmla="*/ 8546726 w 10728325"/>
              <a:gd name="connsiteY1139" fmla="*/ 3208436 h 6034088"/>
              <a:gd name="connsiteX1140" fmla="*/ 10648927 w 10728325"/>
              <a:gd name="connsiteY1140" fmla="*/ 3206458 h 6034088"/>
              <a:gd name="connsiteX1141" fmla="*/ 10728325 w 10728325"/>
              <a:gd name="connsiteY1141" fmla="*/ 3206458 h 6034088"/>
              <a:gd name="connsiteX1142" fmla="*/ 10728325 w 10728325"/>
              <a:gd name="connsiteY1142" fmla="*/ 3344832 h 6034088"/>
              <a:gd name="connsiteX1143" fmla="*/ 10648927 w 10728325"/>
              <a:gd name="connsiteY1143" fmla="*/ 3344830 h 6034088"/>
              <a:gd name="connsiteX1144" fmla="*/ 8751728 w 10728325"/>
              <a:gd name="connsiteY1144" fmla="*/ 3203111 h 6034088"/>
              <a:gd name="connsiteX1145" fmla="*/ 8751728 w 10728325"/>
              <a:gd name="connsiteY1145" fmla="*/ 3348376 h 6034088"/>
              <a:gd name="connsiteX1146" fmla="*/ 8897000 w 10728325"/>
              <a:gd name="connsiteY1146" fmla="*/ 3348376 h 6034088"/>
              <a:gd name="connsiteX1147" fmla="*/ 8897000 w 10728325"/>
              <a:gd name="connsiteY1147" fmla="*/ 3203111 h 6034088"/>
              <a:gd name="connsiteX1148" fmla="*/ 10298431 w 10728325"/>
              <a:gd name="connsiteY1148" fmla="*/ 3200742 h 6034088"/>
              <a:gd name="connsiteX1149" fmla="*/ 10448228 w 10728325"/>
              <a:gd name="connsiteY1149" fmla="*/ 3200742 h 6034088"/>
              <a:gd name="connsiteX1150" fmla="*/ 10448228 w 10728325"/>
              <a:gd name="connsiteY1150" fmla="*/ 3350539 h 6034088"/>
              <a:gd name="connsiteX1151" fmla="*/ 10298431 w 10728325"/>
              <a:gd name="connsiteY1151" fmla="*/ 3350539 h 6034088"/>
              <a:gd name="connsiteX1152" fmla="*/ 9091106 w 10728325"/>
              <a:gd name="connsiteY1152" fmla="*/ 3197580 h 6034088"/>
              <a:gd name="connsiteX1153" fmla="*/ 9091106 w 10728325"/>
              <a:gd name="connsiteY1153" fmla="*/ 3353880 h 6034088"/>
              <a:gd name="connsiteX1154" fmla="*/ 9247441 w 10728325"/>
              <a:gd name="connsiteY1154" fmla="*/ 3353880 h 6034088"/>
              <a:gd name="connsiteX1155" fmla="*/ 9247441 w 10728325"/>
              <a:gd name="connsiteY1155" fmla="*/ 3197580 h 6034088"/>
              <a:gd name="connsiteX1156" fmla="*/ 9948157 w 10728325"/>
              <a:gd name="connsiteY1156" fmla="*/ 3195223 h 6034088"/>
              <a:gd name="connsiteX1157" fmla="*/ 10108794 w 10728325"/>
              <a:gd name="connsiteY1157" fmla="*/ 3195223 h 6034088"/>
              <a:gd name="connsiteX1158" fmla="*/ 10108794 w 10728325"/>
              <a:gd name="connsiteY1158" fmla="*/ 3356053 h 6034088"/>
              <a:gd name="connsiteX1159" fmla="*/ 9948157 w 10728325"/>
              <a:gd name="connsiteY1159" fmla="*/ 3356053 h 6034088"/>
              <a:gd name="connsiteX1160" fmla="*/ 9430150 w 10728325"/>
              <a:gd name="connsiteY1160" fmla="*/ 3191870 h 6034088"/>
              <a:gd name="connsiteX1161" fmla="*/ 9430150 w 10728325"/>
              <a:gd name="connsiteY1161" fmla="*/ 3359405 h 6034088"/>
              <a:gd name="connsiteX1162" fmla="*/ 9597716 w 10728325"/>
              <a:gd name="connsiteY1162" fmla="*/ 3359405 h 6034088"/>
              <a:gd name="connsiteX1163" fmla="*/ 9597716 w 10728325"/>
              <a:gd name="connsiteY1163" fmla="*/ 3191870 h 6034088"/>
              <a:gd name="connsiteX1164" fmla="*/ 4510650 w 10728325"/>
              <a:gd name="connsiteY1164" fmla="*/ 3099822 h 6034088"/>
              <a:gd name="connsiteX1165" fmla="*/ 4510650 w 10728325"/>
              <a:gd name="connsiteY1165" fmla="*/ 3106527 h 6034088"/>
              <a:gd name="connsiteX1166" fmla="*/ 4517355 w 10728325"/>
              <a:gd name="connsiteY1166" fmla="*/ 3106527 h 6034088"/>
              <a:gd name="connsiteX1167" fmla="*/ 4517355 w 10728325"/>
              <a:gd name="connsiteY1167" fmla="*/ 3099822 h 6034088"/>
              <a:gd name="connsiteX1168" fmla="*/ 4849872 w 10728325"/>
              <a:gd name="connsiteY1168" fmla="*/ 3094302 h 6034088"/>
              <a:gd name="connsiteX1169" fmla="*/ 4849872 w 10728325"/>
              <a:gd name="connsiteY1169" fmla="*/ 3112237 h 6034088"/>
              <a:gd name="connsiteX1170" fmla="*/ 4867813 w 10728325"/>
              <a:gd name="connsiteY1170" fmla="*/ 3112237 h 6034088"/>
              <a:gd name="connsiteX1171" fmla="*/ 4867813 w 10728325"/>
              <a:gd name="connsiteY1171" fmla="*/ 3094302 h 6034088"/>
              <a:gd name="connsiteX1172" fmla="*/ 5189105 w 10728325"/>
              <a:gd name="connsiteY1172" fmla="*/ 3088793 h 6034088"/>
              <a:gd name="connsiteX1173" fmla="*/ 5189105 w 10728325"/>
              <a:gd name="connsiteY1173" fmla="*/ 3117762 h 6034088"/>
              <a:gd name="connsiteX1174" fmla="*/ 5218081 w 10728325"/>
              <a:gd name="connsiteY1174" fmla="*/ 3117762 h 6034088"/>
              <a:gd name="connsiteX1175" fmla="*/ 5218081 w 10728325"/>
              <a:gd name="connsiteY1175" fmla="*/ 3088793 h 6034088"/>
              <a:gd name="connsiteX1176" fmla="*/ 5528522 w 10728325"/>
              <a:gd name="connsiteY1176" fmla="*/ 3083273 h 6034088"/>
              <a:gd name="connsiteX1177" fmla="*/ 5528522 w 10728325"/>
              <a:gd name="connsiteY1177" fmla="*/ 3123288 h 6034088"/>
              <a:gd name="connsiteX1178" fmla="*/ 5568539 w 10728325"/>
              <a:gd name="connsiteY1178" fmla="*/ 3123288 h 6034088"/>
              <a:gd name="connsiteX1179" fmla="*/ 5568539 w 10728325"/>
              <a:gd name="connsiteY1179" fmla="*/ 3083273 h 6034088"/>
              <a:gd name="connsiteX1180" fmla="*/ 5867738 w 10728325"/>
              <a:gd name="connsiteY1180" fmla="*/ 3077742 h 6034088"/>
              <a:gd name="connsiteX1181" fmla="*/ 5867738 w 10728325"/>
              <a:gd name="connsiteY1181" fmla="*/ 3128791 h 6034088"/>
              <a:gd name="connsiteX1182" fmla="*/ 5918807 w 10728325"/>
              <a:gd name="connsiteY1182" fmla="*/ 3128791 h 6034088"/>
              <a:gd name="connsiteX1183" fmla="*/ 5918807 w 10728325"/>
              <a:gd name="connsiteY1183" fmla="*/ 3077742 h 6034088"/>
              <a:gd name="connsiteX1184" fmla="*/ 6207005 w 10728325"/>
              <a:gd name="connsiteY1184" fmla="*/ 3072032 h 6034088"/>
              <a:gd name="connsiteX1185" fmla="*/ 6207005 w 10728325"/>
              <a:gd name="connsiteY1185" fmla="*/ 3134317 h 6034088"/>
              <a:gd name="connsiteX1186" fmla="*/ 6269248 w 10728325"/>
              <a:gd name="connsiteY1186" fmla="*/ 3134317 h 6034088"/>
              <a:gd name="connsiteX1187" fmla="*/ 6269248 w 10728325"/>
              <a:gd name="connsiteY1187" fmla="*/ 3072032 h 6034088"/>
              <a:gd name="connsiteX1188" fmla="*/ 6546216 w 10728325"/>
              <a:gd name="connsiteY1188" fmla="*/ 3066517 h 6034088"/>
              <a:gd name="connsiteX1189" fmla="*/ 6546216 w 10728325"/>
              <a:gd name="connsiteY1189" fmla="*/ 3139842 h 6034088"/>
              <a:gd name="connsiteX1190" fmla="*/ 6619523 w 10728325"/>
              <a:gd name="connsiteY1190" fmla="*/ 3139842 h 6034088"/>
              <a:gd name="connsiteX1191" fmla="*/ 6619523 w 10728325"/>
              <a:gd name="connsiteY1191" fmla="*/ 3066517 h 6034088"/>
              <a:gd name="connsiteX1192" fmla="*/ 6885650 w 10728325"/>
              <a:gd name="connsiteY1192" fmla="*/ 3060986 h 6034088"/>
              <a:gd name="connsiteX1193" fmla="*/ 6885650 w 10728325"/>
              <a:gd name="connsiteY1193" fmla="*/ 3145346 h 6034088"/>
              <a:gd name="connsiteX1194" fmla="*/ 6970020 w 10728325"/>
              <a:gd name="connsiteY1194" fmla="*/ 3145346 h 6034088"/>
              <a:gd name="connsiteX1195" fmla="*/ 6970020 w 10728325"/>
              <a:gd name="connsiteY1195" fmla="*/ 3060986 h 6034088"/>
              <a:gd name="connsiteX1196" fmla="*/ 7224861 w 10728325"/>
              <a:gd name="connsiteY1196" fmla="*/ 3055477 h 6034088"/>
              <a:gd name="connsiteX1197" fmla="*/ 7224861 w 10728325"/>
              <a:gd name="connsiteY1197" fmla="*/ 3150871 h 6034088"/>
              <a:gd name="connsiteX1198" fmla="*/ 7320294 w 10728325"/>
              <a:gd name="connsiteY1198" fmla="*/ 3150871 h 6034088"/>
              <a:gd name="connsiteX1199" fmla="*/ 7320294 w 10728325"/>
              <a:gd name="connsiteY1199" fmla="*/ 3055477 h 6034088"/>
              <a:gd name="connsiteX1200" fmla="*/ 7564295 w 10728325"/>
              <a:gd name="connsiteY1200" fmla="*/ 3049957 h 6034088"/>
              <a:gd name="connsiteX1201" fmla="*/ 7564295 w 10728325"/>
              <a:gd name="connsiteY1201" fmla="*/ 3156392 h 6034088"/>
              <a:gd name="connsiteX1202" fmla="*/ 7670735 w 10728325"/>
              <a:gd name="connsiteY1202" fmla="*/ 3156392 h 6034088"/>
              <a:gd name="connsiteX1203" fmla="*/ 7670735 w 10728325"/>
              <a:gd name="connsiteY1203" fmla="*/ 3049957 h 6034088"/>
              <a:gd name="connsiteX1204" fmla="*/ 7903338 w 10728325"/>
              <a:gd name="connsiteY1204" fmla="*/ 3044443 h 6034088"/>
              <a:gd name="connsiteX1205" fmla="*/ 7903338 w 10728325"/>
              <a:gd name="connsiteY1205" fmla="*/ 3162114 h 6034088"/>
              <a:gd name="connsiteX1206" fmla="*/ 8021008 w 10728325"/>
              <a:gd name="connsiteY1206" fmla="*/ 3162114 h 6034088"/>
              <a:gd name="connsiteX1207" fmla="*/ 8021008 w 10728325"/>
              <a:gd name="connsiteY1207" fmla="*/ 3044443 h 6034088"/>
              <a:gd name="connsiteX1208" fmla="*/ 8242772 w 10728325"/>
              <a:gd name="connsiteY1208" fmla="*/ 3038928 h 6034088"/>
              <a:gd name="connsiteX1209" fmla="*/ 8242772 w 10728325"/>
              <a:gd name="connsiteY1209" fmla="*/ 3167633 h 6034088"/>
              <a:gd name="connsiteX1210" fmla="*/ 8371450 w 10728325"/>
              <a:gd name="connsiteY1210" fmla="*/ 3167633 h 6034088"/>
              <a:gd name="connsiteX1211" fmla="*/ 8371450 w 10728325"/>
              <a:gd name="connsiteY1211" fmla="*/ 3038928 h 6034088"/>
              <a:gd name="connsiteX1212" fmla="*/ 8581983 w 10728325"/>
              <a:gd name="connsiteY1212" fmla="*/ 3033392 h 6034088"/>
              <a:gd name="connsiteX1213" fmla="*/ 8581983 w 10728325"/>
              <a:gd name="connsiteY1213" fmla="*/ 3173137 h 6034088"/>
              <a:gd name="connsiteX1214" fmla="*/ 8721724 w 10728325"/>
              <a:gd name="connsiteY1214" fmla="*/ 3173137 h 6034088"/>
              <a:gd name="connsiteX1215" fmla="*/ 8721724 w 10728325"/>
              <a:gd name="connsiteY1215" fmla="*/ 3033392 h 6034088"/>
              <a:gd name="connsiteX1216" fmla="*/ 10473651 w 10728325"/>
              <a:gd name="connsiteY1216" fmla="*/ 3031240 h 6034088"/>
              <a:gd name="connsiteX1217" fmla="*/ 10617583 w 10728325"/>
              <a:gd name="connsiteY1217" fmla="*/ 3031240 h 6034088"/>
              <a:gd name="connsiteX1218" fmla="*/ 10617583 w 10728325"/>
              <a:gd name="connsiteY1218" fmla="*/ 3175310 h 6034088"/>
              <a:gd name="connsiteX1219" fmla="*/ 10473651 w 10728325"/>
              <a:gd name="connsiteY1219" fmla="*/ 3175310 h 6034088"/>
              <a:gd name="connsiteX1220" fmla="*/ 8921417 w 10728325"/>
              <a:gd name="connsiteY1220" fmla="*/ 3027883 h 6034088"/>
              <a:gd name="connsiteX1221" fmla="*/ 8921417 w 10728325"/>
              <a:gd name="connsiteY1221" fmla="*/ 3178668 h 6034088"/>
              <a:gd name="connsiteX1222" fmla="*/ 9072221 w 10728325"/>
              <a:gd name="connsiteY1222" fmla="*/ 3178668 h 6034088"/>
              <a:gd name="connsiteX1223" fmla="*/ 9072221 w 10728325"/>
              <a:gd name="connsiteY1223" fmla="*/ 3027883 h 6034088"/>
              <a:gd name="connsiteX1224" fmla="*/ 10123209 w 10728325"/>
              <a:gd name="connsiteY1224" fmla="*/ 3025721 h 6034088"/>
              <a:gd name="connsiteX1225" fmla="*/ 10278539 w 10728325"/>
              <a:gd name="connsiteY1225" fmla="*/ 3025721 h 6034088"/>
              <a:gd name="connsiteX1226" fmla="*/ 10278539 w 10728325"/>
              <a:gd name="connsiteY1226" fmla="*/ 3180847 h 6034088"/>
              <a:gd name="connsiteX1227" fmla="*/ 10123209 w 10728325"/>
              <a:gd name="connsiteY1227" fmla="*/ 3180847 h 6034088"/>
              <a:gd name="connsiteX1228" fmla="*/ 9260460 w 10728325"/>
              <a:gd name="connsiteY1228" fmla="*/ 3022173 h 6034088"/>
              <a:gd name="connsiteX1229" fmla="*/ 9260460 w 10728325"/>
              <a:gd name="connsiteY1229" fmla="*/ 3184188 h 6034088"/>
              <a:gd name="connsiteX1230" fmla="*/ 9422494 w 10728325"/>
              <a:gd name="connsiteY1230" fmla="*/ 3184188 h 6034088"/>
              <a:gd name="connsiteX1231" fmla="*/ 9422494 w 10728325"/>
              <a:gd name="connsiteY1231" fmla="*/ 3022173 h 6034088"/>
              <a:gd name="connsiteX1232" fmla="*/ 9772936 w 10728325"/>
              <a:gd name="connsiteY1232" fmla="*/ 3020189 h 6034088"/>
              <a:gd name="connsiteX1233" fmla="*/ 9939105 w 10728325"/>
              <a:gd name="connsiteY1233" fmla="*/ 3020189 h 6034088"/>
              <a:gd name="connsiteX1234" fmla="*/ 9939105 w 10728325"/>
              <a:gd name="connsiteY1234" fmla="*/ 3186356 h 6034088"/>
              <a:gd name="connsiteX1235" fmla="*/ 9772936 w 10728325"/>
              <a:gd name="connsiteY1235" fmla="*/ 3186356 h 6034088"/>
              <a:gd name="connsiteX1236" fmla="*/ 4680356 w 10728325"/>
              <a:gd name="connsiteY1236" fmla="*/ 2924807 h 6034088"/>
              <a:gd name="connsiteX1237" fmla="*/ 4680356 w 10728325"/>
              <a:gd name="connsiteY1237" fmla="*/ 2937025 h 6034088"/>
              <a:gd name="connsiteX1238" fmla="*/ 4692576 w 10728325"/>
              <a:gd name="connsiteY1238" fmla="*/ 2937025 h 6034088"/>
              <a:gd name="connsiteX1239" fmla="*/ 4692576 w 10728325"/>
              <a:gd name="connsiteY1239" fmla="*/ 2924807 h 6034088"/>
              <a:gd name="connsiteX1240" fmla="*/ 5019589 w 10728325"/>
              <a:gd name="connsiteY1240" fmla="*/ 2919092 h 6034088"/>
              <a:gd name="connsiteX1241" fmla="*/ 5019589 w 10728325"/>
              <a:gd name="connsiteY1241" fmla="*/ 2942547 h 6034088"/>
              <a:gd name="connsiteX1242" fmla="*/ 5043045 w 10728325"/>
              <a:gd name="connsiteY1242" fmla="*/ 2942547 h 6034088"/>
              <a:gd name="connsiteX1243" fmla="*/ 5043045 w 10728325"/>
              <a:gd name="connsiteY1243" fmla="*/ 2919092 h 6034088"/>
              <a:gd name="connsiteX1244" fmla="*/ 5358816 w 10728325"/>
              <a:gd name="connsiteY1244" fmla="*/ 2913562 h 6034088"/>
              <a:gd name="connsiteX1245" fmla="*/ 5358816 w 10728325"/>
              <a:gd name="connsiteY1245" fmla="*/ 2948050 h 6034088"/>
              <a:gd name="connsiteX1246" fmla="*/ 5393313 w 10728325"/>
              <a:gd name="connsiteY1246" fmla="*/ 2948050 h 6034088"/>
              <a:gd name="connsiteX1247" fmla="*/ 5393313 w 10728325"/>
              <a:gd name="connsiteY1247" fmla="*/ 2913562 h 6034088"/>
              <a:gd name="connsiteX1248" fmla="*/ 5698217 w 10728325"/>
              <a:gd name="connsiteY1248" fmla="*/ 2908050 h 6034088"/>
              <a:gd name="connsiteX1249" fmla="*/ 5698217 w 10728325"/>
              <a:gd name="connsiteY1249" fmla="*/ 2953583 h 6034088"/>
              <a:gd name="connsiteX1250" fmla="*/ 5743754 w 10728325"/>
              <a:gd name="connsiteY1250" fmla="*/ 2953583 h 6034088"/>
              <a:gd name="connsiteX1251" fmla="*/ 5743754 w 10728325"/>
              <a:gd name="connsiteY1251" fmla="*/ 2908050 h 6034088"/>
              <a:gd name="connsiteX1252" fmla="*/ 6037483 w 10728325"/>
              <a:gd name="connsiteY1252" fmla="*/ 2902536 h 6034088"/>
              <a:gd name="connsiteX1253" fmla="*/ 6037483 w 10728325"/>
              <a:gd name="connsiteY1253" fmla="*/ 2959104 h 6034088"/>
              <a:gd name="connsiteX1254" fmla="*/ 6094027 w 10728325"/>
              <a:gd name="connsiteY1254" fmla="*/ 2959104 h 6034088"/>
              <a:gd name="connsiteX1255" fmla="*/ 6094027 w 10728325"/>
              <a:gd name="connsiteY1255" fmla="*/ 2902536 h 6034088"/>
              <a:gd name="connsiteX1256" fmla="*/ 6376694 w 10728325"/>
              <a:gd name="connsiteY1256" fmla="*/ 2896810 h 6034088"/>
              <a:gd name="connsiteX1257" fmla="*/ 6376694 w 10728325"/>
              <a:gd name="connsiteY1257" fmla="*/ 2964608 h 6034088"/>
              <a:gd name="connsiteX1258" fmla="*/ 6444525 w 10728325"/>
              <a:gd name="connsiteY1258" fmla="*/ 2964608 h 6034088"/>
              <a:gd name="connsiteX1259" fmla="*/ 6444525 w 10728325"/>
              <a:gd name="connsiteY1259" fmla="*/ 2896810 h 6034088"/>
              <a:gd name="connsiteX1260" fmla="*/ 6715905 w 10728325"/>
              <a:gd name="connsiteY1260" fmla="*/ 2891298 h 6034088"/>
              <a:gd name="connsiteX1261" fmla="*/ 6715905 w 10728325"/>
              <a:gd name="connsiteY1261" fmla="*/ 2970139 h 6034088"/>
              <a:gd name="connsiteX1262" fmla="*/ 6794743 w 10728325"/>
              <a:gd name="connsiteY1262" fmla="*/ 2970139 h 6034088"/>
              <a:gd name="connsiteX1263" fmla="*/ 6794743 w 10728325"/>
              <a:gd name="connsiteY1263" fmla="*/ 2891298 h 6034088"/>
              <a:gd name="connsiteX1264" fmla="*/ 7055339 w 10728325"/>
              <a:gd name="connsiteY1264" fmla="*/ 2885975 h 6034088"/>
              <a:gd name="connsiteX1265" fmla="*/ 7055339 w 10728325"/>
              <a:gd name="connsiteY1265" fmla="*/ 2975850 h 6034088"/>
              <a:gd name="connsiteX1266" fmla="*/ 7145240 w 10728325"/>
              <a:gd name="connsiteY1266" fmla="*/ 2975850 h 6034088"/>
              <a:gd name="connsiteX1267" fmla="*/ 7145240 w 10728325"/>
              <a:gd name="connsiteY1267" fmla="*/ 2885975 h 6034088"/>
              <a:gd name="connsiteX1268" fmla="*/ 7394606 w 10728325"/>
              <a:gd name="connsiteY1268" fmla="*/ 2880467 h 6034088"/>
              <a:gd name="connsiteX1269" fmla="*/ 7394606 w 10728325"/>
              <a:gd name="connsiteY1269" fmla="*/ 2981376 h 6034088"/>
              <a:gd name="connsiteX1270" fmla="*/ 7495515 w 10728325"/>
              <a:gd name="connsiteY1270" fmla="*/ 2981376 h 6034088"/>
              <a:gd name="connsiteX1271" fmla="*/ 7495515 w 10728325"/>
              <a:gd name="connsiteY1271" fmla="*/ 2880467 h 6034088"/>
              <a:gd name="connsiteX1272" fmla="*/ 7733817 w 10728325"/>
              <a:gd name="connsiteY1272" fmla="*/ 2874754 h 6034088"/>
              <a:gd name="connsiteX1273" fmla="*/ 7733817 w 10728325"/>
              <a:gd name="connsiteY1273" fmla="*/ 2986902 h 6034088"/>
              <a:gd name="connsiteX1274" fmla="*/ 7845956 w 10728325"/>
              <a:gd name="connsiteY1274" fmla="*/ 2986902 h 6034088"/>
              <a:gd name="connsiteX1275" fmla="*/ 7845956 w 10728325"/>
              <a:gd name="connsiteY1275" fmla="*/ 2874754 h 6034088"/>
              <a:gd name="connsiteX1276" fmla="*/ 8073027 w 10728325"/>
              <a:gd name="connsiteY1276" fmla="*/ 2869224 h 6034088"/>
              <a:gd name="connsiteX1277" fmla="*/ 8073027 w 10728325"/>
              <a:gd name="connsiteY1277" fmla="*/ 2992404 h 6034088"/>
              <a:gd name="connsiteX1278" fmla="*/ 8196229 w 10728325"/>
              <a:gd name="connsiteY1278" fmla="*/ 2992404 h 6034088"/>
              <a:gd name="connsiteX1279" fmla="*/ 8196229 w 10728325"/>
              <a:gd name="connsiteY1279" fmla="*/ 2869224 h 6034088"/>
              <a:gd name="connsiteX1280" fmla="*/ 8412461 w 10728325"/>
              <a:gd name="connsiteY1280" fmla="*/ 2863718 h 6034088"/>
              <a:gd name="connsiteX1281" fmla="*/ 8412461 w 10728325"/>
              <a:gd name="connsiteY1281" fmla="*/ 2997931 h 6034088"/>
              <a:gd name="connsiteX1282" fmla="*/ 8546726 w 10728325"/>
              <a:gd name="connsiteY1282" fmla="*/ 2997931 h 6034088"/>
              <a:gd name="connsiteX1283" fmla="*/ 8546726 w 10728325"/>
              <a:gd name="connsiteY1283" fmla="*/ 2863718 h 6034088"/>
              <a:gd name="connsiteX1284" fmla="*/ 10648927 w 10728325"/>
              <a:gd name="connsiteY1284" fmla="*/ 2861561 h 6034088"/>
              <a:gd name="connsiteX1285" fmla="*/ 10728325 w 10728325"/>
              <a:gd name="connsiteY1285" fmla="*/ 2861561 h 6034088"/>
              <a:gd name="connsiteX1286" fmla="*/ 10728325 w 10728325"/>
              <a:gd name="connsiteY1286" fmla="*/ 3000101 h 6034088"/>
              <a:gd name="connsiteX1287" fmla="*/ 10648927 w 10728325"/>
              <a:gd name="connsiteY1287" fmla="*/ 3000101 h 6034088"/>
              <a:gd name="connsiteX1288" fmla="*/ 8751728 w 10728325"/>
              <a:gd name="connsiteY1288" fmla="*/ 2858205 h 6034088"/>
              <a:gd name="connsiteX1289" fmla="*/ 8751728 w 10728325"/>
              <a:gd name="connsiteY1289" fmla="*/ 3003450 h 6034088"/>
              <a:gd name="connsiteX1290" fmla="*/ 8897000 w 10728325"/>
              <a:gd name="connsiteY1290" fmla="*/ 3003450 h 6034088"/>
              <a:gd name="connsiteX1291" fmla="*/ 8897000 w 10728325"/>
              <a:gd name="connsiteY1291" fmla="*/ 2858205 h 6034088"/>
              <a:gd name="connsiteX1292" fmla="*/ 10298431 w 10728325"/>
              <a:gd name="connsiteY1292" fmla="*/ 2856034 h 6034088"/>
              <a:gd name="connsiteX1293" fmla="*/ 10448228 w 10728325"/>
              <a:gd name="connsiteY1293" fmla="*/ 2856034 h 6034088"/>
              <a:gd name="connsiteX1294" fmla="*/ 10448228 w 10728325"/>
              <a:gd name="connsiteY1294" fmla="*/ 3005621 h 6034088"/>
              <a:gd name="connsiteX1295" fmla="*/ 10298431 w 10728325"/>
              <a:gd name="connsiteY1295" fmla="*/ 3005621 h 6034088"/>
              <a:gd name="connsiteX1296" fmla="*/ 9091106 w 10728325"/>
              <a:gd name="connsiteY1296" fmla="*/ 2852671 h 6034088"/>
              <a:gd name="connsiteX1297" fmla="*/ 9091106 w 10728325"/>
              <a:gd name="connsiteY1297" fmla="*/ 3008959 h 6034088"/>
              <a:gd name="connsiteX1298" fmla="*/ 9247441 w 10728325"/>
              <a:gd name="connsiteY1298" fmla="*/ 3008959 h 6034088"/>
              <a:gd name="connsiteX1299" fmla="*/ 9247441 w 10728325"/>
              <a:gd name="connsiteY1299" fmla="*/ 2852671 h 6034088"/>
              <a:gd name="connsiteX1300" fmla="*/ 9948157 w 10728325"/>
              <a:gd name="connsiteY1300" fmla="*/ 2850508 h 6034088"/>
              <a:gd name="connsiteX1301" fmla="*/ 10108794 w 10728325"/>
              <a:gd name="connsiteY1301" fmla="*/ 2850508 h 6034088"/>
              <a:gd name="connsiteX1302" fmla="*/ 10108794 w 10728325"/>
              <a:gd name="connsiteY1302" fmla="*/ 3011134 h 6034088"/>
              <a:gd name="connsiteX1303" fmla="*/ 9948157 w 10728325"/>
              <a:gd name="connsiteY1303" fmla="*/ 3011134 h 6034088"/>
              <a:gd name="connsiteX1304" fmla="*/ 9430150 w 10728325"/>
              <a:gd name="connsiteY1304" fmla="*/ 2846969 h 6034088"/>
              <a:gd name="connsiteX1305" fmla="*/ 9430150 w 10728325"/>
              <a:gd name="connsiteY1305" fmla="*/ 3014485 h 6034088"/>
              <a:gd name="connsiteX1306" fmla="*/ 9597716 w 10728325"/>
              <a:gd name="connsiteY1306" fmla="*/ 3014485 h 6034088"/>
              <a:gd name="connsiteX1307" fmla="*/ 9597716 w 10728325"/>
              <a:gd name="connsiteY1307" fmla="*/ 2846969 h 6034088"/>
              <a:gd name="connsiteX1308" fmla="*/ 4510650 w 10728325"/>
              <a:gd name="connsiteY1308" fmla="*/ 2755087 h 6034088"/>
              <a:gd name="connsiteX1309" fmla="*/ 4510650 w 10728325"/>
              <a:gd name="connsiteY1309" fmla="*/ 2761786 h 6034088"/>
              <a:gd name="connsiteX1310" fmla="*/ 4517355 w 10728325"/>
              <a:gd name="connsiteY1310" fmla="*/ 2761786 h 6034088"/>
              <a:gd name="connsiteX1311" fmla="*/ 4517355 w 10728325"/>
              <a:gd name="connsiteY1311" fmla="*/ 2755087 h 6034088"/>
              <a:gd name="connsiteX1312" fmla="*/ 4849872 w 10728325"/>
              <a:gd name="connsiteY1312" fmla="*/ 2749380 h 6034088"/>
              <a:gd name="connsiteX1313" fmla="*/ 4849872 w 10728325"/>
              <a:gd name="connsiteY1313" fmla="*/ 2767314 h 6034088"/>
              <a:gd name="connsiteX1314" fmla="*/ 4867813 w 10728325"/>
              <a:gd name="connsiteY1314" fmla="*/ 2767314 h 6034088"/>
              <a:gd name="connsiteX1315" fmla="*/ 4867813 w 10728325"/>
              <a:gd name="connsiteY1315" fmla="*/ 2749380 h 6034088"/>
              <a:gd name="connsiteX1316" fmla="*/ 5189105 w 10728325"/>
              <a:gd name="connsiteY1316" fmla="*/ 2743867 h 6034088"/>
              <a:gd name="connsiteX1317" fmla="*/ 5189105 w 10728325"/>
              <a:gd name="connsiteY1317" fmla="*/ 2772842 h 6034088"/>
              <a:gd name="connsiteX1318" fmla="*/ 5218081 w 10728325"/>
              <a:gd name="connsiteY1318" fmla="*/ 2772842 h 6034088"/>
              <a:gd name="connsiteX1319" fmla="*/ 5218081 w 10728325"/>
              <a:gd name="connsiteY1319" fmla="*/ 2743867 h 6034088"/>
              <a:gd name="connsiteX1320" fmla="*/ 5528522 w 10728325"/>
              <a:gd name="connsiteY1320" fmla="*/ 2738356 h 6034088"/>
              <a:gd name="connsiteX1321" fmla="*/ 5528522 w 10728325"/>
              <a:gd name="connsiteY1321" fmla="*/ 2778364 h 6034088"/>
              <a:gd name="connsiteX1322" fmla="*/ 5568539 w 10728325"/>
              <a:gd name="connsiteY1322" fmla="*/ 2778364 h 6034088"/>
              <a:gd name="connsiteX1323" fmla="*/ 5568539 w 10728325"/>
              <a:gd name="connsiteY1323" fmla="*/ 2738356 h 6034088"/>
              <a:gd name="connsiteX1324" fmla="*/ 5867738 w 10728325"/>
              <a:gd name="connsiteY1324" fmla="*/ 2733039 h 6034088"/>
              <a:gd name="connsiteX1325" fmla="*/ 5867738 w 10728325"/>
              <a:gd name="connsiteY1325" fmla="*/ 2784088 h 6034088"/>
              <a:gd name="connsiteX1326" fmla="*/ 5918807 w 10728325"/>
              <a:gd name="connsiteY1326" fmla="*/ 2784088 h 6034088"/>
              <a:gd name="connsiteX1327" fmla="*/ 5918807 w 10728325"/>
              <a:gd name="connsiteY1327" fmla="*/ 2733039 h 6034088"/>
              <a:gd name="connsiteX1328" fmla="*/ 6207005 w 10728325"/>
              <a:gd name="connsiteY1328" fmla="*/ 2727310 h 6034088"/>
              <a:gd name="connsiteX1329" fmla="*/ 6207005 w 10728325"/>
              <a:gd name="connsiteY1329" fmla="*/ 2789593 h 6034088"/>
              <a:gd name="connsiteX1330" fmla="*/ 6269248 w 10728325"/>
              <a:gd name="connsiteY1330" fmla="*/ 2789593 h 6034088"/>
              <a:gd name="connsiteX1331" fmla="*/ 6269248 w 10728325"/>
              <a:gd name="connsiteY1331" fmla="*/ 2727310 h 6034088"/>
              <a:gd name="connsiteX1332" fmla="*/ 6546216 w 10728325"/>
              <a:gd name="connsiteY1332" fmla="*/ 2721798 h 6034088"/>
              <a:gd name="connsiteX1333" fmla="*/ 6546216 w 10728325"/>
              <a:gd name="connsiteY1333" fmla="*/ 2795115 h 6034088"/>
              <a:gd name="connsiteX1334" fmla="*/ 6619523 w 10728325"/>
              <a:gd name="connsiteY1334" fmla="*/ 2795115 h 6034088"/>
              <a:gd name="connsiteX1335" fmla="*/ 6619523 w 10728325"/>
              <a:gd name="connsiteY1335" fmla="*/ 2721798 h 6034088"/>
              <a:gd name="connsiteX1336" fmla="*/ 6885650 w 10728325"/>
              <a:gd name="connsiteY1336" fmla="*/ 2716292 h 6034088"/>
              <a:gd name="connsiteX1337" fmla="*/ 6885650 w 10728325"/>
              <a:gd name="connsiteY1337" fmla="*/ 2800648 h 6034088"/>
              <a:gd name="connsiteX1338" fmla="*/ 6970020 w 10728325"/>
              <a:gd name="connsiteY1338" fmla="*/ 2800648 h 6034088"/>
              <a:gd name="connsiteX1339" fmla="*/ 6970020 w 10728325"/>
              <a:gd name="connsiteY1339" fmla="*/ 2716292 h 6034088"/>
              <a:gd name="connsiteX1340" fmla="*/ 7224861 w 10728325"/>
              <a:gd name="connsiteY1340" fmla="*/ 2710758 h 6034088"/>
              <a:gd name="connsiteX1341" fmla="*/ 7224861 w 10728325"/>
              <a:gd name="connsiteY1341" fmla="*/ 2806152 h 6034088"/>
              <a:gd name="connsiteX1342" fmla="*/ 7320294 w 10728325"/>
              <a:gd name="connsiteY1342" fmla="*/ 2806152 h 6034088"/>
              <a:gd name="connsiteX1343" fmla="*/ 7320294 w 10728325"/>
              <a:gd name="connsiteY1343" fmla="*/ 2710758 h 6034088"/>
              <a:gd name="connsiteX1344" fmla="*/ 7564295 w 10728325"/>
              <a:gd name="connsiteY1344" fmla="*/ 2705247 h 6034088"/>
              <a:gd name="connsiteX1345" fmla="*/ 7564295 w 10728325"/>
              <a:gd name="connsiteY1345" fmla="*/ 2811675 h 6034088"/>
              <a:gd name="connsiteX1346" fmla="*/ 7670735 w 10728325"/>
              <a:gd name="connsiteY1346" fmla="*/ 2811675 h 6034088"/>
              <a:gd name="connsiteX1347" fmla="*/ 7670735 w 10728325"/>
              <a:gd name="connsiteY1347" fmla="*/ 2705247 h 6034088"/>
              <a:gd name="connsiteX1348" fmla="*/ 7903338 w 10728325"/>
              <a:gd name="connsiteY1348" fmla="*/ 2699546 h 6034088"/>
              <a:gd name="connsiteX1349" fmla="*/ 7903338 w 10728325"/>
              <a:gd name="connsiteY1349" fmla="*/ 2817206 h 6034088"/>
              <a:gd name="connsiteX1350" fmla="*/ 8021008 w 10728325"/>
              <a:gd name="connsiteY1350" fmla="*/ 2817206 h 6034088"/>
              <a:gd name="connsiteX1351" fmla="*/ 8021008 w 10728325"/>
              <a:gd name="connsiteY1351" fmla="*/ 2699546 h 6034088"/>
              <a:gd name="connsiteX1352" fmla="*/ 8242772 w 10728325"/>
              <a:gd name="connsiteY1352" fmla="*/ 2694029 h 6034088"/>
              <a:gd name="connsiteX1353" fmla="*/ 8242772 w 10728325"/>
              <a:gd name="connsiteY1353" fmla="*/ 2822729 h 6034088"/>
              <a:gd name="connsiteX1354" fmla="*/ 8371450 w 10728325"/>
              <a:gd name="connsiteY1354" fmla="*/ 2822729 h 6034088"/>
              <a:gd name="connsiteX1355" fmla="*/ 8371450 w 10728325"/>
              <a:gd name="connsiteY1355" fmla="*/ 2694029 h 6034088"/>
              <a:gd name="connsiteX1356" fmla="*/ 8581983 w 10728325"/>
              <a:gd name="connsiteY1356" fmla="*/ 2688502 h 6034088"/>
              <a:gd name="connsiteX1357" fmla="*/ 8581983 w 10728325"/>
              <a:gd name="connsiteY1357" fmla="*/ 2828233 h 6034088"/>
              <a:gd name="connsiteX1358" fmla="*/ 8721724 w 10728325"/>
              <a:gd name="connsiteY1358" fmla="*/ 2828233 h 6034088"/>
              <a:gd name="connsiteX1359" fmla="*/ 8721724 w 10728325"/>
              <a:gd name="connsiteY1359" fmla="*/ 2688502 h 6034088"/>
              <a:gd name="connsiteX1360" fmla="*/ 10473651 w 10728325"/>
              <a:gd name="connsiteY1360" fmla="*/ 2686365 h 6034088"/>
              <a:gd name="connsiteX1361" fmla="*/ 10617583 w 10728325"/>
              <a:gd name="connsiteY1361" fmla="*/ 2686365 h 6034088"/>
              <a:gd name="connsiteX1362" fmla="*/ 10617583 w 10728325"/>
              <a:gd name="connsiteY1362" fmla="*/ 2830622 h 6034088"/>
              <a:gd name="connsiteX1363" fmla="*/ 10473651 w 10728325"/>
              <a:gd name="connsiteY1363" fmla="*/ 2830622 h 6034088"/>
              <a:gd name="connsiteX1364" fmla="*/ 8921417 w 10728325"/>
              <a:gd name="connsiteY1364" fmla="*/ 2683186 h 6034088"/>
              <a:gd name="connsiteX1365" fmla="*/ 8921417 w 10728325"/>
              <a:gd name="connsiteY1365" fmla="*/ 2833955 h 6034088"/>
              <a:gd name="connsiteX1366" fmla="*/ 9072221 w 10728325"/>
              <a:gd name="connsiteY1366" fmla="*/ 2833955 h 6034088"/>
              <a:gd name="connsiteX1367" fmla="*/ 9072221 w 10728325"/>
              <a:gd name="connsiteY1367" fmla="*/ 2683186 h 6034088"/>
              <a:gd name="connsiteX1368" fmla="*/ 10123209 w 10728325"/>
              <a:gd name="connsiteY1368" fmla="*/ 2680837 h 6034088"/>
              <a:gd name="connsiteX1369" fmla="*/ 10278539 w 10728325"/>
              <a:gd name="connsiteY1369" fmla="*/ 2680837 h 6034088"/>
              <a:gd name="connsiteX1370" fmla="*/ 10278539 w 10728325"/>
              <a:gd name="connsiteY1370" fmla="*/ 2836135 h 6034088"/>
              <a:gd name="connsiteX1371" fmla="*/ 10123209 w 10728325"/>
              <a:gd name="connsiteY1371" fmla="*/ 2836135 h 6034088"/>
              <a:gd name="connsiteX1372" fmla="*/ 9260460 w 10728325"/>
              <a:gd name="connsiteY1372" fmla="*/ 2677473 h 6034088"/>
              <a:gd name="connsiteX1373" fmla="*/ 9260460 w 10728325"/>
              <a:gd name="connsiteY1373" fmla="*/ 2839477 h 6034088"/>
              <a:gd name="connsiteX1374" fmla="*/ 9422494 w 10728325"/>
              <a:gd name="connsiteY1374" fmla="*/ 2839477 h 6034088"/>
              <a:gd name="connsiteX1375" fmla="*/ 9422494 w 10728325"/>
              <a:gd name="connsiteY1375" fmla="*/ 2677473 h 6034088"/>
              <a:gd name="connsiteX1376" fmla="*/ 9772936 w 10728325"/>
              <a:gd name="connsiteY1376" fmla="*/ 2675309 h 6034088"/>
              <a:gd name="connsiteX1377" fmla="*/ 9939105 w 10728325"/>
              <a:gd name="connsiteY1377" fmla="*/ 2675309 h 6034088"/>
              <a:gd name="connsiteX1378" fmla="*/ 9939105 w 10728325"/>
              <a:gd name="connsiteY1378" fmla="*/ 2841646 h 6034088"/>
              <a:gd name="connsiteX1379" fmla="*/ 9772936 w 10728325"/>
              <a:gd name="connsiteY1379" fmla="*/ 2841646 h 6034088"/>
              <a:gd name="connsiteX1380" fmla="*/ 4680356 w 10728325"/>
              <a:gd name="connsiteY1380" fmla="*/ 2579876 h 6034088"/>
              <a:gd name="connsiteX1381" fmla="*/ 4680356 w 10728325"/>
              <a:gd name="connsiteY1381" fmla="*/ 2592094 h 6034088"/>
              <a:gd name="connsiteX1382" fmla="*/ 4692576 w 10728325"/>
              <a:gd name="connsiteY1382" fmla="*/ 2592094 h 6034088"/>
              <a:gd name="connsiteX1383" fmla="*/ 4692576 w 10728325"/>
              <a:gd name="connsiteY1383" fmla="*/ 2579876 h 6034088"/>
              <a:gd name="connsiteX1384" fmla="*/ 5019589 w 10728325"/>
              <a:gd name="connsiteY1384" fmla="*/ 2574364 h 6034088"/>
              <a:gd name="connsiteX1385" fmla="*/ 5019589 w 10728325"/>
              <a:gd name="connsiteY1385" fmla="*/ 2597819 h 6034088"/>
              <a:gd name="connsiteX1386" fmla="*/ 5043045 w 10728325"/>
              <a:gd name="connsiteY1386" fmla="*/ 2597819 h 6034088"/>
              <a:gd name="connsiteX1387" fmla="*/ 5043045 w 10728325"/>
              <a:gd name="connsiteY1387" fmla="*/ 2574364 h 6034088"/>
              <a:gd name="connsiteX1388" fmla="*/ 5358816 w 10728325"/>
              <a:gd name="connsiteY1388" fmla="*/ 2568831 h 6034088"/>
              <a:gd name="connsiteX1389" fmla="*/ 5358816 w 10728325"/>
              <a:gd name="connsiteY1389" fmla="*/ 2603319 h 6034088"/>
              <a:gd name="connsiteX1390" fmla="*/ 5393313 w 10728325"/>
              <a:gd name="connsiteY1390" fmla="*/ 2603319 h 6034088"/>
              <a:gd name="connsiteX1391" fmla="*/ 5393313 w 10728325"/>
              <a:gd name="connsiteY1391" fmla="*/ 2568831 h 6034088"/>
              <a:gd name="connsiteX1392" fmla="*/ 5698217 w 10728325"/>
              <a:gd name="connsiteY1392" fmla="*/ 2563319 h 6034088"/>
              <a:gd name="connsiteX1393" fmla="*/ 5698217 w 10728325"/>
              <a:gd name="connsiteY1393" fmla="*/ 2608849 h 6034088"/>
              <a:gd name="connsiteX1394" fmla="*/ 5743754 w 10728325"/>
              <a:gd name="connsiteY1394" fmla="*/ 2608849 h 6034088"/>
              <a:gd name="connsiteX1395" fmla="*/ 5743754 w 10728325"/>
              <a:gd name="connsiteY1395" fmla="*/ 2563319 h 6034088"/>
              <a:gd name="connsiteX1396" fmla="*/ 6037483 w 10728325"/>
              <a:gd name="connsiteY1396" fmla="*/ 2557809 h 6034088"/>
              <a:gd name="connsiteX1397" fmla="*/ 6037483 w 10728325"/>
              <a:gd name="connsiteY1397" fmla="*/ 2614379 h 6034088"/>
              <a:gd name="connsiteX1398" fmla="*/ 6094027 w 10728325"/>
              <a:gd name="connsiteY1398" fmla="*/ 2614379 h 6034088"/>
              <a:gd name="connsiteX1399" fmla="*/ 6094027 w 10728325"/>
              <a:gd name="connsiteY1399" fmla="*/ 2557809 h 6034088"/>
              <a:gd name="connsiteX1400" fmla="*/ 6376694 w 10728325"/>
              <a:gd name="connsiteY1400" fmla="*/ 2552100 h 6034088"/>
              <a:gd name="connsiteX1401" fmla="*/ 6376694 w 10728325"/>
              <a:gd name="connsiteY1401" fmla="*/ 2619907 h 6034088"/>
              <a:gd name="connsiteX1402" fmla="*/ 6444525 w 10728325"/>
              <a:gd name="connsiteY1402" fmla="*/ 2619907 h 6034088"/>
              <a:gd name="connsiteX1403" fmla="*/ 6444525 w 10728325"/>
              <a:gd name="connsiteY1403" fmla="*/ 2552100 h 6034088"/>
              <a:gd name="connsiteX1404" fmla="*/ 6715905 w 10728325"/>
              <a:gd name="connsiteY1404" fmla="*/ 2546574 h 6034088"/>
              <a:gd name="connsiteX1405" fmla="*/ 6715905 w 10728325"/>
              <a:gd name="connsiteY1405" fmla="*/ 2625414 h 6034088"/>
              <a:gd name="connsiteX1406" fmla="*/ 6794743 w 10728325"/>
              <a:gd name="connsiteY1406" fmla="*/ 2625414 h 6034088"/>
              <a:gd name="connsiteX1407" fmla="*/ 6794743 w 10728325"/>
              <a:gd name="connsiteY1407" fmla="*/ 2546574 h 6034088"/>
              <a:gd name="connsiteX1408" fmla="*/ 7055339 w 10728325"/>
              <a:gd name="connsiteY1408" fmla="*/ 2541067 h 6034088"/>
              <a:gd name="connsiteX1409" fmla="*/ 7055339 w 10728325"/>
              <a:gd name="connsiteY1409" fmla="*/ 2630943 h 6034088"/>
              <a:gd name="connsiteX1410" fmla="*/ 7145240 w 10728325"/>
              <a:gd name="connsiteY1410" fmla="*/ 2630943 h 6034088"/>
              <a:gd name="connsiteX1411" fmla="*/ 7145240 w 10728325"/>
              <a:gd name="connsiteY1411" fmla="*/ 2541067 h 6034088"/>
              <a:gd name="connsiteX1412" fmla="*/ 7394606 w 10728325"/>
              <a:gd name="connsiteY1412" fmla="*/ 2535555 h 6034088"/>
              <a:gd name="connsiteX1413" fmla="*/ 7394606 w 10728325"/>
              <a:gd name="connsiteY1413" fmla="*/ 2636472 h 6034088"/>
              <a:gd name="connsiteX1414" fmla="*/ 7495515 w 10728325"/>
              <a:gd name="connsiteY1414" fmla="*/ 2636472 h 6034088"/>
              <a:gd name="connsiteX1415" fmla="*/ 7495515 w 10728325"/>
              <a:gd name="connsiteY1415" fmla="*/ 2535555 h 6034088"/>
              <a:gd name="connsiteX1416" fmla="*/ 7733817 w 10728325"/>
              <a:gd name="connsiteY1416" fmla="*/ 2529836 h 6034088"/>
              <a:gd name="connsiteX1417" fmla="*/ 7733817 w 10728325"/>
              <a:gd name="connsiteY1417" fmla="*/ 2641994 h 6034088"/>
              <a:gd name="connsiteX1418" fmla="*/ 7845956 w 10728325"/>
              <a:gd name="connsiteY1418" fmla="*/ 2641994 h 6034088"/>
              <a:gd name="connsiteX1419" fmla="*/ 7845956 w 10728325"/>
              <a:gd name="connsiteY1419" fmla="*/ 2529836 h 6034088"/>
              <a:gd name="connsiteX1420" fmla="*/ 8073027 w 10728325"/>
              <a:gd name="connsiteY1420" fmla="*/ 2524503 h 6034088"/>
              <a:gd name="connsiteX1421" fmla="*/ 8073027 w 10728325"/>
              <a:gd name="connsiteY1421" fmla="*/ 2647701 h 6034088"/>
              <a:gd name="connsiteX1422" fmla="*/ 8196229 w 10728325"/>
              <a:gd name="connsiteY1422" fmla="*/ 2647701 h 6034088"/>
              <a:gd name="connsiteX1423" fmla="*/ 8196229 w 10728325"/>
              <a:gd name="connsiteY1423" fmla="*/ 2524503 h 6034088"/>
              <a:gd name="connsiteX1424" fmla="*/ 8412461 w 10728325"/>
              <a:gd name="connsiteY1424" fmla="*/ 2519001 h 6034088"/>
              <a:gd name="connsiteX1425" fmla="*/ 8412461 w 10728325"/>
              <a:gd name="connsiteY1425" fmla="*/ 2653225 h 6034088"/>
              <a:gd name="connsiteX1426" fmla="*/ 8546726 w 10728325"/>
              <a:gd name="connsiteY1426" fmla="*/ 2653225 h 6034088"/>
              <a:gd name="connsiteX1427" fmla="*/ 8546726 w 10728325"/>
              <a:gd name="connsiteY1427" fmla="*/ 2519001 h 6034088"/>
              <a:gd name="connsiteX1428" fmla="*/ 10648927 w 10728325"/>
              <a:gd name="connsiteY1428" fmla="*/ 2516860 h 6034088"/>
              <a:gd name="connsiteX1429" fmla="*/ 10728325 w 10728325"/>
              <a:gd name="connsiteY1429" fmla="*/ 2516860 h 6034088"/>
              <a:gd name="connsiteX1430" fmla="*/ 10728325 w 10728325"/>
              <a:gd name="connsiteY1430" fmla="*/ 2655224 h 6034088"/>
              <a:gd name="connsiteX1431" fmla="*/ 10648927 w 10728325"/>
              <a:gd name="connsiteY1431" fmla="*/ 2655224 h 6034088"/>
              <a:gd name="connsiteX1432" fmla="*/ 8751728 w 10728325"/>
              <a:gd name="connsiteY1432" fmla="*/ 2513486 h 6034088"/>
              <a:gd name="connsiteX1433" fmla="*/ 8751728 w 10728325"/>
              <a:gd name="connsiteY1433" fmla="*/ 2658747 h 6034088"/>
              <a:gd name="connsiteX1434" fmla="*/ 8897000 w 10728325"/>
              <a:gd name="connsiteY1434" fmla="*/ 2658747 h 6034088"/>
              <a:gd name="connsiteX1435" fmla="*/ 8897000 w 10728325"/>
              <a:gd name="connsiteY1435" fmla="*/ 2513486 h 6034088"/>
              <a:gd name="connsiteX1436" fmla="*/ 10298431 w 10728325"/>
              <a:gd name="connsiteY1436" fmla="*/ 2511330 h 6034088"/>
              <a:gd name="connsiteX1437" fmla="*/ 10448228 w 10728325"/>
              <a:gd name="connsiteY1437" fmla="*/ 2511330 h 6034088"/>
              <a:gd name="connsiteX1438" fmla="*/ 10448228 w 10728325"/>
              <a:gd name="connsiteY1438" fmla="*/ 2660931 h 6034088"/>
              <a:gd name="connsiteX1439" fmla="*/ 10298431 w 10728325"/>
              <a:gd name="connsiteY1439" fmla="*/ 2660931 h 6034088"/>
              <a:gd name="connsiteX1440" fmla="*/ 9091106 w 10728325"/>
              <a:gd name="connsiteY1440" fmla="*/ 2507972 h 6034088"/>
              <a:gd name="connsiteX1441" fmla="*/ 9091106 w 10728325"/>
              <a:gd name="connsiteY1441" fmla="*/ 2664281 h 6034088"/>
              <a:gd name="connsiteX1442" fmla="*/ 9247441 w 10728325"/>
              <a:gd name="connsiteY1442" fmla="*/ 2664281 h 6034088"/>
              <a:gd name="connsiteX1443" fmla="*/ 9247441 w 10728325"/>
              <a:gd name="connsiteY1443" fmla="*/ 2507972 h 6034088"/>
              <a:gd name="connsiteX1444" fmla="*/ 9948157 w 10728325"/>
              <a:gd name="connsiteY1444" fmla="*/ 2505818 h 6034088"/>
              <a:gd name="connsiteX1445" fmla="*/ 10108794 w 10728325"/>
              <a:gd name="connsiteY1445" fmla="*/ 2505818 h 6034088"/>
              <a:gd name="connsiteX1446" fmla="*/ 10108794 w 10728325"/>
              <a:gd name="connsiteY1446" fmla="*/ 2666441 h 6034088"/>
              <a:gd name="connsiteX1447" fmla="*/ 9948157 w 10728325"/>
              <a:gd name="connsiteY1447" fmla="*/ 2666441 h 6034088"/>
              <a:gd name="connsiteX1448" fmla="*/ 9430150 w 10728325"/>
              <a:gd name="connsiteY1448" fmla="*/ 2502245 h 6034088"/>
              <a:gd name="connsiteX1449" fmla="*/ 9430150 w 10728325"/>
              <a:gd name="connsiteY1449" fmla="*/ 2669786 h 6034088"/>
              <a:gd name="connsiteX1450" fmla="*/ 9597716 w 10728325"/>
              <a:gd name="connsiteY1450" fmla="*/ 2669786 h 6034088"/>
              <a:gd name="connsiteX1451" fmla="*/ 9597716 w 10728325"/>
              <a:gd name="connsiteY1451" fmla="*/ 2502245 h 6034088"/>
              <a:gd name="connsiteX1452" fmla="*/ 4510650 w 10728325"/>
              <a:gd name="connsiteY1452" fmla="*/ 2410373 h 6034088"/>
              <a:gd name="connsiteX1453" fmla="*/ 4510650 w 10728325"/>
              <a:gd name="connsiteY1453" fmla="*/ 2417072 h 6034088"/>
              <a:gd name="connsiteX1454" fmla="*/ 4517355 w 10728325"/>
              <a:gd name="connsiteY1454" fmla="*/ 2417072 h 6034088"/>
              <a:gd name="connsiteX1455" fmla="*/ 4517355 w 10728325"/>
              <a:gd name="connsiteY1455" fmla="*/ 2410373 h 6034088"/>
              <a:gd name="connsiteX1456" fmla="*/ 4849872 w 10728325"/>
              <a:gd name="connsiteY1456" fmla="*/ 2404643 h 6034088"/>
              <a:gd name="connsiteX1457" fmla="*/ 4849872 w 10728325"/>
              <a:gd name="connsiteY1457" fmla="*/ 2422582 h 6034088"/>
              <a:gd name="connsiteX1458" fmla="*/ 4867813 w 10728325"/>
              <a:gd name="connsiteY1458" fmla="*/ 2422582 h 6034088"/>
              <a:gd name="connsiteX1459" fmla="*/ 4867813 w 10728325"/>
              <a:gd name="connsiteY1459" fmla="*/ 2404643 h 6034088"/>
              <a:gd name="connsiteX1460" fmla="*/ 5189105 w 10728325"/>
              <a:gd name="connsiteY1460" fmla="*/ 2399130 h 6034088"/>
              <a:gd name="connsiteX1461" fmla="*/ 5189105 w 10728325"/>
              <a:gd name="connsiteY1461" fmla="*/ 2428104 h 6034088"/>
              <a:gd name="connsiteX1462" fmla="*/ 5218081 w 10728325"/>
              <a:gd name="connsiteY1462" fmla="*/ 2428104 h 6034088"/>
              <a:gd name="connsiteX1463" fmla="*/ 5218081 w 10728325"/>
              <a:gd name="connsiteY1463" fmla="*/ 2399130 h 6034088"/>
              <a:gd name="connsiteX1464" fmla="*/ 5528522 w 10728325"/>
              <a:gd name="connsiteY1464" fmla="*/ 2393616 h 6034088"/>
              <a:gd name="connsiteX1465" fmla="*/ 5528522 w 10728325"/>
              <a:gd name="connsiteY1465" fmla="*/ 2433625 h 6034088"/>
              <a:gd name="connsiteX1466" fmla="*/ 5568539 w 10728325"/>
              <a:gd name="connsiteY1466" fmla="*/ 2433625 h 6034088"/>
              <a:gd name="connsiteX1467" fmla="*/ 5568539 w 10728325"/>
              <a:gd name="connsiteY1467" fmla="*/ 2393616 h 6034088"/>
              <a:gd name="connsiteX1468" fmla="*/ 5867738 w 10728325"/>
              <a:gd name="connsiteY1468" fmla="*/ 2388105 h 6034088"/>
              <a:gd name="connsiteX1469" fmla="*/ 5867738 w 10728325"/>
              <a:gd name="connsiteY1469" fmla="*/ 2439155 h 6034088"/>
              <a:gd name="connsiteX1470" fmla="*/ 5918807 w 10728325"/>
              <a:gd name="connsiteY1470" fmla="*/ 2439155 h 6034088"/>
              <a:gd name="connsiteX1471" fmla="*/ 5918807 w 10728325"/>
              <a:gd name="connsiteY1471" fmla="*/ 2388105 h 6034088"/>
              <a:gd name="connsiteX1472" fmla="*/ 6207005 w 10728325"/>
              <a:gd name="connsiteY1472" fmla="*/ 2382379 h 6034088"/>
              <a:gd name="connsiteX1473" fmla="*/ 6207005 w 10728325"/>
              <a:gd name="connsiteY1473" fmla="*/ 2444662 h 6034088"/>
              <a:gd name="connsiteX1474" fmla="*/ 6269248 w 10728325"/>
              <a:gd name="connsiteY1474" fmla="*/ 2444662 h 6034088"/>
              <a:gd name="connsiteX1475" fmla="*/ 6269248 w 10728325"/>
              <a:gd name="connsiteY1475" fmla="*/ 2382379 h 6034088"/>
              <a:gd name="connsiteX1476" fmla="*/ 6546216 w 10728325"/>
              <a:gd name="connsiteY1476" fmla="*/ 2376865 h 6034088"/>
              <a:gd name="connsiteX1477" fmla="*/ 6546216 w 10728325"/>
              <a:gd name="connsiteY1477" fmla="*/ 2450184 h 6034088"/>
              <a:gd name="connsiteX1478" fmla="*/ 6619523 w 10728325"/>
              <a:gd name="connsiteY1478" fmla="*/ 2450184 h 6034088"/>
              <a:gd name="connsiteX1479" fmla="*/ 6619523 w 10728325"/>
              <a:gd name="connsiteY1479" fmla="*/ 2376865 h 6034088"/>
              <a:gd name="connsiteX1480" fmla="*/ 6885650 w 10728325"/>
              <a:gd name="connsiteY1480" fmla="*/ 2371354 h 6034088"/>
              <a:gd name="connsiteX1481" fmla="*/ 6885650 w 10728325"/>
              <a:gd name="connsiteY1481" fmla="*/ 2455703 h 6034088"/>
              <a:gd name="connsiteX1482" fmla="*/ 6970020 w 10728325"/>
              <a:gd name="connsiteY1482" fmla="*/ 2455703 h 6034088"/>
              <a:gd name="connsiteX1483" fmla="*/ 6970020 w 10728325"/>
              <a:gd name="connsiteY1483" fmla="*/ 2371354 h 6034088"/>
              <a:gd name="connsiteX1484" fmla="*/ 7224861 w 10728325"/>
              <a:gd name="connsiteY1484" fmla="*/ 2366038 h 6034088"/>
              <a:gd name="connsiteX1485" fmla="*/ 7224861 w 10728325"/>
              <a:gd name="connsiteY1485" fmla="*/ 2461431 h 6034088"/>
              <a:gd name="connsiteX1486" fmla="*/ 7320294 w 10728325"/>
              <a:gd name="connsiteY1486" fmla="*/ 2461431 h 6034088"/>
              <a:gd name="connsiteX1487" fmla="*/ 7320294 w 10728325"/>
              <a:gd name="connsiteY1487" fmla="*/ 2366038 h 6034088"/>
              <a:gd name="connsiteX1488" fmla="*/ 7564295 w 10728325"/>
              <a:gd name="connsiteY1488" fmla="*/ 2360507 h 6034088"/>
              <a:gd name="connsiteX1489" fmla="*/ 7564295 w 10728325"/>
              <a:gd name="connsiteY1489" fmla="*/ 2466942 h 6034088"/>
              <a:gd name="connsiteX1490" fmla="*/ 7670735 w 10728325"/>
              <a:gd name="connsiteY1490" fmla="*/ 2466942 h 6034088"/>
              <a:gd name="connsiteX1491" fmla="*/ 7670735 w 10728325"/>
              <a:gd name="connsiteY1491" fmla="*/ 2360507 h 6034088"/>
              <a:gd name="connsiteX1492" fmla="*/ 7903338 w 10728325"/>
              <a:gd name="connsiteY1492" fmla="*/ 2354793 h 6034088"/>
              <a:gd name="connsiteX1493" fmla="*/ 7903338 w 10728325"/>
              <a:gd name="connsiteY1493" fmla="*/ 2472471 h 6034088"/>
              <a:gd name="connsiteX1494" fmla="*/ 8021008 w 10728325"/>
              <a:gd name="connsiteY1494" fmla="*/ 2472471 h 6034088"/>
              <a:gd name="connsiteX1495" fmla="*/ 8021008 w 10728325"/>
              <a:gd name="connsiteY1495" fmla="*/ 2354793 h 6034088"/>
              <a:gd name="connsiteX1496" fmla="*/ 8242772 w 10728325"/>
              <a:gd name="connsiteY1496" fmla="*/ 2349288 h 6034088"/>
              <a:gd name="connsiteX1497" fmla="*/ 8242772 w 10728325"/>
              <a:gd name="connsiteY1497" fmla="*/ 2478014 h 6034088"/>
              <a:gd name="connsiteX1498" fmla="*/ 8371450 w 10728325"/>
              <a:gd name="connsiteY1498" fmla="*/ 2478014 h 6034088"/>
              <a:gd name="connsiteX1499" fmla="*/ 8371450 w 10728325"/>
              <a:gd name="connsiteY1499" fmla="*/ 2349288 h 6034088"/>
              <a:gd name="connsiteX1500" fmla="*/ 8581983 w 10728325"/>
              <a:gd name="connsiteY1500" fmla="*/ 2343775 h 6034088"/>
              <a:gd name="connsiteX1501" fmla="*/ 8581983 w 10728325"/>
              <a:gd name="connsiteY1501" fmla="*/ 2483548 h 6034088"/>
              <a:gd name="connsiteX1502" fmla="*/ 8721724 w 10728325"/>
              <a:gd name="connsiteY1502" fmla="*/ 2483548 h 6034088"/>
              <a:gd name="connsiteX1503" fmla="*/ 8721724 w 10728325"/>
              <a:gd name="connsiteY1503" fmla="*/ 2343775 h 6034088"/>
              <a:gd name="connsiteX1504" fmla="*/ 10473651 w 10728325"/>
              <a:gd name="connsiteY1504" fmla="*/ 2341619 h 6034088"/>
              <a:gd name="connsiteX1505" fmla="*/ 10617583 w 10728325"/>
              <a:gd name="connsiteY1505" fmla="*/ 2341619 h 6034088"/>
              <a:gd name="connsiteX1506" fmla="*/ 10617583 w 10728325"/>
              <a:gd name="connsiteY1506" fmla="*/ 2485740 h 6034088"/>
              <a:gd name="connsiteX1507" fmla="*/ 10473651 w 10728325"/>
              <a:gd name="connsiteY1507" fmla="*/ 2485740 h 6034088"/>
              <a:gd name="connsiteX1508" fmla="*/ 8921417 w 10728325"/>
              <a:gd name="connsiteY1508" fmla="*/ 2338247 h 6034088"/>
              <a:gd name="connsiteX1509" fmla="*/ 8921417 w 10728325"/>
              <a:gd name="connsiteY1509" fmla="*/ 2489050 h 6034088"/>
              <a:gd name="connsiteX1510" fmla="*/ 9072221 w 10728325"/>
              <a:gd name="connsiteY1510" fmla="*/ 2489050 h 6034088"/>
              <a:gd name="connsiteX1511" fmla="*/ 9072221 w 10728325"/>
              <a:gd name="connsiteY1511" fmla="*/ 2338247 h 6034088"/>
              <a:gd name="connsiteX1512" fmla="*/ 10123209 w 10728325"/>
              <a:gd name="connsiteY1512" fmla="*/ 2336084 h 6034088"/>
              <a:gd name="connsiteX1513" fmla="*/ 10278539 w 10728325"/>
              <a:gd name="connsiteY1513" fmla="*/ 2336084 h 6034088"/>
              <a:gd name="connsiteX1514" fmla="*/ 10278539 w 10728325"/>
              <a:gd name="connsiteY1514" fmla="*/ 2491234 h 6034088"/>
              <a:gd name="connsiteX1515" fmla="*/ 10123209 w 10728325"/>
              <a:gd name="connsiteY1515" fmla="*/ 2491234 h 6034088"/>
              <a:gd name="connsiteX1516" fmla="*/ 9260460 w 10728325"/>
              <a:gd name="connsiteY1516" fmla="*/ 2332533 h 6034088"/>
              <a:gd name="connsiteX1517" fmla="*/ 9260460 w 10728325"/>
              <a:gd name="connsiteY1517" fmla="*/ 2494570 h 6034088"/>
              <a:gd name="connsiteX1518" fmla="*/ 9422494 w 10728325"/>
              <a:gd name="connsiteY1518" fmla="*/ 2494570 h 6034088"/>
              <a:gd name="connsiteX1519" fmla="*/ 9422494 w 10728325"/>
              <a:gd name="connsiteY1519" fmla="*/ 2332533 h 6034088"/>
              <a:gd name="connsiteX1520" fmla="*/ 9772936 w 10728325"/>
              <a:gd name="connsiteY1520" fmla="*/ 2330564 h 6034088"/>
              <a:gd name="connsiteX1521" fmla="*/ 9939105 w 10728325"/>
              <a:gd name="connsiteY1521" fmla="*/ 2330564 h 6034088"/>
              <a:gd name="connsiteX1522" fmla="*/ 9939105 w 10728325"/>
              <a:gd name="connsiteY1522" fmla="*/ 2496733 h 6034088"/>
              <a:gd name="connsiteX1523" fmla="*/ 9772936 w 10728325"/>
              <a:gd name="connsiteY1523" fmla="*/ 2496733 h 6034088"/>
              <a:gd name="connsiteX1524" fmla="*/ 4680356 w 10728325"/>
              <a:gd name="connsiteY1524" fmla="*/ 2235138 h 6034088"/>
              <a:gd name="connsiteX1525" fmla="*/ 4680356 w 10728325"/>
              <a:gd name="connsiteY1525" fmla="*/ 2247357 h 6034088"/>
              <a:gd name="connsiteX1526" fmla="*/ 4692576 w 10728325"/>
              <a:gd name="connsiteY1526" fmla="*/ 2247357 h 6034088"/>
              <a:gd name="connsiteX1527" fmla="*/ 4692576 w 10728325"/>
              <a:gd name="connsiteY1527" fmla="*/ 2235138 h 6034088"/>
              <a:gd name="connsiteX1528" fmla="*/ 5019589 w 10728325"/>
              <a:gd name="connsiteY1528" fmla="*/ 2229425 h 6034088"/>
              <a:gd name="connsiteX1529" fmla="*/ 5019589 w 10728325"/>
              <a:gd name="connsiteY1529" fmla="*/ 2252886 h 6034088"/>
              <a:gd name="connsiteX1530" fmla="*/ 5043045 w 10728325"/>
              <a:gd name="connsiteY1530" fmla="*/ 2252886 h 6034088"/>
              <a:gd name="connsiteX1531" fmla="*/ 5043045 w 10728325"/>
              <a:gd name="connsiteY1531" fmla="*/ 2229425 h 6034088"/>
              <a:gd name="connsiteX1532" fmla="*/ 5358816 w 10728325"/>
              <a:gd name="connsiteY1532" fmla="*/ 2223896 h 6034088"/>
              <a:gd name="connsiteX1533" fmla="*/ 5358816 w 10728325"/>
              <a:gd name="connsiteY1533" fmla="*/ 2258393 h 6034088"/>
              <a:gd name="connsiteX1534" fmla="*/ 5393313 w 10728325"/>
              <a:gd name="connsiteY1534" fmla="*/ 2258393 h 6034088"/>
              <a:gd name="connsiteX1535" fmla="*/ 5393313 w 10728325"/>
              <a:gd name="connsiteY1535" fmla="*/ 2223896 h 6034088"/>
              <a:gd name="connsiteX1536" fmla="*/ 5698217 w 10728325"/>
              <a:gd name="connsiteY1536" fmla="*/ 2218389 h 6034088"/>
              <a:gd name="connsiteX1537" fmla="*/ 5698217 w 10728325"/>
              <a:gd name="connsiteY1537" fmla="*/ 2263922 h 6034088"/>
              <a:gd name="connsiteX1538" fmla="*/ 5743754 w 10728325"/>
              <a:gd name="connsiteY1538" fmla="*/ 2263922 h 6034088"/>
              <a:gd name="connsiteX1539" fmla="*/ 5743754 w 10728325"/>
              <a:gd name="connsiteY1539" fmla="*/ 2218389 h 6034088"/>
              <a:gd name="connsiteX1540" fmla="*/ 6037483 w 10728325"/>
              <a:gd name="connsiteY1540" fmla="*/ 2213073 h 6034088"/>
              <a:gd name="connsiteX1541" fmla="*/ 6037483 w 10728325"/>
              <a:gd name="connsiteY1541" fmla="*/ 2269646 h 6034088"/>
              <a:gd name="connsiteX1542" fmla="*/ 6094027 w 10728325"/>
              <a:gd name="connsiteY1542" fmla="*/ 2269646 h 6034088"/>
              <a:gd name="connsiteX1543" fmla="*/ 6094027 w 10728325"/>
              <a:gd name="connsiteY1543" fmla="*/ 2213073 h 6034088"/>
              <a:gd name="connsiteX1544" fmla="*/ 6376694 w 10728325"/>
              <a:gd name="connsiteY1544" fmla="*/ 2207359 h 6034088"/>
              <a:gd name="connsiteX1545" fmla="*/ 6376694 w 10728325"/>
              <a:gd name="connsiteY1545" fmla="*/ 2275167 h 6034088"/>
              <a:gd name="connsiteX1546" fmla="*/ 6444525 w 10728325"/>
              <a:gd name="connsiteY1546" fmla="*/ 2275167 h 6034088"/>
              <a:gd name="connsiteX1547" fmla="*/ 6444525 w 10728325"/>
              <a:gd name="connsiteY1547" fmla="*/ 2207359 h 6034088"/>
              <a:gd name="connsiteX1548" fmla="*/ 6715905 w 10728325"/>
              <a:gd name="connsiteY1548" fmla="*/ 2201855 h 6034088"/>
              <a:gd name="connsiteX1549" fmla="*/ 6715905 w 10728325"/>
              <a:gd name="connsiteY1549" fmla="*/ 2280695 h 6034088"/>
              <a:gd name="connsiteX1550" fmla="*/ 6794743 w 10728325"/>
              <a:gd name="connsiteY1550" fmla="*/ 2280695 h 6034088"/>
              <a:gd name="connsiteX1551" fmla="*/ 6794743 w 10728325"/>
              <a:gd name="connsiteY1551" fmla="*/ 2201855 h 6034088"/>
              <a:gd name="connsiteX1552" fmla="*/ 7055339 w 10728325"/>
              <a:gd name="connsiteY1552" fmla="*/ 2196326 h 6034088"/>
              <a:gd name="connsiteX1553" fmla="*/ 7055339 w 10728325"/>
              <a:gd name="connsiteY1553" fmla="*/ 2286201 h 6034088"/>
              <a:gd name="connsiteX1554" fmla="*/ 7145240 w 10728325"/>
              <a:gd name="connsiteY1554" fmla="*/ 2286201 h 6034088"/>
              <a:gd name="connsiteX1555" fmla="*/ 7145240 w 10728325"/>
              <a:gd name="connsiteY1555" fmla="*/ 2196326 h 6034088"/>
              <a:gd name="connsiteX1556" fmla="*/ 7394606 w 10728325"/>
              <a:gd name="connsiteY1556" fmla="*/ 2190808 h 6034088"/>
              <a:gd name="connsiteX1557" fmla="*/ 7394606 w 10728325"/>
              <a:gd name="connsiteY1557" fmla="*/ 2291729 h 6034088"/>
              <a:gd name="connsiteX1558" fmla="*/ 7495515 w 10728325"/>
              <a:gd name="connsiteY1558" fmla="*/ 2291729 h 6034088"/>
              <a:gd name="connsiteX1559" fmla="*/ 7495515 w 10728325"/>
              <a:gd name="connsiteY1559" fmla="*/ 2190808 h 6034088"/>
              <a:gd name="connsiteX1560" fmla="*/ 7733817 w 10728325"/>
              <a:gd name="connsiteY1560" fmla="*/ 2185105 h 6034088"/>
              <a:gd name="connsiteX1561" fmla="*/ 7733817 w 10728325"/>
              <a:gd name="connsiteY1561" fmla="*/ 2297256 h 6034088"/>
              <a:gd name="connsiteX1562" fmla="*/ 7845956 w 10728325"/>
              <a:gd name="connsiteY1562" fmla="*/ 2297256 h 6034088"/>
              <a:gd name="connsiteX1563" fmla="*/ 7845956 w 10728325"/>
              <a:gd name="connsiteY1563" fmla="*/ 2185105 h 6034088"/>
              <a:gd name="connsiteX1564" fmla="*/ 8073027 w 10728325"/>
              <a:gd name="connsiteY1564" fmla="*/ 2179573 h 6034088"/>
              <a:gd name="connsiteX1565" fmla="*/ 8073027 w 10728325"/>
              <a:gd name="connsiteY1565" fmla="*/ 2302757 h 6034088"/>
              <a:gd name="connsiteX1566" fmla="*/ 8196229 w 10728325"/>
              <a:gd name="connsiteY1566" fmla="*/ 2302757 h 6034088"/>
              <a:gd name="connsiteX1567" fmla="*/ 8196229 w 10728325"/>
              <a:gd name="connsiteY1567" fmla="*/ 2179573 h 6034088"/>
              <a:gd name="connsiteX1568" fmla="*/ 8412461 w 10728325"/>
              <a:gd name="connsiteY1568" fmla="*/ 2174059 h 6034088"/>
              <a:gd name="connsiteX1569" fmla="*/ 8412461 w 10728325"/>
              <a:gd name="connsiteY1569" fmla="*/ 2308289 h 6034088"/>
              <a:gd name="connsiteX1570" fmla="*/ 8546726 w 10728325"/>
              <a:gd name="connsiteY1570" fmla="*/ 2308289 h 6034088"/>
              <a:gd name="connsiteX1571" fmla="*/ 8546726 w 10728325"/>
              <a:gd name="connsiteY1571" fmla="*/ 2174059 h 6034088"/>
              <a:gd name="connsiteX1572" fmla="*/ 10648927 w 10728325"/>
              <a:gd name="connsiteY1572" fmla="*/ 2171914 h 6034088"/>
              <a:gd name="connsiteX1573" fmla="*/ 10728325 w 10728325"/>
              <a:gd name="connsiteY1573" fmla="*/ 2171914 h 6034088"/>
              <a:gd name="connsiteX1574" fmla="*/ 10728325 w 10728325"/>
              <a:gd name="connsiteY1574" fmla="*/ 2310473 h 6034088"/>
              <a:gd name="connsiteX1575" fmla="*/ 10648927 w 10728325"/>
              <a:gd name="connsiteY1575" fmla="*/ 2310473 h 6034088"/>
              <a:gd name="connsiteX1576" fmla="*/ 8751728 w 10728325"/>
              <a:gd name="connsiteY1576" fmla="*/ 2168545 h 6034088"/>
              <a:gd name="connsiteX1577" fmla="*/ 8751728 w 10728325"/>
              <a:gd name="connsiteY1577" fmla="*/ 2313810 h 6034088"/>
              <a:gd name="connsiteX1578" fmla="*/ 8897000 w 10728325"/>
              <a:gd name="connsiteY1578" fmla="*/ 2313810 h 6034088"/>
              <a:gd name="connsiteX1579" fmla="*/ 8897000 w 10728325"/>
              <a:gd name="connsiteY1579" fmla="*/ 2168545 h 6034088"/>
              <a:gd name="connsiteX1580" fmla="*/ 10298431 w 10728325"/>
              <a:gd name="connsiteY1580" fmla="*/ 2166382 h 6034088"/>
              <a:gd name="connsiteX1581" fmla="*/ 10448228 w 10728325"/>
              <a:gd name="connsiteY1581" fmla="*/ 2166382 h 6034088"/>
              <a:gd name="connsiteX1582" fmla="*/ 10448228 w 10728325"/>
              <a:gd name="connsiteY1582" fmla="*/ 2316178 h 6034088"/>
              <a:gd name="connsiteX1583" fmla="*/ 10298431 w 10728325"/>
              <a:gd name="connsiteY1583" fmla="*/ 2316178 h 6034088"/>
              <a:gd name="connsiteX1584" fmla="*/ 9091106 w 10728325"/>
              <a:gd name="connsiteY1584" fmla="*/ 2163229 h 6034088"/>
              <a:gd name="connsiteX1585" fmla="*/ 9091106 w 10728325"/>
              <a:gd name="connsiteY1585" fmla="*/ 2319527 h 6034088"/>
              <a:gd name="connsiteX1586" fmla="*/ 9247441 w 10728325"/>
              <a:gd name="connsiteY1586" fmla="*/ 2319527 h 6034088"/>
              <a:gd name="connsiteX1587" fmla="*/ 9247441 w 10728325"/>
              <a:gd name="connsiteY1587" fmla="*/ 2163229 h 6034088"/>
              <a:gd name="connsiteX1588" fmla="*/ 9948157 w 10728325"/>
              <a:gd name="connsiteY1588" fmla="*/ 2160877 h 6034088"/>
              <a:gd name="connsiteX1589" fmla="*/ 10108794 w 10728325"/>
              <a:gd name="connsiteY1589" fmla="*/ 2160877 h 6034088"/>
              <a:gd name="connsiteX1590" fmla="*/ 10108794 w 10728325"/>
              <a:gd name="connsiteY1590" fmla="*/ 2321712 h 6034088"/>
              <a:gd name="connsiteX1591" fmla="*/ 9948157 w 10728325"/>
              <a:gd name="connsiteY1591" fmla="*/ 2321712 h 6034088"/>
              <a:gd name="connsiteX1592" fmla="*/ 9430150 w 10728325"/>
              <a:gd name="connsiteY1592" fmla="*/ 2157522 h 6034088"/>
              <a:gd name="connsiteX1593" fmla="*/ 9430150 w 10728325"/>
              <a:gd name="connsiteY1593" fmla="*/ 2325060 h 6034088"/>
              <a:gd name="connsiteX1594" fmla="*/ 9597716 w 10728325"/>
              <a:gd name="connsiteY1594" fmla="*/ 2325060 h 6034088"/>
              <a:gd name="connsiteX1595" fmla="*/ 9597716 w 10728325"/>
              <a:gd name="connsiteY1595" fmla="*/ 2157522 h 6034088"/>
              <a:gd name="connsiteX1596" fmla="*/ 4510650 w 10728325"/>
              <a:gd name="connsiteY1596" fmla="*/ 2065441 h 6034088"/>
              <a:gd name="connsiteX1597" fmla="*/ 4510650 w 10728325"/>
              <a:gd name="connsiteY1597" fmla="*/ 2072146 h 6034088"/>
              <a:gd name="connsiteX1598" fmla="*/ 4517355 w 10728325"/>
              <a:gd name="connsiteY1598" fmla="*/ 2072146 h 6034088"/>
              <a:gd name="connsiteX1599" fmla="*/ 4517355 w 10728325"/>
              <a:gd name="connsiteY1599" fmla="*/ 2065441 h 6034088"/>
              <a:gd name="connsiteX1600" fmla="*/ 4849872 w 10728325"/>
              <a:gd name="connsiteY1600" fmla="*/ 2059712 h 6034088"/>
              <a:gd name="connsiteX1601" fmla="*/ 4849872 w 10728325"/>
              <a:gd name="connsiteY1601" fmla="*/ 2077647 h 6034088"/>
              <a:gd name="connsiteX1602" fmla="*/ 4867813 w 10728325"/>
              <a:gd name="connsiteY1602" fmla="*/ 2077647 h 6034088"/>
              <a:gd name="connsiteX1603" fmla="*/ 4867813 w 10728325"/>
              <a:gd name="connsiteY1603" fmla="*/ 2059712 h 6034088"/>
              <a:gd name="connsiteX1604" fmla="*/ 5189105 w 10728325"/>
              <a:gd name="connsiteY1604" fmla="*/ 2054396 h 6034088"/>
              <a:gd name="connsiteX1605" fmla="*/ 5189105 w 10728325"/>
              <a:gd name="connsiteY1605" fmla="*/ 2083372 h 6034088"/>
              <a:gd name="connsiteX1606" fmla="*/ 5218081 w 10728325"/>
              <a:gd name="connsiteY1606" fmla="*/ 2083372 h 6034088"/>
              <a:gd name="connsiteX1607" fmla="*/ 5218081 w 10728325"/>
              <a:gd name="connsiteY1607" fmla="*/ 2054396 h 6034088"/>
              <a:gd name="connsiteX1608" fmla="*/ 5528522 w 10728325"/>
              <a:gd name="connsiteY1608" fmla="*/ 2048890 h 6034088"/>
              <a:gd name="connsiteX1609" fmla="*/ 5528522 w 10728325"/>
              <a:gd name="connsiteY1609" fmla="*/ 2088900 h 6034088"/>
              <a:gd name="connsiteX1610" fmla="*/ 5568539 w 10728325"/>
              <a:gd name="connsiteY1610" fmla="*/ 2088900 h 6034088"/>
              <a:gd name="connsiteX1611" fmla="*/ 5568539 w 10728325"/>
              <a:gd name="connsiteY1611" fmla="*/ 2048890 h 6034088"/>
              <a:gd name="connsiteX1612" fmla="*/ 5867738 w 10728325"/>
              <a:gd name="connsiteY1612" fmla="*/ 2043373 h 6034088"/>
              <a:gd name="connsiteX1613" fmla="*/ 5867738 w 10728325"/>
              <a:gd name="connsiteY1613" fmla="*/ 2094424 h 6034088"/>
              <a:gd name="connsiteX1614" fmla="*/ 5918807 w 10728325"/>
              <a:gd name="connsiteY1614" fmla="*/ 2094424 h 6034088"/>
              <a:gd name="connsiteX1615" fmla="*/ 5918807 w 10728325"/>
              <a:gd name="connsiteY1615" fmla="*/ 2043373 h 6034088"/>
              <a:gd name="connsiteX1616" fmla="*/ 6207005 w 10728325"/>
              <a:gd name="connsiteY1616" fmla="*/ 2037671 h 6034088"/>
              <a:gd name="connsiteX1617" fmla="*/ 6207005 w 10728325"/>
              <a:gd name="connsiteY1617" fmla="*/ 2099951 h 6034088"/>
              <a:gd name="connsiteX1618" fmla="*/ 6269248 w 10728325"/>
              <a:gd name="connsiteY1618" fmla="*/ 2099951 h 6034088"/>
              <a:gd name="connsiteX1619" fmla="*/ 6269248 w 10728325"/>
              <a:gd name="connsiteY1619" fmla="*/ 2037671 h 6034088"/>
              <a:gd name="connsiteX1620" fmla="*/ 6546216 w 10728325"/>
              <a:gd name="connsiteY1620" fmla="*/ 2032143 h 6034088"/>
              <a:gd name="connsiteX1621" fmla="*/ 6546216 w 10728325"/>
              <a:gd name="connsiteY1621" fmla="*/ 2105458 h 6034088"/>
              <a:gd name="connsiteX1622" fmla="*/ 6619523 w 10728325"/>
              <a:gd name="connsiteY1622" fmla="*/ 2105458 h 6034088"/>
              <a:gd name="connsiteX1623" fmla="*/ 6619523 w 10728325"/>
              <a:gd name="connsiteY1623" fmla="*/ 2032143 h 6034088"/>
              <a:gd name="connsiteX1624" fmla="*/ 6885650 w 10728325"/>
              <a:gd name="connsiteY1624" fmla="*/ 2026625 h 6034088"/>
              <a:gd name="connsiteX1625" fmla="*/ 6885650 w 10728325"/>
              <a:gd name="connsiteY1625" fmla="*/ 2110979 h 6034088"/>
              <a:gd name="connsiteX1626" fmla="*/ 6970020 w 10728325"/>
              <a:gd name="connsiteY1626" fmla="*/ 2110979 h 6034088"/>
              <a:gd name="connsiteX1627" fmla="*/ 6970020 w 10728325"/>
              <a:gd name="connsiteY1627" fmla="*/ 2026625 h 6034088"/>
              <a:gd name="connsiteX1628" fmla="*/ 7224861 w 10728325"/>
              <a:gd name="connsiteY1628" fmla="*/ 2021118 h 6034088"/>
              <a:gd name="connsiteX1629" fmla="*/ 7224861 w 10728325"/>
              <a:gd name="connsiteY1629" fmla="*/ 2116504 h 6034088"/>
              <a:gd name="connsiteX1630" fmla="*/ 7320294 w 10728325"/>
              <a:gd name="connsiteY1630" fmla="*/ 2116504 h 6034088"/>
              <a:gd name="connsiteX1631" fmla="*/ 7320294 w 10728325"/>
              <a:gd name="connsiteY1631" fmla="*/ 2021118 h 6034088"/>
              <a:gd name="connsiteX1632" fmla="*/ 7564295 w 10728325"/>
              <a:gd name="connsiteY1632" fmla="*/ 2015587 h 6034088"/>
              <a:gd name="connsiteX1633" fmla="*/ 7564295 w 10728325"/>
              <a:gd name="connsiteY1633" fmla="*/ 2122018 h 6034088"/>
              <a:gd name="connsiteX1634" fmla="*/ 7670735 w 10728325"/>
              <a:gd name="connsiteY1634" fmla="*/ 2122018 h 6034088"/>
              <a:gd name="connsiteX1635" fmla="*/ 7670735 w 10728325"/>
              <a:gd name="connsiteY1635" fmla="*/ 2015587 h 6034088"/>
              <a:gd name="connsiteX1636" fmla="*/ 7903338 w 10728325"/>
              <a:gd name="connsiteY1636" fmla="*/ 2009873 h 6034088"/>
              <a:gd name="connsiteX1637" fmla="*/ 7903338 w 10728325"/>
              <a:gd name="connsiteY1637" fmla="*/ 2127540 h 6034088"/>
              <a:gd name="connsiteX1638" fmla="*/ 8021008 w 10728325"/>
              <a:gd name="connsiteY1638" fmla="*/ 2127540 h 6034088"/>
              <a:gd name="connsiteX1639" fmla="*/ 8021008 w 10728325"/>
              <a:gd name="connsiteY1639" fmla="*/ 2009873 h 6034088"/>
              <a:gd name="connsiteX1640" fmla="*/ 8242772 w 10728325"/>
              <a:gd name="connsiteY1640" fmla="*/ 2004557 h 6034088"/>
              <a:gd name="connsiteX1641" fmla="*/ 8242772 w 10728325"/>
              <a:gd name="connsiteY1641" fmla="*/ 2133260 h 6034088"/>
              <a:gd name="connsiteX1642" fmla="*/ 8371450 w 10728325"/>
              <a:gd name="connsiteY1642" fmla="*/ 2133260 h 6034088"/>
              <a:gd name="connsiteX1643" fmla="*/ 8371450 w 10728325"/>
              <a:gd name="connsiteY1643" fmla="*/ 2004557 h 6034088"/>
              <a:gd name="connsiteX1644" fmla="*/ 8581983 w 10728325"/>
              <a:gd name="connsiteY1644" fmla="*/ 1999050 h 6034088"/>
              <a:gd name="connsiteX1645" fmla="*/ 8581983 w 10728325"/>
              <a:gd name="connsiteY1645" fmla="*/ 2138786 h 6034088"/>
              <a:gd name="connsiteX1646" fmla="*/ 8721724 w 10728325"/>
              <a:gd name="connsiteY1646" fmla="*/ 2138786 h 6034088"/>
              <a:gd name="connsiteX1647" fmla="*/ 8721724 w 10728325"/>
              <a:gd name="connsiteY1647" fmla="*/ 1999050 h 6034088"/>
              <a:gd name="connsiteX1648" fmla="*/ 10473651 w 10728325"/>
              <a:gd name="connsiteY1648" fmla="*/ 1996895 h 6034088"/>
              <a:gd name="connsiteX1649" fmla="*/ 10617583 w 10728325"/>
              <a:gd name="connsiteY1649" fmla="*/ 1996895 h 6034088"/>
              <a:gd name="connsiteX1650" fmla="*/ 10617583 w 10728325"/>
              <a:gd name="connsiteY1650" fmla="*/ 2140973 h 6034088"/>
              <a:gd name="connsiteX1651" fmla="*/ 10473651 w 10728325"/>
              <a:gd name="connsiteY1651" fmla="*/ 2140973 h 6034088"/>
              <a:gd name="connsiteX1652" fmla="*/ 8921417 w 10728325"/>
              <a:gd name="connsiteY1652" fmla="*/ 1993544 h 6034088"/>
              <a:gd name="connsiteX1653" fmla="*/ 8921417 w 10728325"/>
              <a:gd name="connsiteY1653" fmla="*/ 2144317 h 6034088"/>
              <a:gd name="connsiteX1654" fmla="*/ 9072221 w 10728325"/>
              <a:gd name="connsiteY1654" fmla="*/ 2144317 h 6034088"/>
              <a:gd name="connsiteX1655" fmla="*/ 9072221 w 10728325"/>
              <a:gd name="connsiteY1655" fmla="*/ 1993544 h 6034088"/>
              <a:gd name="connsiteX1656" fmla="*/ 10123209 w 10728325"/>
              <a:gd name="connsiteY1656" fmla="*/ 1991373 h 6034088"/>
              <a:gd name="connsiteX1657" fmla="*/ 10278539 w 10728325"/>
              <a:gd name="connsiteY1657" fmla="*/ 1991373 h 6034088"/>
              <a:gd name="connsiteX1658" fmla="*/ 10278539 w 10728325"/>
              <a:gd name="connsiteY1658" fmla="*/ 2146480 h 6034088"/>
              <a:gd name="connsiteX1659" fmla="*/ 10123209 w 10728325"/>
              <a:gd name="connsiteY1659" fmla="*/ 2146480 h 6034088"/>
              <a:gd name="connsiteX1660" fmla="*/ 9260460 w 10728325"/>
              <a:gd name="connsiteY1660" fmla="*/ 1987826 h 6034088"/>
              <a:gd name="connsiteX1661" fmla="*/ 9260460 w 10728325"/>
              <a:gd name="connsiteY1661" fmla="*/ 2149821 h 6034088"/>
              <a:gd name="connsiteX1662" fmla="*/ 9422494 w 10728325"/>
              <a:gd name="connsiteY1662" fmla="*/ 2149821 h 6034088"/>
              <a:gd name="connsiteX1663" fmla="*/ 9422494 w 10728325"/>
              <a:gd name="connsiteY1663" fmla="*/ 1987826 h 6034088"/>
              <a:gd name="connsiteX1664" fmla="*/ 9772936 w 10728325"/>
              <a:gd name="connsiteY1664" fmla="*/ 1985664 h 6034088"/>
              <a:gd name="connsiteX1665" fmla="*/ 9939105 w 10728325"/>
              <a:gd name="connsiteY1665" fmla="*/ 1985664 h 6034088"/>
              <a:gd name="connsiteX1666" fmla="*/ 9939105 w 10728325"/>
              <a:gd name="connsiteY1666" fmla="*/ 2151997 h 6034088"/>
              <a:gd name="connsiteX1667" fmla="*/ 9772936 w 10728325"/>
              <a:gd name="connsiteY1667" fmla="*/ 2151997 h 6034088"/>
              <a:gd name="connsiteX1668" fmla="*/ 4680356 w 10728325"/>
              <a:gd name="connsiteY1668" fmla="*/ 1890402 h 6034088"/>
              <a:gd name="connsiteX1669" fmla="*/ 4680356 w 10728325"/>
              <a:gd name="connsiteY1669" fmla="*/ 1902621 h 6034088"/>
              <a:gd name="connsiteX1670" fmla="*/ 4692576 w 10728325"/>
              <a:gd name="connsiteY1670" fmla="*/ 1902621 h 6034088"/>
              <a:gd name="connsiteX1671" fmla="*/ 4692576 w 10728325"/>
              <a:gd name="connsiteY1671" fmla="*/ 1890402 h 6034088"/>
              <a:gd name="connsiteX1672" fmla="*/ 5019589 w 10728325"/>
              <a:gd name="connsiteY1672" fmla="*/ 1884695 h 6034088"/>
              <a:gd name="connsiteX1673" fmla="*/ 5019589 w 10728325"/>
              <a:gd name="connsiteY1673" fmla="*/ 1908151 h 6034088"/>
              <a:gd name="connsiteX1674" fmla="*/ 5043045 w 10728325"/>
              <a:gd name="connsiteY1674" fmla="*/ 1908151 h 6034088"/>
              <a:gd name="connsiteX1675" fmla="*/ 5043045 w 10728325"/>
              <a:gd name="connsiteY1675" fmla="*/ 1884695 h 6034088"/>
              <a:gd name="connsiteX1676" fmla="*/ 5358816 w 10728325"/>
              <a:gd name="connsiteY1676" fmla="*/ 1879185 h 6034088"/>
              <a:gd name="connsiteX1677" fmla="*/ 5358816 w 10728325"/>
              <a:gd name="connsiteY1677" fmla="*/ 1913680 h 6034088"/>
              <a:gd name="connsiteX1678" fmla="*/ 5393313 w 10728325"/>
              <a:gd name="connsiteY1678" fmla="*/ 1913680 h 6034088"/>
              <a:gd name="connsiteX1679" fmla="*/ 5393313 w 10728325"/>
              <a:gd name="connsiteY1679" fmla="*/ 1879185 h 6034088"/>
              <a:gd name="connsiteX1680" fmla="*/ 5698217 w 10728325"/>
              <a:gd name="connsiteY1680" fmla="*/ 1873657 h 6034088"/>
              <a:gd name="connsiteX1681" fmla="*/ 5698217 w 10728325"/>
              <a:gd name="connsiteY1681" fmla="*/ 1919186 h 6034088"/>
              <a:gd name="connsiteX1682" fmla="*/ 5743754 w 10728325"/>
              <a:gd name="connsiteY1682" fmla="*/ 1919186 h 6034088"/>
              <a:gd name="connsiteX1683" fmla="*/ 5743754 w 10728325"/>
              <a:gd name="connsiteY1683" fmla="*/ 1873657 h 6034088"/>
              <a:gd name="connsiteX1684" fmla="*/ 6037483 w 10728325"/>
              <a:gd name="connsiteY1684" fmla="*/ 1868151 h 6034088"/>
              <a:gd name="connsiteX1685" fmla="*/ 6037483 w 10728325"/>
              <a:gd name="connsiteY1685" fmla="*/ 1924716 h 6034088"/>
              <a:gd name="connsiteX1686" fmla="*/ 6094027 w 10728325"/>
              <a:gd name="connsiteY1686" fmla="*/ 1924716 h 6034088"/>
              <a:gd name="connsiteX1687" fmla="*/ 6094027 w 10728325"/>
              <a:gd name="connsiteY1687" fmla="*/ 1868151 h 6034088"/>
              <a:gd name="connsiteX1688" fmla="*/ 6376694 w 10728325"/>
              <a:gd name="connsiteY1688" fmla="*/ 1862439 h 6034088"/>
              <a:gd name="connsiteX1689" fmla="*/ 6376694 w 10728325"/>
              <a:gd name="connsiteY1689" fmla="*/ 1930246 h 6034088"/>
              <a:gd name="connsiteX1690" fmla="*/ 6444525 w 10728325"/>
              <a:gd name="connsiteY1690" fmla="*/ 1930246 h 6034088"/>
              <a:gd name="connsiteX1691" fmla="*/ 6444525 w 10728325"/>
              <a:gd name="connsiteY1691" fmla="*/ 1862439 h 6034088"/>
              <a:gd name="connsiteX1692" fmla="*/ 6715905 w 10728325"/>
              <a:gd name="connsiteY1692" fmla="*/ 1856934 h 6034088"/>
              <a:gd name="connsiteX1693" fmla="*/ 6715905 w 10728325"/>
              <a:gd name="connsiteY1693" fmla="*/ 1935775 h 6034088"/>
              <a:gd name="connsiteX1694" fmla="*/ 6794743 w 10728325"/>
              <a:gd name="connsiteY1694" fmla="*/ 1935775 h 6034088"/>
              <a:gd name="connsiteX1695" fmla="*/ 6794743 w 10728325"/>
              <a:gd name="connsiteY1695" fmla="*/ 1856934 h 6034088"/>
              <a:gd name="connsiteX1696" fmla="*/ 7055339 w 10728325"/>
              <a:gd name="connsiteY1696" fmla="*/ 1851401 h 6034088"/>
              <a:gd name="connsiteX1697" fmla="*/ 7055339 w 10728325"/>
              <a:gd name="connsiteY1697" fmla="*/ 1941282 h 6034088"/>
              <a:gd name="connsiteX1698" fmla="*/ 7145240 w 10728325"/>
              <a:gd name="connsiteY1698" fmla="*/ 1941282 h 6034088"/>
              <a:gd name="connsiteX1699" fmla="*/ 7145240 w 10728325"/>
              <a:gd name="connsiteY1699" fmla="*/ 1851401 h 6034088"/>
              <a:gd name="connsiteX1700" fmla="*/ 7394606 w 10728325"/>
              <a:gd name="connsiteY1700" fmla="*/ 1846079 h 6034088"/>
              <a:gd name="connsiteX1701" fmla="*/ 7394606 w 10728325"/>
              <a:gd name="connsiteY1701" fmla="*/ 1947001 h 6034088"/>
              <a:gd name="connsiteX1702" fmla="*/ 7495515 w 10728325"/>
              <a:gd name="connsiteY1702" fmla="*/ 1947001 h 6034088"/>
              <a:gd name="connsiteX1703" fmla="*/ 7495515 w 10728325"/>
              <a:gd name="connsiteY1703" fmla="*/ 1846079 h 6034088"/>
              <a:gd name="connsiteX1704" fmla="*/ 7733817 w 10728325"/>
              <a:gd name="connsiteY1704" fmla="*/ 1840378 h 6034088"/>
              <a:gd name="connsiteX1705" fmla="*/ 7733817 w 10728325"/>
              <a:gd name="connsiteY1705" fmla="*/ 1952531 h 6034088"/>
              <a:gd name="connsiteX1706" fmla="*/ 7845956 w 10728325"/>
              <a:gd name="connsiteY1706" fmla="*/ 1952531 h 6034088"/>
              <a:gd name="connsiteX1707" fmla="*/ 7845956 w 10728325"/>
              <a:gd name="connsiteY1707" fmla="*/ 1840378 h 6034088"/>
              <a:gd name="connsiteX1708" fmla="*/ 8073027 w 10728325"/>
              <a:gd name="connsiteY1708" fmla="*/ 1834862 h 6034088"/>
              <a:gd name="connsiteX1709" fmla="*/ 8073027 w 10728325"/>
              <a:gd name="connsiteY1709" fmla="*/ 1958056 h 6034088"/>
              <a:gd name="connsiteX1710" fmla="*/ 8196229 w 10728325"/>
              <a:gd name="connsiteY1710" fmla="*/ 1958056 h 6034088"/>
              <a:gd name="connsiteX1711" fmla="*/ 8196229 w 10728325"/>
              <a:gd name="connsiteY1711" fmla="*/ 1834862 h 6034088"/>
              <a:gd name="connsiteX1712" fmla="*/ 8412461 w 10728325"/>
              <a:gd name="connsiteY1712" fmla="*/ 1829334 h 6034088"/>
              <a:gd name="connsiteX1713" fmla="*/ 8412461 w 10728325"/>
              <a:gd name="connsiteY1713" fmla="*/ 1963566 h 6034088"/>
              <a:gd name="connsiteX1714" fmla="*/ 8546726 w 10728325"/>
              <a:gd name="connsiteY1714" fmla="*/ 1963570 h 6034088"/>
              <a:gd name="connsiteX1715" fmla="*/ 8546726 w 10728325"/>
              <a:gd name="connsiteY1715" fmla="*/ 1829334 h 6034088"/>
              <a:gd name="connsiteX1716" fmla="*/ 10648927 w 10728325"/>
              <a:gd name="connsiteY1716" fmla="*/ 1827191 h 6034088"/>
              <a:gd name="connsiteX1717" fmla="*/ 10728325 w 10728325"/>
              <a:gd name="connsiteY1717" fmla="*/ 1827191 h 6034088"/>
              <a:gd name="connsiteX1718" fmla="*/ 10728325 w 10728325"/>
              <a:gd name="connsiteY1718" fmla="*/ 1965577 h 6034088"/>
              <a:gd name="connsiteX1719" fmla="*/ 10648927 w 10728325"/>
              <a:gd name="connsiteY1719" fmla="*/ 1965577 h 6034088"/>
              <a:gd name="connsiteX1720" fmla="*/ 8751728 w 10728325"/>
              <a:gd name="connsiteY1720" fmla="*/ 1823829 h 6034088"/>
              <a:gd name="connsiteX1721" fmla="*/ 8751728 w 10728325"/>
              <a:gd name="connsiteY1721" fmla="*/ 1969103 h 6034088"/>
              <a:gd name="connsiteX1722" fmla="*/ 8897000 w 10728325"/>
              <a:gd name="connsiteY1722" fmla="*/ 1969103 h 6034088"/>
              <a:gd name="connsiteX1723" fmla="*/ 8897000 w 10728325"/>
              <a:gd name="connsiteY1723" fmla="*/ 1823829 h 6034088"/>
              <a:gd name="connsiteX1724" fmla="*/ 10298431 w 10728325"/>
              <a:gd name="connsiteY1724" fmla="*/ 1821684 h 6034088"/>
              <a:gd name="connsiteX1725" fmla="*/ 10448228 w 10728325"/>
              <a:gd name="connsiteY1725" fmla="*/ 1821684 h 6034088"/>
              <a:gd name="connsiteX1726" fmla="*/ 10448228 w 10728325"/>
              <a:gd name="connsiteY1726" fmla="*/ 1971287 h 6034088"/>
              <a:gd name="connsiteX1727" fmla="*/ 10298431 w 10728325"/>
              <a:gd name="connsiteY1727" fmla="*/ 1971287 h 6034088"/>
              <a:gd name="connsiteX1728" fmla="*/ 9091106 w 10728325"/>
              <a:gd name="connsiteY1728" fmla="*/ 1818319 h 6034088"/>
              <a:gd name="connsiteX1729" fmla="*/ 9091106 w 10728325"/>
              <a:gd name="connsiteY1729" fmla="*/ 1974631 h 6034088"/>
              <a:gd name="connsiteX1730" fmla="*/ 9247441 w 10728325"/>
              <a:gd name="connsiteY1730" fmla="*/ 1974631 h 6034088"/>
              <a:gd name="connsiteX1731" fmla="*/ 9247441 w 10728325"/>
              <a:gd name="connsiteY1731" fmla="*/ 1818319 h 6034088"/>
              <a:gd name="connsiteX1732" fmla="*/ 9948157 w 10728325"/>
              <a:gd name="connsiteY1732" fmla="*/ 1816162 h 6034088"/>
              <a:gd name="connsiteX1733" fmla="*/ 10108794 w 10728325"/>
              <a:gd name="connsiteY1733" fmla="*/ 1816162 h 6034088"/>
              <a:gd name="connsiteX1734" fmla="*/ 10108794 w 10728325"/>
              <a:gd name="connsiteY1734" fmla="*/ 1976816 h 6034088"/>
              <a:gd name="connsiteX1735" fmla="*/ 9948157 w 10728325"/>
              <a:gd name="connsiteY1735" fmla="*/ 1976816 h 6034088"/>
              <a:gd name="connsiteX1736" fmla="*/ 9430150 w 10728325"/>
              <a:gd name="connsiteY1736" fmla="*/ 1812612 h 6034088"/>
              <a:gd name="connsiteX1737" fmla="*/ 9430150 w 10728325"/>
              <a:gd name="connsiteY1737" fmla="*/ 1980157 h 6034088"/>
              <a:gd name="connsiteX1738" fmla="*/ 9597716 w 10728325"/>
              <a:gd name="connsiteY1738" fmla="*/ 1980157 h 6034088"/>
              <a:gd name="connsiteX1739" fmla="*/ 9597716 w 10728325"/>
              <a:gd name="connsiteY1739" fmla="*/ 1812612 h 6034088"/>
              <a:gd name="connsiteX1740" fmla="*/ 4510644 w 10728325"/>
              <a:gd name="connsiteY1740" fmla="*/ 1720704 h 6034088"/>
              <a:gd name="connsiteX1741" fmla="*/ 4510644 w 10728325"/>
              <a:gd name="connsiteY1741" fmla="*/ 1727409 h 6034088"/>
              <a:gd name="connsiteX1742" fmla="*/ 4517349 w 10728325"/>
              <a:gd name="connsiteY1742" fmla="*/ 1727409 h 6034088"/>
              <a:gd name="connsiteX1743" fmla="*/ 4517349 w 10728325"/>
              <a:gd name="connsiteY1743" fmla="*/ 1720704 h 6034088"/>
              <a:gd name="connsiteX1744" fmla="*/ 4849872 w 10728325"/>
              <a:gd name="connsiteY1744" fmla="*/ 1714998 h 6034088"/>
              <a:gd name="connsiteX1745" fmla="*/ 4849872 w 10728325"/>
              <a:gd name="connsiteY1745" fmla="*/ 1732933 h 6034088"/>
              <a:gd name="connsiteX1746" fmla="*/ 4867813 w 10728325"/>
              <a:gd name="connsiteY1746" fmla="*/ 1732933 h 6034088"/>
              <a:gd name="connsiteX1747" fmla="*/ 4867813 w 10728325"/>
              <a:gd name="connsiteY1747" fmla="*/ 1714998 h 6034088"/>
              <a:gd name="connsiteX1748" fmla="*/ 5189105 w 10728325"/>
              <a:gd name="connsiteY1748" fmla="*/ 1709470 h 6034088"/>
              <a:gd name="connsiteX1749" fmla="*/ 5189105 w 10728325"/>
              <a:gd name="connsiteY1749" fmla="*/ 1738439 h 6034088"/>
              <a:gd name="connsiteX1750" fmla="*/ 5218081 w 10728325"/>
              <a:gd name="connsiteY1750" fmla="*/ 1738439 h 6034088"/>
              <a:gd name="connsiteX1751" fmla="*/ 5218081 w 10728325"/>
              <a:gd name="connsiteY1751" fmla="*/ 1709470 h 6034088"/>
              <a:gd name="connsiteX1752" fmla="*/ 5528522 w 10728325"/>
              <a:gd name="connsiteY1752" fmla="*/ 1703960 h 6034088"/>
              <a:gd name="connsiteX1753" fmla="*/ 5528522 w 10728325"/>
              <a:gd name="connsiteY1753" fmla="*/ 1743974 h 6034088"/>
              <a:gd name="connsiteX1754" fmla="*/ 5568539 w 10728325"/>
              <a:gd name="connsiteY1754" fmla="*/ 1743974 h 6034088"/>
              <a:gd name="connsiteX1755" fmla="*/ 5568539 w 10728325"/>
              <a:gd name="connsiteY1755" fmla="*/ 1703960 h 6034088"/>
              <a:gd name="connsiteX1756" fmla="*/ 5867738 w 10728325"/>
              <a:gd name="connsiteY1756" fmla="*/ 1698449 h 6034088"/>
              <a:gd name="connsiteX1757" fmla="*/ 5867738 w 10728325"/>
              <a:gd name="connsiteY1757" fmla="*/ 1749497 h 6034088"/>
              <a:gd name="connsiteX1758" fmla="*/ 5918807 w 10728325"/>
              <a:gd name="connsiteY1758" fmla="*/ 1749497 h 6034088"/>
              <a:gd name="connsiteX1759" fmla="*/ 5918807 w 10728325"/>
              <a:gd name="connsiteY1759" fmla="*/ 1698449 h 6034088"/>
              <a:gd name="connsiteX1760" fmla="*/ 6207005 w 10728325"/>
              <a:gd name="connsiteY1760" fmla="*/ 1692743 h 6034088"/>
              <a:gd name="connsiteX1761" fmla="*/ 6207005 w 10728325"/>
              <a:gd name="connsiteY1761" fmla="*/ 1755027 h 6034088"/>
              <a:gd name="connsiteX1762" fmla="*/ 6269248 w 10728325"/>
              <a:gd name="connsiteY1762" fmla="*/ 1755027 h 6034088"/>
              <a:gd name="connsiteX1763" fmla="*/ 6269248 w 10728325"/>
              <a:gd name="connsiteY1763" fmla="*/ 1692743 h 6034088"/>
              <a:gd name="connsiteX1764" fmla="*/ 6546216 w 10728325"/>
              <a:gd name="connsiteY1764" fmla="*/ 1687405 h 6034088"/>
              <a:gd name="connsiteX1765" fmla="*/ 6546216 w 10728325"/>
              <a:gd name="connsiteY1765" fmla="*/ 1760729 h 6034088"/>
              <a:gd name="connsiteX1766" fmla="*/ 6619523 w 10728325"/>
              <a:gd name="connsiteY1766" fmla="*/ 1760729 h 6034088"/>
              <a:gd name="connsiteX1767" fmla="*/ 6619523 w 10728325"/>
              <a:gd name="connsiteY1767" fmla="*/ 1687405 h 6034088"/>
              <a:gd name="connsiteX1768" fmla="*/ 6885650 w 10728325"/>
              <a:gd name="connsiteY1768" fmla="*/ 1681894 h 6034088"/>
              <a:gd name="connsiteX1769" fmla="*/ 6885650 w 10728325"/>
              <a:gd name="connsiteY1769" fmla="*/ 1766252 h 6034088"/>
              <a:gd name="connsiteX1770" fmla="*/ 6970020 w 10728325"/>
              <a:gd name="connsiteY1770" fmla="*/ 1766252 h 6034088"/>
              <a:gd name="connsiteX1771" fmla="*/ 6970020 w 10728325"/>
              <a:gd name="connsiteY1771" fmla="*/ 1681894 h 6034088"/>
              <a:gd name="connsiteX1772" fmla="*/ 7224861 w 10728325"/>
              <a:gd name="connsiteY1772" fmla="*/ 1676388 h 6034088"/>
              <a:gd name="connsiteX1773" fmla="*/ 7224861 w 10728325"/>
              <a:gd name="connsiteY1773" fmla="*/ 1771782 h 6034088"/>
              <a:gd name="connsiteX1774" fmla="*/ 7320294 w 10728325"/>
              <a:gd name="connsiteY1774" fmla="*/ 1771782 h 6034088"/>
              <a:gd name="connsiteX1775" fmla="*/ 7320294 w 10728325"/>
              <a:gd name="connsiteY1775" fmla="*/ 1676388 h 6034088"/>
              <a:gd name="connsiteX1776" fmla="*/ 7564295 w 10728325"/>
              <a:gd name="connsiteY1776" fmla="*/ 1670869 h 6034088"/>
              <a:gd name="connsiteX1777" fmla="*/ 7564295 w 10728325"/>
              <a:gd name="connsiteY1777" fmla="*/ 1777312 h 6034088"/>
              <a:gd name="connsiteX1778" fmla="*/ 7670735 w 10728325"/>
              <a:gd name="connsiteY1778" fmla="*/ 1777312 h 6034088"/>
              <a:gd name="connsiteX1779" fmla="*/ 7670735 w 10728325"/>
              <a:gd name="connsiteY1779" fmla="*/ 1670869 h 6034088"/>
              <a:gd name="connsiteX1780" fmla="*/ 7903338 w 10728325"/>
              <a:gd name="connsiteY1780" fmla="*/ 1665145 h 6034088"/>
              <a:gd name="connsiteX1781" fmla="*/ 7903338 w 10728325"/>
              <a:gd name="connsiteY1781" fmla="*/ 1782819 h 6034088"/>
              <a:gd name="connsiteX1782" fmla="*/ 8021008 w 10728325"/>
              <a:gd name="connsiteY1782" fmla="*/ 1782819 h 6034088"/>
              <a:gd name="connsiteX1783" fmla="*/ 8021008 w 10728325"/>
              <a:gd name="connsiteY1783" fmla="*/ 1665145 h 6034088"/>
              <a:gd name="connsiteX1784" fmla="*/ 8242772 w 10728325"/>
              <a:gd name="connsiteY1784" fmla="*/ 1659638 h 6034088"/>
              <a:gd name="connsiteX1785" fmla="*/ 8242772 w 10728325"/>
              <a:gd name="connsiteY1785" fmla="*/ 1788347 h 6034088"/>
              <a:gd name="connsiteX1786" fmla="*/ 8371450 w 10728325"/>
              <a:gd name="connsiteY1786" fmla="*/ 1788347 h 6034088"/>
              <a:gd name="connsiteX1787" fmla="*/ 8371450 w 10728325"/>
              <a:gd name="connsiteY1787" fmla="*/ 1659638 h 6034088"/>
              <a:gd name="connsiteX1788" fmla="*/ 8581983 w 10728325"/>
              <a:gd name="connsiteY1788" fmla="*/ 1654122 h 6034088"/>
              <a:gd name="connsiteX1789" fmla="*/ 8581983 w 10728325"/>
              <a:gd name="connsiteY1789" fmla="*/ 1793871 h 6034088"/>
              <a:gd name="connsiteX1790" fmla="*/ 8721724 w 10728325"/>
              <a:gd name="connsiteY1790" fmla="*/ 1793871 h 6034088"/>
              <a:gd name="connsiteX1791" fmla="*/ 8721724 w 10728325"/>
              <a:gd name="connsiteY1791" fmla="*/ 1654122 h 6034088"/>
              <a:gd name="connsiteX1792" fmla="*/ 10473651 w 10728325"/>
              <a:gd name="connsiteY1792" fmla="*/ 1651972 h 6034088"/>
              <a:gd name="connsiteX1793" fmla="*/ 10617583 w 10728325"/>
              <a:gd name="connsiteY1793" fmla="*/ 1651972 h 6034088"/>
              <a:gd name="connsiteX1794" fmla="*/ 10617583 w 10728325"/>
              <a:gd name="connsiteY1794" fmla="*/ 1796251 h 6034088"/>
              <a:gd name="connsiteX1795" fmla="*/ 10473651 w 10728325"/>
              <a:gd name="connsiteY1795" fmla="*/ 1796251 h 6034088"/>
              <a:gd name="connsiteX1796" fmla="*/ 8921417 w 10728325"/>
              <a:gd name="connsiteY1796" fmla="*/ 1648616 h 6034088"/>
              <a:gd name="connsiteX1797" fmla="*/ 8921417 w 10728325"/>
              <a:gd name="connsiteY1797" fmla="*/ 1799405 h 6034088"/>
              <a:gd name="connsiteX1798" fmla="*/ 9072221 w 10728325"/>
              <a:gd name="connsiteY1798" fmla="*/ 1799405 h 6034088"/>
              <a:gd name="connsiteX1799" fmla="*/ 9072221 w 10728325"/>
              <a:gd name="connsiteY1799" fmla="*/ 1648616 h 6034088"/>
              <a:gd name="connsiteX1800" fmla="*/ 10123209 w 10728325"/>
              <a:gd name="connsiteY1800" fmla="*/ 1646442 h 6034088"/>
              <a:gd name="connsiteX1801" fmla="*/ 10278539 w 10728325"/>
              <a:gd name="connsiteY1801" fmla="*/ 1646442 h 6034088"/>
              <a:gd name="connsiteX1802" fmla="*/ 10278539 w 10728325"/>
              <a:gd name="connsiteY1802" fmla="*/ 1801762 h 6034088"/>
              <a:gd name="connsiteX1803" fmla="*/ 10123209 w 10728325"/>
              <a:gd name="connsiteY1803" fmla="*/ 1801762 h 6034088"/>
              <a:gd name="connsiteX1804" fmla="*/ 9260460 w 10728325"/>
              <a:gd name="connsiteY1804" fmla="*/ 1643083 h 6034088"/>
              <a:gd name="connsiteX1805" fmla="*/ 9260460 w 10728325"/>
              <a:gd name="connsiteY1805" fmla="*/ 1805101 h 6034088"/>
              <a:gd name="connsiteX1806" fmla="*/ 9422494 w 10728325"/>
              <a:gd name="connsiteY1806" fmla="*/ 1805101 h 6034088"/>
              <a:gd name="connsiteX1807" fmla="*/ 9422494 w 10728325"/>
              <a:gd name="connsiteY1807" fmla="*/ 1643083 h 6034088"/>
              <a:gd name="connsiteX1808" fmla="*/ 9772936 w 10728325"/>
              <a:gd name="connsiteY1808" fmla="*/ 1640930 h 6034088"/>
              <a:gd name="connsiteX1809" fmla="*/ 9939105 w 10728325"/>
              <a:gd name="connsiteY1809" fmla="*/ 1640930 h 6034088"/>
              <a:gd name="connsiteX1810" fmla="*/ 9939105 w 10728325"/>
              <a:gd name="connsiteY1810" fmla="*/ 1807081 h 6034088"/>
              <a:gd name="connsiteX1811" fmla="*/ 9772936 w 10728325"/>
              <a:gd name="connsiteY1811" fmla="*/ 1807081 h 6034088"/>
              <a:gd name="connsiteX1812" fmla="*/ 4680356 w 10728325"/>
              <a:gd name="connsiteY1812" fmla="*/ 1545476 h 6034088"/>
              <a:gd name="connsiteX1813" fmla="*/ 4680356 w 10728325"/>
              <a:gd name="connsiteY1813" fmla="*/ 1557695 h 6034088"/>
              <a:gd name="connsiteX1814" fmla="*/ 4692576 w 10728325"/>
              <a:gd name="connsiteY1814" fmla="*/ 1557695 h 6034088"/>
              <a:gd name="connsiteX1815" fmla="*/ 4692576 w 10728325"/>
              <a:gd name="connsiteY1815" fmla="*/ 1545476 h 6034088"/>
              <a:gd name="connsiteX1816" fmla="*/ 5019589 w 10728325"/>
              <a:gd name="connsiteY1816" fmla="*/ 1539769 h 6034088"/>
              <a:gd name="connsiteX1817" fmla="*/ 5019589 w 10728325"/>
              <a:gd name="connsiteY1817" fmla="*/ 1563225 h 6034088"/>
              <a:gd name="connsiteX1818" fmla="*/ 5043045 w 10728325"/>
              <a:gd name="connsiteY1818" fmla="*/ 1563225 h 6034088"/>
              <a:gd name="connsiteX1819" fmla="*/ 5043045 w 10728325"/>
              <a:gd name="connsiteY1819" fmla="*/ 1539769 h 6034088"/>
              <a:gd name="connsiteX1820" fmla="*/ 5358816 w 10728325"/>
              <a:gd name="connsiteY1820" fmla="*/ 1534448 h 6034088"/>
              <a:gd name="connsiteX1821" fmla="*/ 5358816 w 10728325"/>
              <a:gd name="connsiteY1821" fmla="*/ 1568938 h 6034088"/>
              <a:gd name="connsiteX1822" fmla="*/ 5393313 w 10728325"/>
              <a:gd name="connsiteY1822" fmla="*/ 1568938 h 6034088"/>
              <a:gd name="connsiteX1823" fmla="*/ 5393313 w 10728325"/>
              <a:gd name="connsiteY1823" fmla="*/ 1534448 h 6034088"/>
              <a:gd name="connsiteX1824" fmla="*/ 5698217 w 10728325"/>
              <a:gd name="connsiteY1824" fmla="*/ 1528942 h 6034088"/>
              <a:gd name="connsiteX1825" fmla="*/ 5698217 w 10728325"/>
              <a:gd name="connsiteY1825" fmla="*/ 1574472 h 6034088"/>
              <a:gd name="connsiteX1826" fmla="*/ 5743754 w 10728325"/>
              <a:gd name="connsiteY1826" fmla="*/ 1574472 h 6034088"/>
              <a:gd name="connsiteX1827" fmla="*/ 5743754 w 10728325"/>
              <a:gd name="connsiteY1827" fmla="*/ 1528942 h 6034088"/>
              <a:gd name="connsiteX1828" fmla="*/ 6037483 w 10728325"/>
              <a:gd name="connsiteY1828" fmla="*/ 1523409 h 6034088"/>
              <a:gd name="connsiteX1829" fmla="*/ 6037483 w 10728325"/>
              <a:gd name="connsiteY1829" fmla="*/ 1579979 h 6034088"/>
              <a:gd name="connsiteX1830" fmla="*/ 6094027 w 10728325"/>
              <a:gd name="connsiteY1830" fmla="*/ 1579979 h 6034088"/>
              <a:gd name="connsiteX1831" fmla="*/ 6094027 w 10728325"/>
              <a:gd name="connsiteY1831" fmla="*/ 1523409 h 6034088"/>
              <a:gd name="connsiteX1832" fmla="*/ 6376694 w 10728325"/>
              <a:gd name="connsiteY1832" fmla="*/ 1517702 h 6034088"/>
              <a:gd name="connsiteX1833" fmla="*/ 6376694 w 10728325"/>
              <a:gd name="connsiteY1833" fmla="*/ 1585501 h 6034088"/>
              <a:gd name="connsiteX1834" fmla="*/ 6444525 w 10728325"/>
              <a:gd name="connsiteY1834" fmla="*/ 1585501 h 6034088"/>
              <a:gd name="connsiteX1835" fmla="*/ 6444525 w 10728325"/>
              <a:gd name="connsiteY1835" fmla="*/ 1517702 h 6034088"/>
              <a:gd name="connsiteX1836" fmla="*/ 6715905 w 10728325"/>
              <a:gd name="connsiteY1836" fmla="*/ 1512192 h 6034088"/>
              <a:gd name="connsiteX1837" fmla="*/ 6715905 w 10728325"/>
              <a:gd name="connsiteY1837" fmla="*/ 1591038 h 6034088"/>
              <a:gd name="connsiteX1838" fmla="*/ 6794743 w 10728325"/>
              <a:gd name="connsiteY1838" fmla="*/ 1591038 h 6034088"/>
              <a:gd name="connsiteX1839" fmla="*/ 6794743 w 10728325"/>
              <a:gd name="connsiteY1839" fmla="*/ 1512192 h 6034088"/>
              <a:gd name="connsiteX1840" fmla="*/ 7055339 w 10728325"/>
              <a:gd name="connsiteY1840" fmla="*/ 1506680 h 6034088"/>
              <a:gd name="connsiteX1841" fmla="*/ 7055339 w 10728325"/>
              <a:gd name="connsiteY1841" fmla="*/ 1596561 h 6034088"/>
              <a:gd name="connsiteX1842" fmla="*/ 7145240 w 10728325"/>
              <a:gd name="connsiteY1842" fmla="*/ 1596561 h 6034088"/>
              <a:gd name="connsiteX1843" fmla="*/ 7145240 w 10728325"/>
              <a:gd name="connsiteY1843" fmla="*/ 1506680 h 6034088"/>
              <a:gd name="connsiteX1844" fmla="*/ 7394606 w 10728325"/>
              <a:gd name="connsiteY1844" fmla="*/ 1501153 h 6034088"/>
              <a:gd name="connsiteX1845" fmla="*/ 7394606 w 10728325"/>
              <a:gd name="connsiteY1845" fmla="*/ 1602068 h 6034088"/>
              <a:gd name="connsiteX1846" fmla="*/ 7495515 w 10728325"/>
              <a:gd name="connsiteY1846" fmla="*/ 1602068 h 6034088"/>
              <a:gd name="connsiteX1847" fmla="*/ 7495515 w 10728325"/>
              <a:gd name="connsiteY1847" fmla="*/ 1501153 h 6034088"/>
              <a:gd name="connsiteX1848" fmla="*/ 7733817 w 10728325"/>
              <a:gd name="connsiteY1848" fmla="*/ 1495446 h 6034088"/>
              <a:gd name="connsiteX1849" fmla="*/ 7733817 w 10728325"/>
              <a:gd name="connsiteY1849" fmla="*/ 1607604 h 6034088"/>
              <a:gd name="connsiteX1850" fmla="*/ 7845956 w 10728325"/>
              <a:gd name="connsiteY1850" fmla="*/ 1607604 h 6034088"/>
              <a:gd name="connsiteX1851" fmla="*/ 7845956 w 10728325"/>
              <a:gd name="connsiteY1851" fmla="*/ 1495446 h 6034088"/>
              <a:gd name="connsiteX1852" fmla="*/ 8073027 w 10728325"/>
              <a:gd name="connsiteY1852" fmla="*/ 1489935 h 6034088"/>
              <a:gd name="connsiteX1853" fmla="*/ 8073027 w 10728325"/>
              <a:gd name="connsiteY1853" fmla="*/ 1613128 h 6034088"/>
              <a:gd name="connsiteX1854" fmla="*/ 8196229 w 10728325"/>
              <a:gd name="connsiteY1854" fmla="*/ 1613128 h 6034088"/>
              <a:gd name="connsiteX1855" fmla="*/ 8196229 w 10728325"/>
              <a:gd name="connsiteY1855" fmla="*/ 1489935 h 6034088"/>
              <a:gd name="connsiteX1856" fmla="*/ 8412461 w 10728325"/>
              <a:gd name="connsiteY1856" fmla="*/ 1484620 h 6034088"/>
              <a:gd name="connsiteX1857" fmla="*/ 8412461 w 10728325"/>
              <a:gd name="connsiteY1857" fmla="*/ 1618847 h 6034088"/>
              <a:gd name="connsiteX1858" fmla="*/ 8546726 w 10728325"/>
              <a:gd name="connsiteY1858" fmla="*/ 1618847 h 6034088"/>
              <a:gd name="connsiteX1859" fmla="*/ 8546726 w 10728325"/>
              <a:gd name="connsiteY1859" fmla="*/ 1484620 h 6034088"/>
              <a:gd name="connsiteX1860" fmla="*/ 10648927 w 10728325"/>
              <a:gd name="connsiteY1860" fmla="*/ 1482475 h 6034088"/>
              <a:gd name="connsiteX1861" fmla="*/ 10728325 w 10728325"/>
              <a:gd name="connsiteY1861" fmla="*/ 1482475 h 6034088"/>
              <a:gd name="connsiteX1862" fmla="*/ 10728325 w 10728325"/>
              <a:gd name="connsiteY1862" fmla="*/ 1620826 h 6034088"/>
              <a:gd name="connsiteX1863" fmla="*/ 10648927 w 10728325"/>
              <a:gd name="connsiteY1863" fmla="*/ 1620826 h 6034088"/>
              <a:gd name="connsiteX1864" fmla="*/ 8751728 w 10728325"/>
              <a:gd name="connsiteY1864" fmla="*/ 1479091 h 6034088"/>
              <a:gd name="connsiteX1865" fmla="*/ 8751728 w 10728325"/>
              <a:gd name="connsiteY1865" fmla="*/ 1624357 h 6034088"/>
              <a:gd name="connsiteX1866" fmla="*/ 8897000 w 10728325"/>
              <a:gd name="connsiteY1866" fmla="*/ 1624357 h 6034088"/>
              <a:gd name="connsiteX1867" fmla="*/ 8897000 w 10728325"/>
              <a:gd name="connsiteY1867" fmla="*/ 1479091 h 6034088"/>
              <a:gd name="connsiteX1868" fmla="*/ 10298431 w 10728325"/>
              <a:gd name="connsiteY1868" fmla="*/ 1476756 h 6034088"/>
              <a:gd name="connsiteX1869" fmla="*/ 10448228 w 10728325"/>
              <a:gd name="connsiteY1869" fmla="*/ 1476756 h 6034088"/>
              <a:gd name="connsiteX1870" fmla="*/ 10448228 w 10728325"/>
              <a:gd name="connsiteY1870" fmla="*/ 1626553 h 6034088"/>
              <a:gd name="connsiteX1871" fmla="*/ 10298431 w 10728325"/>
              <a:gd name="connsiteY1871" fmla="*/ 1626553 h 6034088"/>
              <a:gd name="connsiteX1872" fmla="*/ 9091106 w 10728325"/>
              <a:gd name="connsiteY1872" fmla="*/ 1473574 h 6034088"/>
              <a:gd name="connsiteX1873" fmla="*/ 9091106 w 10728325"/>
              <a:gd name="connsiteY1873" fmla="*/ 1629880 h 6034088"/>
              <a:gd name="connsiteX1874" fmla="*/ 9247441 w 10728325"/>
              <a:gd name="connsiteY1874" fmla="*/ 1629880 h 6034088"/>
              <a:gd name="connsiteX1875" fmla="*/ 9247441 w 10728325"/>
              <a:gd name="connsiteY1875" fmla="*/ 1473574 h 6034088"/>
              <a:gd name="connsiteX1876" fmla="*/ 9948157 w 10728325"/>
              <a:gd name="connsiteY1876" fmla="*/ 1471228 h 6034088"/>
              <a:gd name="connsiteX1877" fmla="*/ 10108794 w 10728325"/>
              <a:gd name="connsiteY1877" fmla="*/ 1471228 h 6034088"/>
              <a:gd name="connsiteX1878" fmla="*/ 10108794 w 10728325"/>
              <a:gd name="connsiteY1878" fmla="*/ 1632064 h 6034088"/>
              <a:gd name="connsiteX1879" fmla="*/ 9948157 w 10728325"/>
              <a:gd name="connsiteY1879" fmla="*/ 1632064 h 6034088"/>
              <a:gd name="connsiteX1880" fmla="*/ 9430150 w 10728325"/>
              <a:gd name="connsiteY1880" fmla="*/ 1467874 h 6034088"/>
              <a:gd name="connsiteX1881" fmla="*/ 9430150 w 10728325"/>
              <a:gd name="connsiteY1881" fmla="*/ 1635408 h 6034088"/>
              <a:gd name="connsiteX1882" fmla="*/ 9597716 w 10728325"/>
              <a:gd name="connsiteY1882" fmla="*/ 1635408 h 6034088"/>
              <a:gd name="connsiteX1883" fmla="*/ 9597716 w 10728325"/>
              <a:gd name="connsiteY1883" fmla="*/ 1467874 h 6034088"/>
              <a:gd name="connsiteX1884" fmla="*/ 4510644 w 10728325"/>
              <a:gd name="connsiteY1884" fmla="*/ 1375968 h 6034088"/>
              <a:gd name="connsiteX1885" fmla="*/ 4510644 w 10728325"/>
              <a:gd name="connsiteY1885" fmla="*/ 1382673 h 6034088"/>
              <a:gd name="connsiteX1886" fmla="*/ 4517349 w 10728325"/>
              <a:gd name="connsiteY1886" fmla="*/ 1382673 h 6034088"/>
              <a:gd name="connsiteX1887" fmla="*/ 4517349 w 10728325"/>
              <a:gd name="connsiteY1887" fmla="*/ 1375968 h 6034088"/>
              <a:gd name="connsiteX1888" fmla="*/ 4849872 w 10728325"/>
              <a:gd name="connsiteY1888" fmla="*/ 1370261 h 6034088"/>
              <a:gd name="connsiteX1889" fmla="*/ 4849872 w 10728325"/>
              <a:gd name="connsiteY1889" fmla="*/ 1388196 h 6034088"/>
              <a:gd name="connsiteX1890" fmla="*/ 4867813 w 10728325"/>
              <a:gd name="connsiteY1890" fmla="*/ 1388196 h 6034088"/>
              <a:gd name="connsiteX1891" fmla="*/ 4867813 w 10728325"/>
              <a:gd name="connsiteY1891" fmla="*/ 1370261 h 6034088"/>
              <a:gd name="connsiteX1892" fmla="*/ 5189105 w 10728325"/>
              <a:gd name="connsiteY1892" fmla="*/ 1364751 h 6034088"/>
              <a:gd name="connsiteX1893" fmla="*/ 5189105 w 10728325"/>
              <a:gd name="connsiteY1893" fmla="*/ 1393726 h 6034088"/>
              <a:gd name="connsiteX1894" fmla="*/ 5218081 w 10728325"/>
              <a:gd name="connsiteY1894" fmla="*/ 1393726 h 6034088"/>
              <a:gd name="connsiteX1895" fmla="*/ 5218081 w 10728325"/>
              <a:gd name="connsiteY1895" fmla="*/ 1364751 h 6034088"/>
              <a:gd name="connsiteX1896" fmla="*/ 5528522 w 10728325"/>
              <a:gd name="connsiteY1896" fmla="*/ 1359223 h 6034088"/>
              <a:gd name="connsiteX1897" fmla="*/ 5528522 w 10728325"/>
              <a:gd name="connsiteY1897" fmla="*/ 1399232 h 6034088"/>
              <a:gd name="connsiteX1898" fmla="*/ 5568539 w 10728325"/>
              <a:gd name="connsiteY1898" fmla="*/ 1399238 h 6034088"/>
              <a:gd name="connsiteX1899" fmla="*/ 5568539 w 10728325"/>
              <a:gd name="connsiteY1899" fmla="*/ 1359223 h 6034088"/>
              <a:gd name="connsiteX1900" fmla="*/ 5867738 w 10728325"/>
              <a:gd name="connsiteY1900" fmla="*/ 1353712 h 6034088"/>
              <a:gd name="connsiteX1901" fmla="*/ 5867738 w 10728325"/>
              <a:gd name="connsiteY1901" fmla="*/ 1404761 h 6034088"/>
              <a:gd name="connsiteX1902" fmla="*/ 5918807 w 10728325"/>
              <a:gd name="connsiteY1902" fmla="*/ 1404761 h 6034088"/>
              <a:gd name="connsiteX1903" fmla="*/ 5918807 w 10728325"/>
              <a:gd name="connsiteY1903" fmla="*/ 1353712 h 6034088"/>
              <a:gd name="connsiteX1904" fmla="*/ 6207005 w 10728325"/>
              <a:gd name="connsiteY1904" fmla="*/ 1348006 h 6034088"/>
              <a:gd name="connsiteX1905" fmla="*/ 6207005 w 10728325"/>
              <a:gd name="connsiteY1905" fmla="*/ 1410291 h 6034088"/>
              <a:gd name="connsiteX1906" fmla="*/ 6269248 w 10728325"/>
              <a:gd name="connsiteY1906" fmla="*/ 1410291 h 6034088"/>
              <a:gd name="connsiteX1907" fmla="*/ 6269248 w 10728325"/>
              <a:gd name="connsiteY1907" fmla="*/ 1348006 h 6034088"/>
              <a:gd name="connsiteX1908" fmla="*/ 6546216 w 10728325"/>
              <a:gd name="connsiteY1908" fmla="*/ 1342479 h 6034088"/>
              <a:gd name="connsiteX1909" fmla="*/ 6546216 w 10728325"/>
              <a:gd name="connsiteY1909" fmla="*/ 1415798 h 6034088"/>
              <a:gd name="connsiteX1910" fmla="*/ 6619523 w 10728325"/>
              <a:gd name="connsiteY1910" fmla="*/ 1415798 h 6034088"/>
              <a:gd name="connsiteX1911" fmla="*/ 6619523 w 10728325"/>
              <a:gd name="connsiteY1911" fmla="*/ 1342479 h 6034088"/>
              <a:gd name="connsiteX1912" fmla="*/ 6885650 w 10728325"/>
              <a:gd name="connsiteY1912" fmla="*/ 1336968 h 6034088"/>
              <a:gd name="connsiteX1913" fmla="*/ 6885650 w 10728325"/>
              <a:gd name="connsiteY1913" fmla="*/ 1421326 h 6034088"/>
              <a:gd name="connsiteX1914" fmla="*/ 6970020 w 10728325"/>
              <a:gd name="connsiteY1914" fmla="*/ 1421326 h 6034088"/>
              <a:gd name="connsiteX1915" fmla="*/ 6970020 w 10728325"/>
              <a:gd name="connsiteY1915" fmla="*/ 1336968 h 6034088"/>
              <a:gd name="connsiteX1916" fmla="*/ 7224861 w 10728325"/>
              <a:gd name="connsiteY1916" fmla="*/ 1331458 h 6034088"/>
              <a:gd name="connsiteX1917" fmla="*/ 7224861 w 10728325"/>
              <a:gd name="connsiteY1917" fmla="*/ 1426856 h 6034088"/>
              <a:gd name="connsiteX1918" fmla="*/ 7320294 w 10728325"/>
              <a:gd name="connsiteY1918" fmla="*/ 1426856 h 6034088"/>
              <a:gd name="connsiteX1919" fmla="*/ 7320294 w 10728325"/>
              <a:gd name="connsiteY1919" fmla="*/ 1331458 h 6034088"/>
              <a:gd name="connsiteX1920" fmla="*/ 7564295 w 10728325"/>
              <a:gd name="connsiteY1920" fmla="*/ 1326142 h 6034088"/>
              <a:gd name="connsiteX1921" fmla="*/ 7564295 w 10728325"/>
              <a:gd name="connsiteY1921" fmla="*/ 1432575 h 6034088"/>
              <a:gd name="connsiteX1922" fmla="*/ 7670735 w 10728325"/>
              <a:gd name="connsiteY1922" fmla="*/ 1432575 h 6034088"/>
              <a:gd name="connsiteX1923" fmla="*/ 7670735 w 10728325"/>
              <a:gd name="connsiteY1923" fmla="*/ 1326142 h 6034088"/>
              <a:gd name="connsiteX1924" fmla="*/ 7903338 w 10728325"/>
              <a:gd name="connsiteY1924" fmla="*/ 1320436 h 6034088"/>
              <a:gd name="connsiteX1925" fmla="*/ 7903338 w 10728325"/>
              <a:gd name="connsiteY1925" fmla="*/ 1438104 h 6034088"/>
              <a:gd name="connsiteX1926" fmla="*/ 8021008 w 10728325"/>
              <a:gd name="connsiteY1926" fmla="*/ 1438104 h 6034088"/>
              <a:gd name="connsiteX1927" fmla="*/ 8021008 w 10728325"/>
              <a:gd name="connsiteY1927" fmla="*/ 1320436 h 6034088"/>
              <a:gd name="connsiteX1928" fmla="*/ 8242772 w 10728325"/>
              <a:gd name="connsiteY1928" fmla="*/ 1314908 h 6034088"/>
              <a:gd name="connsiteX1929" fmla="*/ 8242772 w 10728325"/>
              <a:gd name="connsiteY1929" fmla="*/ 1443610 h 6034088"/>
              <a:gd name="connsiteX1930" fmla="*/ 8371450 w 10728325"/>
              <a:gd name="connsiteY1930" fmla="*/ 1443610 h 6034088"/>
              <a:gd name="connsiteX1931" fmla="*/ 8371450 w 10728325"/>
              <a:gd name="connsiteY1931" fmla="*/ 1314908 h 6034088"/>
              <a:gd name="connsiteX1932" fmla="*/ 8581983 w 10728325"/>
              <a:gd name="connsiteY1932" fmla="*/ 1309392 h 6034088"/>
              <a:gd name="connsiteX1933" fmla="*/ 8581983 w 10728325"/>
              <a:gd name="connsiteY1933" fmla="*/ 1449133 h 6034088"/>
              <a:gd name="connsiteX1934" fmla="*/ 8721724 w 10728325"/>
              <a:gd name="connsiteY1934" fmla="*/ 1449133 h 6034088"/>
              <a:gd name="connsiteX1935" fmla="*/ 8721724 w 10728325"/>
              <a:gd name="connsiteY1935" fmla="*/ 1309392 h 6034088"/>
              <a:gd name="connsiteX1936" fmla="*/ 10473651 w 10728325"/>
              <a:gd name="connsiteY1936" fmla="*/ 1307242 h 6034088"/>
              <a:gd name="connsiteX1937" fmla="*/ 10617583 w 10728325"/>
              <a:gd name="connsiteY1937" fmla="*/ 1307242 h 6034088"/>
              <a:gd name="connsiteX1938" fmla="*/ 10617583 w 10728325"/>
              <a:gd name="connsiteY1938" fmla="*/ 1451324 h 6034088"/>
              <a:gd name="connsiteX1939" fmla="*/ 10473651 w 10728325"/>
              <a:gd name="connsiteY1939" fmla="*/ 1451324 h 6034088"/>
              <a:gd name="connsiteX1940" fmla="*/ 8921417 w 10728325"/>
              <a:gd name="connsiteY1940" fmla="*/ 1303887 h 6034088"/>
              <a:gd name="connsiteX1941" fmla="*/ 8921417 w 10728325"/>
              <a:gd name="connsiteY1941" fmla="*/ 1454667 h 6034088"/>
              <a:gd name="connsiteX1942" fmla="*/ 9072221 w 10728325"/>
              <a:gd name="connsiteY1942" fmla="*/ 1454667 h 6034088"/>
              <a:gd name="connsiteX1943" fmla="*/ 9072221 w 10728325"/>
              <a:gd name="connsiteY1943" fmla="*/ 1303887 h 6034088"/>
              <a:gd name="connsiteX1944" fmla="*/ 10123209 w 10728325"/>
              <a:gd name="connsiteY1944" fmla="*/ 1301737 h 6034088"/>
              <a:gd name="connsiteX1945" fmla="*/ 10278539 w 10728325"/>
              <a:gd name="connsiteY1945" fmla="*/ 1301737 h 6034088"/>
              <a:gd name="connsiteX1946" fmla="*/ 10278539 w 10728325"/>
              <a:gd name="connsiteY1946" fmla="*/ 1456830 h 6034088"/>
              <a:gd name="connsiteX1947" fmla="*/ 10123209 w 10728325"/>
              <a:gd name="connsiteY1947" fmla="*/ 1456830 h 6034088"/>
              <a:gd name="connsiteX1948" fmla="*/ 9260460 w 10728325"/>
              <a:gd name="connsiteY1948" fmla="*/ 1298159 h 6034088"/>
              <a:gd name="connsiteX1949" fmla="*/ 9260460 w 10728325"/>
              <a:gd name="connsiteY1949" fmla="*/ 1460175 h 6034088"/>
              <a:gd name="connsiteX1950" fmla="*/ 9422494 w 10728325"/>
              <a:gd name="connsiteY1950" fmla="*/ 1460175 h 6034088"/>
              <a:gd name="connsiteX1951" fmla="*/ 9422494 w 10728325"/>
              <a:gd name="connsiteY1951" fmla="*/ 1298159 h 6034088"/>
              <a:gd name="connsiteX1952" fmla="*/ 9772936 w 10728325"/>
              <a:gd name="connsiteY1952" fmla="*/ 1296207 h 6034088"/>
              <a:gd name="connsiteX1953" fmla="*/ 9939105 w 10728325"/>
              <a:gd name="connsiteY1953" fmla="*/ 1296207 h 6034088"/>
              <a:gd name="connsiteX1954" fmla="*/ 9939105 w 10728325"/>
              <a:gd name="connsiteY1954" fmla="*/ 1462362 h 6034088"/>
              <a:gd name="connsiteX1955" fmla="*/ 9772936 w 10728325"/>
              <a:gd name="connsiteY1955" fmla="*/ 1462362 h 6034088"/>
              <a:gd name="connsiteX1956" fmla="*/ 4680356 w 10728325"/>
              <a:gd name="connsiteY1956" fmla="*/ 1200756 h 6034088"/>
              <a:gd name="connsiteX1957" fmla="*/ 4680356 w 10728325"/>
              <a:gd name="connsiteY1957" fmla="*/ 1212981 h 6034088"/>
              <a:gd name="connsiteX1958" fmla="*/ 4692576 w 10728325"/>
              <a:gd name="connsiteY1958" fmla="*/ 1212981 h 6034088"/>
              <a:gd name="connsiteX1959" fmla="*/ 4692576 w 10728325"/>
              <a:gd name="connsiteY1959" fmla="*/ 1200756 h 6034088"/>
              <a:gd name="connsiteX1960" fmla="*/ 5019589 w 10728325"/>
              <a:gd name="connsiteY1960" fmla="*/ 1195033 h 6034088"/>
              <a:gd name="connsiteX1961" fmla="*/ 5019589 w 10728325"/>
              <a:gd name="connsiteY1961" fmla="*/ 1218488 h 6034088"/>
              <a:gd name="connsiteX1962" fmla="*/ 5043045 w 10728325"/>
              <a:gd name="connsiteY1962" fmla="*/ 1218488 h 6034088"/>
              <a:gd name="connsiteX1963" fmla="*/ 5043045 w 10728325"/>
              <a:gd name="connsiteY1963" fmla="*/ 1195033 h 6034088"/>
              <a:gd name="connsiteX1964" fmla="*/ 5358816 w 10728325"/>
              <a:gd name="connsiteY1964" fmla="*/ 1189523 h 6034088"/>
              <a:gd name="connsiteX1965" fmla="*/ 5358816 w 10728325"/>
              <a:gd name="connsiteY1965" fmla="*/ 1224012 h 6034088"/>
              <a:gd name="connsiteX1966" fmla="*/ 5393313 w 10728325"/>
              <a:gd name="connsiteY1966" fmla="*/ 1224012 h 6034088"/>
              <a:gd name="connsiteX1967" fmla="*/ 5393313 w 10728325"/>
              <a:gd name="connsiteY1967" fmla="*/ 1189523 h 6034088"/>
              <a:gd name="connsiteX1968" fmla="*/ 5698217 w 10728325"/>
              <a:gd name="connsiteY1968" fmla="*/ 1184012 h 6034088"/>
              <a:gd name="connsiteX1969" fmla="*/ 5698217 w 10728325"/>
              <a:gd name="connsiteY1969" fmla="*/ 1229541 h 6034088"/>
              <a:gd name="connsiteX1970" fmla="*/ 5743754 w 10728325"/>
              <a:gd name="connsiteY1970" fmla="*/ 1229541 h 6034088"/>
              <a:gd name="connsiteX1971" fmla="*/ 5743754 w 10728325"/>
              <a:gd name="connsiteY1971" fmla="*/ 1184012 h 6034088"/>
              <a:gd name="connsiteX1972" fmla="*/ 6037483 w 10728325"/>
              <a:gd name="connsiteY1972" fmla="*/ 1178485 h 6034088"/>
              <a:gd name="connsiteX1973" fmla="*/ 6037483 w 10728325"/>
              <a:gd name="connsiteY1973" fmla="*/ 1235054 h 6034088"/>
              <a:gd name="connsiteX1974" fmla="*/ 6094027 w 10728325"/>
              <a:gd name="connsiteY1974" fmla="*/ 1235054 h 6034088"/>
              <a:gd name="connsiteX1975" fmla="*/ 6094027 w 10728325"/>
              <a:gd name="connsiteY1975" fmla="*/ 1178485 h 6034088"/>
              <a:gd name="connsiteX1976" fmla="*/ 6376694 w 10728325"/>
              <a:gd name="connsiteY1976" fmla="*/ 1172773 h 6034088"/>
              <a:gd name="connsiteX1977" fmla="*/ 6376694 w 10728325"/>
              <a:gd name="connsiteY1977" fmla="*/ 1240577 h 6034088"/>
              <a:gd name="connsiteX1978" fmla="*/ 6444525 w 10728325"/>
              <a:gd name="connsiteY1978" fmla="*/ 1240577 h 6034088"/>
              <a:gd name="connsiteX1979" fmla="*/ 6444525 w 10728325"/>
              <a:gd name="connsiteY1979" fmla="*/ 1172773 h 6034088"/>
              <a:gd name="connsiteX1980" fmla="*/ 6715905 w 10728325"/>
              <a:gd name="connsiteY1980" fmla="*/ 1167459 h 6034088"/>
              <a:gd name="connsiteX1981" fmla="*/ 6715905 w 10728325"/>
              <a:gd name="connsiteY1981" fmla="*/ 1246298 h 6034088"/>
              <a:gd name="connsiteX1982" fmla="*/ 6794743 w 10728325"/>
              <a:gd name="connsiteY1982" fmla="*/ 1246298 h 6034088"/>
              <a:gd name="connsiteX1983" fmla="*/ 6794743 w 10728325"/>
              <a:gd name="connsiteY1983" fmla="*/ 1167459 h 6034088"/>
              <a:gd name="connsiteX1984" fmla="*/ 7055339 w 10728325"/>
              <a:gd name="connsiteY1984" fmla="*/ 1161954 h 6034088"/>
              <a:gd name="connsiteX1985" fmla="*/ 7055339 w 10728325"/>
              <a:gd name="connsiteY1985" fmla="*/ 1251833 h 6034088"/>
              <a:gd name="connsiteX1986" fmla="*/ 7145240 w 10728325"/>
              <a:gd name="connsiteY1986" fmla="*/ 1251833 h 6034088"/>
              <a:gd name="connsiteX1987" fmla="*/ 7145240 w 10728325"/>
              <a:gd name="connsiteY1987" fmla="*/ 1161954 h 6034088"/>
              <a:gd name="connsiteX1988" fmla="*/ 7394606 w 10728325"/>
              <a:gd name="connsiteY1988" fmla="*/ 1156443 h 6034088"/>
              <a:gd name="connsiteX1989" fmla="*/ 7394606 w 10728325"/>
              <a:gd name="connsiteY1989" fmla="*/ 1257357 h 6034088"/>
              <a:gd name="connsiteX1990" fmla="*/ 7495515 w 10728325"/>
              <a:gd name="connsiteY1990" fmla="*/ 1257357 h 6034088"/>
              <a:gd name="connsiteX1991" fmla="*/ 7495515 w 10728325"/>
              <a:gd name="connsiteY1991" fmla="*/ 1156443 h 6034088"/>
              <a:gd name="connsiteX1992" fmla="*/ 7733817 w 10728325"/>
              <a:gd name="connsiteY1992" fmla="*/ 1150715 h 6034088"/>
              <a:gd name="connsiteX1993" fmla="*/ 7733817 w 10728325"/>
              <a:gd name="connsiteY1993" fmla="*/ 1262863 h 6034088"/>
              <a:gd name="connsiteX1994" fmla="*/ 7845956 w 10728325"/>
              <a:gd name="connsiteY1994" fmla="*/ 1262863 h 6034088"/>
              <a:gd name="connsiteX1995" fmla="*/ 7845956 w 10728325"/>
              <a:gd name="connsiteY1995" fmla="*/ 1150715 h 6034088"/>
              <a:gd name="connsiteX1996" fmla="*/ 8073027 w 10728325"/>
              <a:gd name="connsiteY1996" fmla="*/ 1145205 h 6034088"/>
              <a:gd name="connsiteX1997" fmla="*/ 8073027 w 10728325"/>
              <a:gd name="connsiteY1997" fmla="*/ 1268392 h 6034088"/>
              <a:gd name="connsiteX1998" fmla="*/ 8196229 w 10728325"/>
              <a:gd name="connsiteY1998" fmla="*/ 1268392 h 6034088"/>
              <a:gd name="connsiteX1999" fmla="*/ 8196229 w 10728325"/>
              <a:gd name="connsiteY1999" fmla="*/ 1145205 h 6034088"/>
              <a:gd name="connsiteX2000" fmla="*/ 8412461 w 10728325"/>
              <a:gd name="connsiteY2000" fmla="*/ 1139700 h 6034088"/>
              <a:gd name="connsiteX2001" fmla="*/ 8412461 w 10728325"/>
              <a:gd name="connsiteY2001" fmla="*/ 1273922 h 6034088"/>
              <a:gd name="connsiteX2002" fmla="*/ 8546726 w 10728325"/>
              <a:gd name="connsiteY2002" fmla="*/ 1273922 h 6034088"/>
              <a:gd name="connsiteX2003" fmla="*/ 8546726 w 10728325"/>
              <a:gd name="connsiteY2003" fmla="*/ 1139700 h 6034088"/>
              <a:gd name="connsiteX2004" fmla="*/ 10648927 w 10728325"/>
              <a:gd name="connsiteY2004" fmla="*/ 1137561 h 6034088"/>
              <a:gd name="connsiteX2005" fmla="*/ 10728325 w 10728325"/>
              <a:gd name="connsiteY2005" fmla="*/ 1137561 h 6034088"/>
              <a:gd name="connsiteX2006" fmla="*/ 10728325 w 10728325"/>
              <a:gd name="connsiteY2006" fmla="*/ 1276116 h 6034088"/>
              <a:gd name="connsiteX2007" fmla="*/ 10648927 w 10728325"/>
              <a:gd name="connsiteY2007" fmla="*/ 1276116 h 6034088"/>
              <a:gd name="connsiteX2008" fmla="*/ 8751728 w 10728325"/>
              <a:gd name="connsiteY2008" fmla="*/ 1134168 h 6034088"/>
              <a:gd name="connsiteX2009" fmla="*/ 8751728 w 10728325"/>
              <a:gd name="connsiteY2009" fmla="*/ 1279429 h 6034088"/>
              <a:gd name="connsiteX2010" fmla="*/ 8897000 w 10728325"/>
              <a:gd name="connsiteY2010" fmla="*/ 1279429 h 6034088"/>
              <a:gd name="connsiteX2011" fmla="*/ 8897000 w 10728325"/>
              <a:gd name="connsiteY2011" fmla="*/ 1134168 h 6034088"/>
              <a:gd name="connsiteX2012" fmla="*/ 10298431 w 10728325"/>
              <a:gd name="connsiteY2012" fmla="*/ 1132032 h 6034088"/>
              <a:gd name="connsiteX2013" fmla="*/ 10448228 w 10728325"/>
              <a:gd name="connsiteY2013" fmla="*/ 1132032 h 6034088"/>
              <a:gd name="connsiteX2014" fmla="*/ 10448228 w 10728325"/>
              <a:gd name="connsiteY2014" fmla="*/ 1281632 h 6034088"/>
              <a:gd name="connsiteX2015" fmla="*/ 10298431 w 10728325"/>
              <a:gd name="connsiteY2015" fmla="*/ 1281632 h 6034088"/>
              <a:gd name="connsiteX2016" fmla="*/ 9091106 w 10728325"/>
              <a:gd name="connsiteY2016" fmla="*/ 1128657 h 6034088"/>
              <a:gd name="connsiteX2017" fmla="*/ 9091106 w 10728325"/>
              <a:gd name="connsiteY2017" fmla="*/ 1284958 h 6034088"/>
              <a:gd name="connsiteX2018" fmla="*/ 9247441 w 10728325"/>
              <a:gd name="connsiteY2018" fmla="*/ 1284958 h 6034088"/>
              <a:gd name="connsiteX2019" fmla="*/ 9247441 w 10728325"/>
              <a:gd name="connsiteY2019" fmla="*/ 1128657 h 6034088"/>
              <a:gd name="connsiteX2020" fmla="*/ 9948157 w 10728325"/>
              <a:gd name="connsiteY2020" fmla="*/ 1126502 h 6034088"/>
              <a:gd name="connsiteX2021" fmla="*/ 10108794 w 10728325"/>
              <a:gd name="connsiteY2021" fmla="*/ 1126502 h 6034088"/>
              <a:gd name="connsiteX2022" fmla="*/ 10108794 w 10728325"/>
              <a:gd name="connsiteY2022" fmla="*/ 1287143 h 6034088"/>
              <a:gd name="connsiteX2023" fmla="*/ 9948157 w 10728325"/>
              <a:gd name="connsiteY2023" fmla="*/ 1287143 h 6034088"/>
              <a:gd name="connsiteX2024" fmla="*/ 9430150 w 10728325"/>
              <a:gd name="connsiteY2024" fmla="*/ 1123148 h 6034088"/>
              <a:gd name="connsiteX2025" fmla="*/ 9430150 w 10728325"/>
              <a:gd name="connsiteY2025" fmla="*/ 1290678 h 6034088"/>
              <a:gd name="connsiteX2026" fmla="*/ 9597716 w 10728325"/>
              <a:gd name="connsiteY2026" fmla="*/ 1290678 h 6034088"/>
              <a:gd name="connsiteX2027" fmla="*/ 9597716 w 10728325"/>
              <a:gd name="connsiteY2027" fmla="*/ 1123148 h 6034088"/>
              <a:gd name="connsiteX2028" fmla="*/ 4510644 w 10728325"/>
              <a:gd name="connsiteY2028" fmla="*/ 1031042 h 6034088"/>
              <a:gd name="connsiteX2029" fmla="*/ 4510644 w 10728325"/>
              <a:gd name="connsiteY2029" fmla="*/ 1037741 h 6034088"/>
              <a:gd name="connsiteX2030" fmla="*/ 4517349 w 10728325"/>
              <a:gd name="connsiteY2030" fmla="*/ 1037741 h 6034088"/>
              <a:gd name="connsiteX2031" fmla="*/ 4517349 w 10728325"/>
              <a:gd name="connsiteY2031" fmla="*/ 1031042 h 6034088"/>
              <a:gd name="connsiteX2032" fmla="*/ 4849872 w 10728325"/>
              <a:gd name="connsiteY2032" fmla="*/ 1025328 h 6034088"/>
              <a:gd name="connsiteX2033" fmla="*/ 4849872 w 10728325"/>
              <a:gd name="connsiteY2033" fmla="*/ 1043268 h 6034088"/>
              <a:gd name="connsiteX2034" fmla="*/ 4867813 w 10728325"/>
              <a:gd name="connsiteY2034" fmla="*/ 1043268 h 6034088"/>
              <a:gd name="connsiteX2035" fmla="*/ 4867813 w 10728325"/>
              <a:gd name="connsiteY2035" fmla="*/ 1025328 h 6034088"/>
              <a:gd name="connsiteX2036" fmla="*/ 5189105 w 10728325"/>
              <a:gd name="connsiteY2036" fmla="*/ 1019822 h 6034088"/>
              <a:gd name="connsiteX2037" fmla="*/ 5189105 w 10728325"/>
              <a:gd name="connsiteY2037" fmla="*/ 1048800 h 6034088"/>
              <a:gd name="connsiteX2038" fmla="*/ 5218081 w 10728325"/>
              <a:gd name="connsiteY2038" fmla="*/ 1048800 h 6034088"/>
              <a:gd name="connsiteX2039" fmla="*/ 5218081 w 10728325"/>
              <a:gd name="connsiteY2039" fmla="*/ 1019822 h 6034088"/>
              <a:gd name="connsiteX2040" fmla="*/ 5528522 w 10728325"/>
              <a:gd name="connsiteY2040" fmla="*/ 1014294 h 6034088"/>
              <a:gd name="connsiteX2041" fmla="*/ 5528522 w 10728325"/>
              <a:gd name="connsiteY2041" fmla="*/ 1054308 h 6034088"/>
              <a:gd name="connsiteX2042" fmla="*/ 5568539 w 10728325"/>
              <a:gd name="connsiteY2042" fmla="*/ 1054308 h 6034088"/>
              <a:gd name="connsiteX2043" fmla="*/ 5568539 w 10728325"/>
              <a:gd name="connsiteY2043" fmla="*/ 1014294 h 6034088"/>
              <a:gd name="connsiteX2044" fmla="*/ 5867738 w 10728325"/>
              <a:gd name="connsiteY2044" fmla="*/ 1008978 h 6034088"/>
              <a:gd name="connsiteX2045" fmla="*/ 5867738 w 10728325"/>
              <a:gd name="connsiteY2045" fmla="*/ 1060034 h 6034088"/>
              <a:gd name="connsiteX2046" fmla="*/ 5918807 w 10728325"/>
              <a:gd name="connsiteY2046" fmla="*/ 1060034 h 6034088"/>
              <a:gd name="connsiteX2047" fmla="*/ 5918807 w 10728325"/>
              <a:gd name="connsiteY2047" fmla="*/ 1008978 h 6034088"/>
              <a:gd name="connsiteX2048" fmla="*/ 6207005 w 10728325"/>
              <a:gd name="connsiteY2048" fmla="*/ 1003265 h 6034088"/>
              <a:gd name="connsiteX2049" fmla="*/ 6207005 w 10728325"/>
              <a:gd name="connsiteY2049" fmla="*/ 1065557 h 6034088"/>
              <a:gd name="connsiteX2050" fmla="*/ 6269248 w 10728325"/>
              <a:gd name="connsiteY2050" fmla="*/ 1065557 h 6034088"/>
              <a:gd name="connsiteX2051" fmla="*/ 6269248 w 10728325"/>
              <a:gd name="connsiteY2051" fmla="*/ 1003265 h 6034088"/>
              <a:gd name="connsiteX2052" fmla="*/ 6546216 w 10728325"/>
              <a:gd name="connsiteY2052" fmla="*/ 997759 h 6034088"/>
              <a:gd name="connsiteX2053" fmla="*/ 6546216 w 10728325"/>
              <a:gd name="connsiteY2053" fmla="*/ 1071088 h 6034088"/>
              <a:gd name="connsiteX2054" fmla="*/ 6619523 w 10728325"/>
              <a:gd name="connsiteY2054" fmla="*/ 1071088 h 6034088"/>
              <a:gd name="connsiteX2055" fmla="*/ 6619523 w 10728325"/>
              <a:gd name="connsiteY2055" fmla="*/ 997759 h 6034088"/>
              <a:gd name="connsiteX2056" fmla="*/ 6885650 w 10728325"/>
              <a:gd name="connsiteY2056" fmla="*/ 992230 h 6034088"/>
              <a:gd name="connsiteX2057" fmla="*/ 6885650 w 10728325"/>
              <a:gd name="connsiteY2057" fmla="*/ 1076594 h 6034088"/>
              <a:gd name="connsiteX2058" fmla="*/ 6970020 w 10728325"/>
              <a:gd name="connsiteY2058" fmla="*/ 1076600 h 6034088"/>
              <a:gd name="connsiteX2059" fmla="*/ 6970020 w 10728325"/>
              <a:gd name="connsiteY2059" fmla="*/ 992230 h 6034088"/>
              <a:gd name="connsiteX2060" fmla="*/ 7224861 w 10728325"/>
              <a:gd name="connsiteY2060" fmla="*/ 986713 h 6034088"/>
              <a:gd name="connsiteX2061" fmla="*/ 7224861 w 10728325"/>
              <a:gd name="connsiteY2061" fmla="*/ 1082125 h 6034088"/>
              <a:gd name="connsiteX2062" fmla="*/ 7320294 w 10728325"/>
              <a:gd name="connsiteY2062" fmla="*/ 1082125 h 6034088"/>
              <a:gd name="connsiteX2063" fmla="*/ 7320294 w 10728325"/>
              <a:gd name="connsiteY2063" fmla="*/ 986713 h 6034088"/>
              <a:gd name="connsiteX2064" fmla="*/ 7564295 w 10728325"/>
              <a:gd name="connsiteY2064" fmla="*/ 981202 h 6034088"/>
              <a:gd name="connsiteX2065" fmla="*/ 7564295 w 10728325"/>
              <a:gd name="connsiteY2065" fmla="*/ 1087650 h 6034088"/>
              <a:gd name="connsiteX2066" fmla="*/ 7670735 w 10728325"/>
              <a:gd name="connsiteY2066" fmla="*/ 1087650 h 6034088"/>
              <a:gd name="connsiteX2067" fmla="*/ 7670735 w 10728325"/>
              <a:gd name="connsiteY2067" fmla="*/ 981202 h 6034088"/>
              <a:gd name="connsiteX2068" fmla="*/ 7903338 w 10728325"/>
              <a:gd name="connsiteY2068" fmla="*/ 975495 h 6034088"/>
              <a:gd name="connsiteX2069" fmla="*/ 7903338 w 10728325"/>
              <a:gd name="connsiteY2069" fmla="*/ 1093179 h 6034088"/>
              <a:gd name="connsiteX2070" fmla="*/ 8021008 w 10728325"/>
              <a:gd name="connsiteY2070" fmla="*/ 1093179 h 6034088"/>
              <a:gd name="connsiteX2071" fmla="*/ 8021008 w 10728325"/>
              <a:gd name="connsiteY2071" fmla="*/ 975495 h 6034088"/>
              <a:gd name="connsiteX2072" fmla="*/ 8242772 w 10728325"/>
              <a:gd name="connsiteY2072" fmla="*/ 969966 h 6034088"/>
              <a:gd name="connsiteX2073" fmla="*/ 8242772 w 10728325"/>
              <a:gd name="connsiteY2073" fmla="*/ 1098691 h 6034088"/>
              <a:gd name="connsiteX2074" fmla="*/ 8371450 w 10728325"/>
              <a:gd name="connsiteY2074" fmla="*/ 1098691 h 6034088"/>
              <a:gd name="connsiteX2075" fmla="*/ 8371450 w 10728325"/>
              <a:gd name="connsiteY2075" fmla="*/ 969966 h 6034088"/>
              <a:gd name="connsiteX2076" fmla="*/ 8581983 w 10728325"/>
              <a:gd name="connsiteY2076" fmla="*/ 964649 h 6034088"/>
              <a:gd name="connsiteX2077" fmla="*/ 8581983 w 10728325"/>
              <a:gd name="connsiteY2077" fmla="*/ 1104411 h 6034088"/>
              <a:gd name="connsiteX2078" fmla="*/ 8721724 w 10728325"/>
              <a:gd name="connsiteY2078" fmla="*/ 1104411 h 6034088"/>
              <a:gd name="connsiteX2079" fmla="*/ 8721724 w 10728325"/>
              <a:gd name="connsiteY2079" fmla="*/ 964649 h 6034088"/>
              <a:gd name="connsiteX2080" fmla="*/ 10473651 w 10728325"/>
              <a:gd name="connsiteY2080" fmla="*/ 962300 h 6034088"/>
              <a:gd name="connsiteX2081" fmla="*/ 10617583 w 10728325"/>
              <a:gd name="connsiteY2081" fmla="*/ 962300 h 6034088"/>
              <a:gd name="connsiteX2082" fmla="*/ 10617583 w 10728325"/>
              <a:gd name="connsiteY2082" fmla="*/ 1106600 h 6034088"/>
              <a:gd name="connsiteX2083" fmla="*/ 10473651 w 10728325"/>
              <a:gd name="connsiteY2083" fmla="*/ 1106600 h 6034088"/>
              <a:gd name="connsiteX2084" fmla="*/ 8921417 w 10728325"/>
              <a:gd name="connsiteY2084" fmla="*/ 959138 h 6034088"/>
              <a:gd name="connsiteX2085" fmla="*/ 8921417 w 10728325"/>
              <a:gd name="connsiteY2085" fmla="*/ 1109936 h 6034088"/>
              <a:gd name="connsiteX2086" fmla="*/ 9072221 w 10728325"/>
              <a:gd name="connsiteY2086" fmla="*/ 1109936 h 6034088"/>
              <a:gd name="connsiteX2087" fmla="*/ 9072221 w 10728325"/>
              <a:gd name="connsiteY2087" fmla="*/ 959138 h 6034088"/>
              <a:gd name="connsiteX2088" fmla="*/ 10123209 w 10728325"/>
              <a:gd name="connsiteY2088" fmla="*/ 956789 h 6034088"/>
              <a:gd name="connsiteX2089" fmla="*/ 10278539 w 10728325"/>
              <a:gd name="connsiteY2089" fmla="*/ 956789 h 6034088"/>
              <a:gd name="connsiteX2090" fmla="*/ 10278539 w 10728325"/>
              <a:gd name="connsiteY2090" fmla="*/ 1112127 h 6034088"/>
              <a:gd name="connsiteX2091" fmla="*/ 10123209 w 10728325"/>
              <a:gd name="connsiteY2091" fmla="*/ 1112127 h 6034088"/>
              <a:gd name="connsiteX2092" fmla="*/ 9260460 w 10728325"/>
              <a:gd name="connsiteY2092" fmla="*/ 953431 h 6034088"/>
              <a:gd name="connsiteX2093" fmla="*/ 9260460 w 10728325"/>
              <a:gd name="connsiteY2093" fmla="*/ 1115471 h 6034088"/>
              <a:gd name="connsiteX2094" fmla="*/ 9422494 w 10728325"/>
              <a:gd name="connsiteY2094" fmla="*/ 1115471 h 6034088"/>
              <a:gd name="connsiteX2095" fmla="*/ 9422494 w 10728325"/>
              <a:gd name="connsiteY2095" fmla="*/ 953431 h 6034088"/>
              <a:gd name="connsiteX2096" fmla="*/ 9772936 w 10728325"/>
              <a:gd name="connsiteY2096" fmla="*/ 951267 h 6034088"/>
              <a:gd name="connsiteX2097" fmla="*/ 9939105 w 10728325"/>
              <a:gd name="connsiteY2097" fmla="*/ 951267 h 6034088"/>
              <a:gd name="connsiteX2098" fmla="*/ 9939105 w 10728325"/>
              <a:gd name="connsiteY2098" fmla="*/ 1117637 h 6034088"/>
              <a:gd name="connsiteX2099" fmla="*/ 9772936 w 10728325"/>
              <a:gd name="connsiteY2099" fmla="*/ 1117637 h 6034088"/>
              <a:gd name="connsiteX2100" fmla="*/ 4680356 w 10728325"/>
              <a:gd name="connsiteY2100" fmla="*/ 856019 h 6034088"/>
              <a:gd name="connsiteX2101" fmla="*/ 4680356 w 10728325"/>
              <a:gd name="connsiteY2101" fmla="*/ 868238 h 6034088"/>
              <a:gd name="connsiteX2102" fmla="*/ 4692576 w 10728325"/>
              <a:gd name="connsiteY2102" fmla="*/ 868238 h 6034088"/>
              <a:gd name="connsiteX2103" fmla="*/ 4692576 w 10728325"/>
              <a:gd name="connsiteY2103" fmla="*/ 856019 h 6034088"/>
              <a:gd name="connsiteX2104" fmla="*/ 5019589 w 10728325"/>
              <a:gd name="connsiteY2104" fmla="*/ 850295 h 6034088"/>
              <a:gd name="connsiteX2105" fmla="*/ 5019589 w 10728325"/>
              <a:gd name="connsiteY2105" fmla="*/ 873750 h 6034088"/>
              <a:gd name="connsiteX2106" fmla="*/ 5043045 w 10728325"/>
              <a:gd name="connsiteY2106" fmla="*/ 873750 h 6034088"/>
              <a:gd name="connsiteX2107" fmla="*/ 5043045 w 10728325"/>
              <a:gd name="connsiteY2107" fmla="*/ 850295 h 6034088"/>
              <a:gd name="connsiteX2108" fmla="*/ 5358816 w 10728325"/>
              <a:gd name="connsiteY2108" fmla="*/ 844783 h 6034088"/>
              <a:gd name="connsiteX2109" fmla="*/ 5358816 w 10728325"/>
              <a:gd name="connsiteY2109" fmla="*/ 879278 h 6034088"/>
              <a:gd name="connsiteX2110" fmla="*/ 5393313 w 10728325"/>
              <a:gd name="connsiteY2110" fmla="*/ 879278 h 6034088"/>
              <a:gd name="connsiteX2111" fmla="*/ 5393313 w 10728325"/>
              <a:gd name="connsiteY2111" fmla="*/ 844783 h 6034088"/>
              <a:gd name="connsiteX2112" fmla="*/ 5698217 w 10728325"/>
              <a:gd name="connsiteY2112" fmla="*/ 839272 h 6034088"/>
              <a:gd name="connsiteX2113" fmla="*/ 5698217 w 10728325"/>
              <a:gd name="connsiteY2113" fmla="*/ 884801 h 6034088"/>
              <a:gd name="connsiteX2114" fmla="*/ 5743754 w 10728325"/>
              <a:gd name="connsiteY2114" fmla="*/ 884801 h 6034088"/>
              <a:gd name="connsiteX2115" fmla="*/ 5743754 w 10728325"/>
              <a:gd name="connsiteY2115" fmla="*/ 839272 h 6034088"/>
              <a:gd name="connsiteX2116" fmla="*/ 6037483 w 10728325"/>
              <a:gd name="connsiteY2116" fmla="*/ 833766 h 6034088"/>
              <a:gd name="connsiteX2117" fmla="*/ 6037483 w 10728325"/>
              <a:gd name="connsiteY2117" fmla="*/ 890336 h 6034088"/>
              <a:gd name="connsiteX2118" fmla="*/ 6094027 w 10728325"/>
              <a:gd name="connsiteY2118" fmla="*/ 890336 h 6034088"/>
              <a:gd name="connsiteX2119" fmla="*/ 6094027 w 10728325"/>
              <a:gd name="connsiteY2119" fmla="*/ 833766 h 6034088"/>
              <a:gd name="connsiteX2120" fmla="*/ 6376694 w 10728325"/>
              <a:gd name="connsiteY2120" fmla="*/ 828037 h 6034088"/>
              <a:gd name="connsiteX2121" fmla="*/ 6376694 w 10728325"/>
              <a:gd name="connsiteY2121" fmla="*/ 895842 h 6034088"/>
              <a:gd name="connsiteX2122" fmla="*/ 6444525 w 10728325"/>
              <a:gd name="connsiteY2122" fmla="*/ 895842 h 6034088"/>
              <a:gd name="connsiteX2123" fmla="*/ 6444525 w 10728325"/>
              <a:gd name="connsiteY2123" fmla="*/ 828037 h 6034088"/>
              <a:gd name="connsiteX2124" fmla="*/ 6715905 w 10728325"/>
              <a:gd name="connsiteY2124" fmla="*/ 822525 h 6034088"/>
              <a:gd name="connsiteX2125" fmla="*/ 6715905 w 10728325"/>
              <a:gd name="connsiteY2125" fmla="*/ 901365 h 6034088"/>
              <a:gd name="connsiteX2126" fmla="*/ 6794743 w 10728325"/>
              <a:gd name="connsiteY2126" fmla="*/ 901365 h 6034088"/>
              <a:gd name="connsiteX2127" fmla="*/ 6794743 w 10728325"/>
              <a:gd name="connsiteY2127" fmla="*/ 822525 h 6034088"/>
              <a:gd name="connsiteX2128" fmla="*/ 7055339 w 10728325"/>
              <a:gd name="connsiteY2128" fmla="*/ 817019 h 6034088"/>
              <a:gd name="connsiteX2129" fmla="*/ 7055339 w 10728325"/>
              <a:gd name="connsiteY2129" fmla="*/ 906892 h 6034088"/>
              <a:gd name="connsiteX2130" fmla="*/ 7145240 w 10728325"/>
              <a:gd name="connsiteY2130" fmla="*/ 906892 h 6034088"/>
              <a:gd name="connsiteX2131" fmla="*/ 7145240 w 10728325"/>
              <a:gd name="connsiteY2131" fmla="*/ 817019 h 6034088"/>
              <a:gd name="connsiteX2132" fmla="*/ 7394606 w 10728325"/>
              <a:gd name="connsiteY2132" fmla="*/ 811502 h 6034088"/>
              <a:gd name="connsiteX2133" fmla="*/ 7394606 w 10728325"/>
              <a:gd name="connsiteY2133" fmla="*/ 912421 h 6034088"/>
              <a:gd name="connsiteX2134" fmla="*/ 7495515 w 10728325"/>
              <a:gd name="connsiteY2134" fmla="*/ 912421 h 6034088"/>
              <a:gd name="connsiteX2135" fmla="*/ 7495515 w 10728325"/>
              <a:gd name="connsiteY2135" fmla="*/ 811502 h 6034088"/>
              <a:gd name="connsiteX2136" fmla="*/ 7733817 w 10728325"/>
              <a:gd name="connsiteY2136" fmla="*/ 805968 h 6034088"/>
              <a:gd name="connsiteX2137" fmla="*/ 7733817 w 10728325"/>
              <a:gd name="connsiteY2137" fmla="*/ 918117 h 6034088"/>
              <a:gd name="connsiteX2138" fmla="*/ 7845956 w 10728325"/>
              <a:gd name="connsiteY2138" fmla="*/ 918117 h 6034088"/>
              <a:gd name="connsiteX2139" fmla="*/ 7845956 w 10728325"/>
              <a:gd name="connsiteY2139" fmla="*/ 805968 h 6034088"/>
              <a:gd name="connsiteX2140" fmla="*/ 8073027 w 10728325"/>
              <a:gd name="connsiteY2140" fmla="*/ 800462 h 6034088"/>
              <a:gd name="connsiteX2141" fmla="*/ 8073027 w 10728325"/>
              <a:gd name="connsiteY2141" fmla="*/ 923646 h 6034088"/>
              <a:gd name="connsiteX2142" fmla="*/ 8196229 w 10728325"/>
              <a:gd name="connsiteY2142" fmla="*/ 923646 h 6034088"/>
              <a:gd name="connsiteX2143" fmla="*/ 8196229 w 10728325"/>
              <a:gd name="connsiteY2143" fmla="*/ 800462 h 6034088"/>
              <a:gd name="connsiteX2144" fmla="*/ 8412461 w 10728325"/>
              <a:gd name="connsiteY2144" fmla="*/ 794951 h 6034088"/>
              <a:gd name="connsiteX2145" fmla="*/ 8412461 w 10728325"/>
              <a:gd name="connsiteY2145" fmla="*/ 929175 h 6034088"/>
              <a:gd name="connsiteX2146" fmla="*/ 8546726 w 10728325"/>
              <a:gd name="connsiteY2146" fmla="*/ 929175 h 6034088"/>
              <a:gd name="connsiteX2147" fmla="*/ 8546726 w 10728325"/>
              <a:gd name="connsiteY2147" fmla="*/ 794951 h 6034088"/>
              <a:gd name="connsiteX2148" fmla="*/ 10648927 w 10728325"/>
              <a:gd name="connsiteY2148" fmla="*/ 792803 h 6034088"/>
              <a:gd name="connsiteX2149" fmla="*/ 10728325 w 10728325"/>
              <a:gd name="connsiteY2149" fmla="*/ 792803 h 6034088"/>
              <a:gd name="connsiteX2150" fmla="*/ 10728325 w 10728325"/>
              <a:gd name="connsiteY2150" fmla="*/ 931172 h 6034088"/>
              <a:gd name="connsiteX2151" fmla="*/ 10648927 w 10728325"/>
              <a:gd name="connsiteY2151" fmla="*/ 931172 h 6034088"/>
              <a:gd name="connsiteX2152" fmla="*/ 8751728 w 10728325"/>
              <a:gd name="connsiteY2152" fmla="*/ 789438 h 6034088"/>
              <a:gd name="connsiteX2153" fmla="*/ 8751728 w 10728325"/>
              <a:gd name="connsiteY2153" fmla="*/ 934702 h 6034088"/>
              <a:gd name="connsiteX2154" fmla="*/ 8897000 w 10728325"/>
              <a:gd name="connsiteY2154" fmla="*/ 934702 h 6034088"/>
              <a:gd name="connsiteX2155" fmla="*/ 8897000 w 10728325"/>
              <a:gd name="connsiteY2155" fmla="*/ 789438 h 6034088"/>
              <a:gd name="connsiteX2156" fmla="*/ 10298431 w 10728325"/>
              <a:gd name="connsiteY2156" fmla="*/ 787274 h 6034088"/>
              <a:gd name="connsiteX2157" fmla="*/ 10448228 w 10728325"/>
              <a:gd name="connsiteY2157" fmla="*/ 787274 h 6034088"/>
              <a:gd name="connsiteX2158" fmla="*/ 10448228 w 10728325"/>
              <a:gd name="connsiteY2158" fmla="*/ 936874 h 6034088"/>
              <a:gd name="connsiteX2159" fmla="*/ 10298431 w 10728325"/>
              <a:gd name="connsiteY2159" fmla="*/ 936874 h 6034088"/>
              <a:gd name="connsiteX2160" fmla="*/ 9091106 w 10728325"/>
              <a:gd name="connsiteY2160" fmla="*/ 783910 h 6034088"/>
              <a:gd name="connsiteX2161" fmla="*/ 9091106 w 10728325"/>
              <a:gd name="connsiteY2161" fmla="*/ 940209 h 6034088"/>
              <a:gd name="connsiteX2162" fmla="*/ 9247441 w 10728325"/>
              <a:gd name="connsiteY2162" fmla="*/ 940209 h 6034088"/>
              <a:gd name="connsiteX2163" fmla="*/ 9247441 w 10728325"/>
              <a:gd name="connsiteY2163" fmla="*/ 783910 h 6034088"/>
              <a:gd name="connsiteX2164" fmla="*/ 9948157 w 10728325"/>
              <a:gd name="connsiteY2164" fmla="*/ 781746 h 6034088"/>
              <a:gd name="connsiteX2165" fmla="*/ 10108794 w 10728325"/>
              <a:gd name="connsiteY2165" fmla="*/ 781746 h 6034088"/>
              <a:gd name="connsiteX2166" fmla="*/ 10108794 w 10728325"/>
              <a:gd name="connsiteY2166" fmla="*/ 942391 h 6034088"/>
              <a:gd name="connsiteX2167" fmla="*/ 9948157 w 10728325"/>
              <a:gd name="connsiteY2167" fmla="*/ 942391 h 6034088"/>
              <a:gd name="connsiteX2168" fmla="*/ 9430150 w 10728325"/>
              <a:gd name="connsiteY2168" fmla="*/ 778198 h 6034088"/>
              <a:gd name="connsiteX2169" fmla="*/ 9430150 w 10728325"/>
              <a:gd name="connsiteY2169" fmla="*/ 945738 h 6034088"/>
              <a:gd name="connsiteX2170" fmla="*/ 9597716 w 10728325"/>
              <a:gd name="connsiteY2170" fmla="*/ 945738 h 6034088"/>
              <a:gd name="connsiteX2171" fmla="*/ 9597716 w 10728325"/>
              <a:gd name="connsiteY2171" fmla="*/ 778198 h 6034088"/>
              <a:gd name="connsiteX2172" fmla="*/ 4510644 w 10728325"/>
              <a:gd name="connsiteY2172" fmla="*/ 686304 h 6034088"/>
              <a:gd name="connsiteX2173" fmla="*/ 4510644 w 10728325"/>
              <a:gd name="connsiteY2173" fmla="*/ 693003 h 6034088"/>
              <a:gd name="connsiteX2174" fmla="*/ 4517349 w 10728325"/>
              <a:gd name="connsiteY2174" fmla="*/ 693003 h 6034088"/>
              <a:gd name="connsiteX2175" fmla="*/ 4517349 w 10728325"/>
              <a:gd name="connsiteY2175" fmla="*/ 686304 h 6034088"/>
              <a:gd name="connsiteX2176" fmla="*/ 4849872 w 10728325"/>
              <a:gd name="connsiteY2176" fmla="*/ 680597 h 6034088"/>
              <a:gd name="connsiteX2177" fmla="*/ 4849872 w 10728325"/>
              <a:gd name="connsiteY2177" fmla="*/ 698532 h 6034088"/>
              <a:gd name="connsiteX2178" fmla="*/ 4867813 w 10728325"/>
              <a:gd name="connsiteY2178" fmla="*/ 698532 h 6034088"/>
              <a:gd name="connsiteX2179" fmla="*/ 4867813 w 10728325"/>
              <a:gd name="connsiteY2179" fmla="*/ 680597 h 6034088"/>
              <a:gd name="connsiteX2180" fmla="*/ 5189105 w 10728325"/>
              <a:gd name="connsiteY2180" fmla="*/ 675086 h 6034088"/>
              <a:gd name="connsiteX2181" fmla="*/ 5189105 w 10728325"/>
              <a:gd name="connsiteY2181" fmla="*/ 704061 h 6034088"/>
              <a:gd name="connsiteX2182" fmla="*/ 5218081 w 10728325"/>
              <a:gd name="connsiteY2182" fmla="*/ 704061 h 6034088"/>
              <a:gd name="connsiteX2183" fmla="*/ 5218081 w 10728325"/>
              <a:gd name="connsiteY2183" fmla="*/ 675086 h 6034088"/>
              <a:gd name="connsiteX2184" fmla="*/ 5528522 w 10728325"/>
              <a:gd name="connsiteY2184" fmla="*/ 669580 h 6034088"/>
              <a:gd name="connsiteX2185" fmla="*/ 5528522 w 10728325"/>
              <a:gd name="connsiteY2185" fmla="*/ 709589 h 6034088"/>
              <a:gd name="connsiteX2186" fmla="*/ 5568539 w 10728325"/>
              <a:gd name="connsiteY2186" fmla="*/ 709589 h 6034088"/>
              <a:gd name="connsiteX2187" fmla="*/ 5568539 w 10728325"/>
              <a:gd name="connsiteY2187" fmla="*/ 669580 h 6034088"/>
              <a:gd name="connsiteX2188" fmla="*/ 5867738 w 10728325"/>
              <a:gd name="connsiteY2188" fmla="*/ 664046 h 6034088"/>
              <a:gd name="connsiteX2189" fmla="*/ 5867738 w 10728325"/>
              <a:gd name="connsiteY2189" fmla="*/ 715096 h 6034088"/>
              <a:gd name="connsiteX2190" fmla="*/ 5918807 w 10728325"/>
              <a:gd name="connsiteY2190" fmla="*/ 715096 h 6034088"/>
              <a:gd name="connsiteX2191" fmla="*/ 5918807 w 10728325"/>
              <a:gd name="connsiteY2191" fmla="*/ 664046 h 6034088"/>
              <a:gd name="connsiteX2192" fmla="*/ 6207005 w 10728325"/>
              <a:gd name="connsiteY2192" fmla="*/ 658339 h 6034088"/>
              <a:gd name="connsiteX2193" fmla="*/ 6207005 w 10728325"/>
              <a:gd name="connsiteY2193" fmla="*/ 720624 h 6034088"/>
              <a:gd name="connsiteX2194" fmla="*/ 6269248 w 10728325"/>
              <a:gd name="connsiteY2194" fmla="*/ 720624 h 6034088"/>
              <a:gd name="connsiteX2195" fmla="*/ 6269248 w 10728325"/>
              <a:gd name="connsiteY2195" fmla="*/ 658339 h 6034088"/>
              <a:gd name="connsiteX2196" fmla="*/ 6546216 w 10728325"/>
              <a:gd name="connsiteY2196" fmla="*/ 652828 h 6034088"/>
              <a:gd name="connsiteX2197" fmla="*/ 6546216 w 10728325"/>
              <a:gd name="connsiteY2197" fmla="*/ 726153 h 6034088"/>
              <a:gd name="connsiteX2198" fmla="*/ 6619523 w 10728325"/>
              <a:gd name="connsiteY2198" fmla="*/ 726153 h 6034088"/>
              <a:gd name="connsiteX2199" fmla="*/ 6619523 w 10728325"/>
              <a:gd name="connsiteY2199" fmla="*/ 652828 h 6034088"/>
              <a:gd name="connsiteX2200" fmla="*/ 6885650 w 10728325"/>
              <a:gd name="connsiteY2200" fmla="*/ 647506 h 6034088"/>
              <a:gd name="connsiteX2201" fmla="*/ 6885650 w 10728325"/>
              <a:gd name="connsiteY2201" fmla="*/ 731866 h 6034088"/>
              <a:gd name="connsiteX2202" fmla="*/ 6970020 w 10728325"/>
              <a:gd name="connsiteY2202" fmla="*/ 731866 h 6034088"/>
              <a:gd name="connsiteX2203" fmla="*/ 6970020 w 10728325"/>
              <a:gd name="connsiteY2203" fmla="*/ 647506 h 6034088"/>
              <a:gd name="connsiteX2204" fmla="*/ 7224861 w 10728325"/>
              <a:gd name="connsiteY2204" fmla="*/ 641978 h 6034088"/>
              <a:gd name="connsiteX2205" fmla="*/ 7224861 w 10728325"/>
              <a:gd name="connsiteY2205" fmla="*/ 737378 h 6034088"/>
              <a:gd name="connsiteX2206" fmla="*/ 7320294 w 10728325"/>
              <a:gd name="connsiteY2206" fmla="*/ 737378 h 6034088"/>
              <a:gd name="connsiteX2207" fmla="*/ 7320294 w 10728325"/>
              <a:gd name="connsiteY2207" fmla="*/ 641978 h 6034088"/>
              <a:gd name="connsiteX2208" fmla="*/ 7564295 w 10728325"/>
              <a:gd name="connsiteY2208" fmla="*/ 636472 h 6034088"/>
              <a:gd name="connsiteX2209" fmla="*/ 7564295 w 10728325"/>
              <a:gd name="connsiteY2209" fmla="*/ 742907 h 6034088"/>
              <a:gd name="connsiteX2210" fmla="*/ 7670735 w 10728325"/>
              <a:gd name="connsiteY2210" fmla="*/ 742907 h 6034088"/>
              <a:gd name="connsiteX2211" fmla="*/ 7670735 w 10728325"/>
              <a:gd name="connsiteY2211" fmla="*/ 636472 h 6034088"/>
              <a:gd name="connsiteX2212" fmla="*/ 7903338 w 10728325"/>
              <a:gd name="connsiteY2212" fmla="*/ 630759 h 6034088"/>
              <a:gd name="connsiteX2213" fmla="*/ 7903338 w 10728325"/>
              <a:gd name="connsiteY2213" fmla="*/ 748429 h 6034088"/>
              <a:gd name="connsiteX2214" fmla="*/ 8021008 w 10728325"/>
              <a:gd name="connsiteY2214" fmla="*/ 748429 h 6034088"/>
              <a:gd name="connsiteX2215" fmla="*/ 8021008 w 10728325"/>
              <a:gd name="connsiteY2215" fmla="*/ 630759 h 6034088"/>
              <a:gd name="connsiteX2216" fmla="*/ 8242772 w 10728325"/>
              <a:gd name="connsiteY2216" fmla="*/ 625253 h 6034088"/>
              <a:gd name="connsiteX2217" fmla="*/ 8242772 w 10728325"/>
              <a:gd name="connsiteY2217" fmla="*/ 753958 h 6034088"/>
              <a:gd name="connsiteX2218" fmla="*/ 8371450 w 10728325"/>
              <a:gd name="connsiteY2218" fmla="*/ 753958 h 6034088"/>
              <a:gd name="connsiteX2219" fmla="*/ 8371450 w 10728325"/>
              <a:gd name="connsiteY2219" fmla="*/ 625253 h 6034088"/>
              <a:gd name="connsiteX2220" fmla="*/ 8581983 w 10728325"/>
              <a:gd name="connsiteY2220" fmla="*/ 619725 h 6034088"/>
              <a:gd name="connsiteX2221" fmla="*/ 8581983 w 10728325"/>
              <a:gd name="connsiteY2221" fmla="*/ 759470 h 6034088"/>
              <a:gd name="connsiteX2222" fmla="*/ 8721724 w 10728325"/>
              <a:gd name="connsiteY2222" fmla="*/ 759470 h 6034088"/>
              <a:gd name="connsiteX2223" fmla="*/ 8721724 w 10728325"/>
              <a:gd name="connsiteY2223" fmla="*/ 619725 h 6034088"/>
              <a:gd name="connsiteX2224" fmla="*/ 10473651 w 10728325"/>
              <a:gd name="connsiteY2224" fmla="*/ 617561 h 6034088"/>
              <a:gd name="connsiteX2225" fmla="*/ 10617583 w 10728325"/>
              <a:gd name="connsiteY2225" fmla="*/ 617561 h 6034088"/>
              <a:gd name="connsiteX2226" fmla="*/ 10617583 w 10728325"/>
              <a:gd name="connsiteY2226" fmla="*/ 761652 h 6034088"/>
              <a:gd name="connsiteX2227" fmla="*/ 10473651 w 10728325"/>
              <a:gd name="connsiteY2227" fmla="*/ 761652 h 6034088"/>
              <a:gd name="connsiteX2228" fmla="*/ 8921417 w 10728325"/>
              <a:gd name="connsiteY2228" fmla="*/ 614209 h 6034088"/>
              <a:gd name="connsiteX2229" fmla="*/ 8921417 w 10728325"/>
              <a:gd name="connsiteY2229" fmla="*/ 764992 h 6034088"/>
              <a:gd name="connsiteX2230" fmla="*/ 9072221 w 10728325"/>
              <a:gd name="connsiteY2230" fmla="*/ 764992 h 6034088"/>
              <a:gd name="connsiteX2231" fmla="*/ 9072221 w 10728325"/>
              <a:gd name="connsiteY2231" fmla="*/ 614209 h 6034088"/>
              <a:gd name="connsiteX2232" fmla="*/ 10123209 w 10728325"/>
              <a:gd name="connsiteY2232" fmla="*/ 612055 h 6034088"/>
              <a:gd name="connsiteX2233" fmla="*/ 10278539 w 10728325"/>
              <a:gd name="connsiteY2233" fmla="*/ 612055 h 6034088"/>
              <a:gd name="connsiteX2234" fmla="*/ 10278539 w 10728325"/>
              <a:gd name="connsiteY2234" fmla="*/ 767180 h 6034088"/>
              <a:gd name="connsiteX2235" fmla="*/ 10123209 w 10728325"/>
              <a:gd name="connsiteY2235" fmla="*/ 767180 h 6034088"/>
              <a:gd name="connsiteX2236" fmla="*/ 9260460 w 10728325"/>
              <a:gd name="connsiteY2236" fmla="*/ 608508 h 6034088"/>
              <a:gd name="connsiteX2237" fmla="*/ 9260460 w 10728325"/>
              <a:gd name="connsiteY2237" fmla="*/ 770521 h 6034088"/>
              <a:gd name="connsiteX2238" fmla="*/ 9422494 w 10728325"/>
              <a:gd name="connsiteY2238" fmla="*/ 770521 h 6034088"/>
              <a:gd name="connsiteX2239" fmla="*/ 9422494 w 10728325"/>
              <a:gd name="connsiteY2239" fmla="*/ 608508 h 6034088"/>
              <a:gd name="connsiteX2240" fmla="*/ 9772936 w 10728325"/>
              <a:gd name="connsiteY2240" fmla="*/ 606532 h 6034088"/>
              <a:gd name="connsiteX2241" fmla="*/ 9939105 w 10728325"/>
              <a:gd name="connsiteY2241" fmla="*/ 606532 h 6034088"/>
              <a:gd name="connsiteX2242" fmla="*/ 9939105 w 10728325"/>
              <a:gd name="connsiteY2242" fmla="*/ 772692 h 6034088"/>
              <a:gd name="connsiteX2243" fmla="*/ 9772936 w 10728325"/>
              <a:gd name="connsiteY2243" fmla="*/ 772692 h 6034088"/>
              <a:gd name="connsiteX2244" fmla="*/ 4680356 w 10728325"/>
              <a:gd name="connsiteY2244" fmla="*/ 511091 h 6034088"/>
              <a:gd name="connsiteX2245" fmla="*/ 4680356 w 10728325"/>
              <a:gd name="connsiteY2245" fmla="*/ 523312 h 6034088"/>
              <a:gd name="connsiteX2246" fmla="*/ 4692576 w 10728325"/>
              <a:gd name="connsiteY2246" fmla="*/ 523312 h 6034088"/>
              <a:gd name="connsiteX2247" fmla="*/ 4692576 w 10728325"/>
              <a:gd name="connsiteY2247" fmla="*/ 511091 h 6034088"/>
              <a:gd name="connsiteX2248" fmla="*/ 5019589 w 10728325"/>
              <a:gd name="connsiteY2248" fmla="*/ 505365 h 6034088"/>
              <a:gd name="connsiteX2249" fmla="*/ 5019589 w 10728325"/>
              <a:gd name="connsiteY2249" fmla="*/ 528820 h 6034088"/>
              <a:gd name="connsiteX2250" fmla="*/ 5043045 w 10728325"/>
              <a:gd name="connsiteY2250" fmla="*/ 528820 h 6034088"/>
              <a:gd name="connsiteX2251" fmla="*/ 5043045 w 10728325"/>
              <a:gd name="connsiteY2251" fmla="*/ 505365 h 6034088"/>
              <a:gd name="connsiteX2252" fmla="*/ 5358816 w 10728325"/>
              <a:gd name="connsiteY2252" fmla="*/ 499857 h 6034088"/>
              <a:gd name="connsiteX2253" fmla="*/ 5358816 w 10728325"/>
              <a:gd name="connsiteY2253" fmla="*/ 534350 h 6034088"/>
              <a:gd name="connsiteX2254" fmla="*/ 5393313 w 10728325"/>
              <a:gd name="connsiteY2254" fmla="*/ 534350 h 6034088"/>
              <a:gd name="connsiteX2255" fmla="*/ 5393313 w 10728325"/>
              <a:gd name="connsiteY2255" fmla="*/ 499857 h 6034088"/>
              <a:gd name="connsiteX2256" fmla="*/ 5698217 w 10728325"/>
              <a:gd name="connsiteY2256" fmla="*/ 494345 h 6034088"/>
              <a:gd name="connsiteX2257" fmla="*/ 5698217 w 10728325"/>
              <a:gd name="connsiteY2257" fmla="*/ 539875 h 6034088"/>
              <a:gd name="connsiteX2258" fmla="*/ 5743754 w 10728325"/>
              <a:gd name="connsiteY2258" fmla="*/ 539875 h 6034088"/>
              <a:gd name="connsiteX2259" fmla="*/ 5743754 w 10728325"/>
              <a:gd name="connsiteY2259" fmla="*/ 494345 h 6034088"/>
              <a:gd name="connsiteX2260" fmla="*/ 6037483 w 10728325"/>
              <a:gd name="connsiteY2260" fmla="*/ 489028 h 6034088"/>
              <a:gd name="connsiteX2261" fmla="*/ 6037483 w 10728325"/>
              <a:gd name="connsiteY2261" fmla="*/ 545596 h 6034088"/>
              <a:gd name="connsiteX2262" fmla="*/ 6094027 w 10728325"/>
              <a:gd name="connsiteY2262" fmla="*/ 545596 h 6034088"/>
              <a:gd name="connsiteX2263" fmla="*/ 6094027 w 10728325"/>
              <a:gd name="connsiteY2263" fmla="*/ 489028 h 6034088"/>
              <a:gd name="connsiteX2264" fmla="*/ 6376694 w 10728325"/>
              <a:gd name="connsiteY2264" fmla="*/ 483319 h 6034088"/>
              <a:gd name="connsiteX2265" fmla="*/ 6376694 w 10728325"/>
              <a:gd name="connsiteY2265" fmla="*/ 551122 h 6034088"/>
              <a:gd name="connsiteX2266" fmla="*/ 6444525 w 10728325"/>
              <a:gd name="connsiteY2266" fmla="*/ 551122 h 6034088"/>
              <a:gd name="connsiteX2267" fmla="*/ 6444525 w 10728325"/>
              <a:gd name="connsiteY2267" fmla="*/ 483319 h 6034088"/>
              <a:gd name="connsiteX2268" fmla="*/ 6715905 w 10728325"/>
              <a:gd name="connsiteY2268" fmla="*/ 477789 h 6034088"/>
              <a:gd name="connsiteX2269" fmla="*/ 6715905 w 10728325"/>
              <a:gd name="connsiteY2269" fmla="*/ 556629 h 6034088"/>
              <a:gd name="connsiteX2270" fmla="*/ 6794743 w 10728325"/>
              <a:gd name="connsiteY2270" fmla="*/ 556629 h 6034088"/>
              <a:gd name="connsiteX2271" fmla="*/ 6794743 w 10728325"/>
              <a:gd name="connsiteY2271" fmla="*/ 477789 h 6034088"/>
              <a:gd name="connsiteX2272" fmla="*/ 7055339 w 10728325"/>
              <a:gd name="connsiteY2272" fmla="*/ 472282 h 6034088"/>
              <a:gd name="connsiteX2273" fmla="*/ 7055339 w 10728325"/>
              <a:gd name="connsiteY2273" fmla="*/ 562159 h 6034088"/>
              <a:gd name="connsiteX2274" fmla="*/ 7145240 w 10728325"/>
              <a:gd name="connsiteY2274" fmla="*/ 562159 h 6034088"/>
              <a:gd name="connsiteX2275" fmla="*/ 7145240 w 10728325"/>
              <a:gd name="connsiteY2275" fmla="*/ 472282 h 6034088"/>
              <a:gd name="connsiteX2276" fmla="*/ 7394606 w 10728325"/>
              <a:gd name="connsiteY2276" fmla="*/ 466768 h 6034088"/>
              <a:gd name="connsiteX2277" fmla="*/ 7394606 w 10728325"/>
              <a:gd name="connsiteY2277" fmla="*/ 567686 h 6034088"/>
              <a:gd name="connsiteX2278" fmla="*/ 7495515 w 10728325"/>
              <a:gd name="connsiteY2278" fmla="*/ 567686 h 6034088"/>
              <a:gd name="connsiteX2279" fmla="*/ 7495515 w 10728325"/>
              <a:gd name="connsiteY2279" fmla="*/ 466768 h 6034088"/>
              <a:gd name="connsiteX2280" fmla="*/ 7733817 w 10728325"/>
              <a:gd name="connsiteY2280" fmla="*/ 461042 h 6034088"/>
              <a:gd name="connsiteX2281" fmla="*/ 7733817 w 10728325"/>
              <a:gd name="connsiteY2281" fmla="*/ 573193 h 6034088"/>
              <a:gd name="connsiteX2282" fmla="*/ 7845956 w 10728325"/>
              <a:gd name="connsiteY2282" fmla="*/ 573193 h 6034088"/>
              <a:gd name="connsiteX2283" fmla="*/ 7845956 w 10728325"/>
              <a:gd name="connsiteY2283" fmla="*/ 461042 h 6034088"/>
              <a:gd name="connsiteX2284" fmla="*/ 8073027 w 10728325"/>
              <a:gd name="connsiteY2284" fmla="*/ 455534 h 6034088"/>
              <a:gd name="connsiteX2285" fmla="*/ 8073027 w 10728325"/>
              <a:gd name="connsiteY2285" fmla="*/ 578722 h 6034088"/>
              <a:gd name="connsiteX2286" fmla="*/ 8196229 w 10728325"/>
              <a:gd name="connsiteY2286" fmla="*/ 578722 h 6034088"/>
              <a:gd name="connsiteX2287" fmla="*/ 8196229 w 10728325"/>
              <a:gd name="connsiteY2287" fmla="*/ 455534 h 6034088"/>
              <a:gd name="connsiteX2288" fmla="*/ 8412461 w 10728325"/>
              <a:gd name="connsiteY2288" fmla="*/ 450021 h 6034088"/>
              <a:gd name="connsiteX2289" fmla="*/ 8412461 w 10728325"/>
              <a:gd name="connsiteY2289" fmla="*/ 584245 h 6034088"/>
              <a:gd name="connsiteX2290" fmla="*/ 8546726 w 10728325"/>
              <a:gd name="connsiteY2290" fmla="*/ 584245 h 6034088"/>
              <a:gd name="connsiteX2291" fmla="*/ 8546726 w 10728325"/>
              <a:gd name="connsiteY2291" fmla="*/ 450021 h 6034088"/>
              <a:gd name="connsiteX2292" fmla="*/ 10648927 w 10728325"/>
              <a:gd name="connsiteY2292" fmla="*/ 447876 h 6034088"/>
              <a:gd name="connsiteX2293" fmla="*/ 10728325 w 10728325"/>
              <a:gd name="connsiteY2293" fmla="*/ 447876 h 6034088"/>
              <a:gd name="connsiteX2294" fmla="*/ 10728325 w 10728325"/>
              <a:gd name="connsiteY2294" fmla="*/ 586439 h 6034088"/>
              <a:gd name="connsiteX2295" fmla="*/ 10648927 w 10728325"/>
              <a:gd name="connsiteY2295" fmla="*/ 586439 h 6034088"/>
              <a:gd name="connsiteX2296" fmla="*/ 8751728 w 10728325"/>
              <a:gd name="connsiteY2296" fmla="*/ 444706 h 6034088"/>
              <a:gd name="connsiteX2297" fmla="*/ 8751728 w 10728325"/>
              <a:gd name="connsiteY2297" fmla="*/ 589970 h 6034088"/>
              <a:gd name="connsiteX2298" fmla="*/ 8897000 w 10728325"/>
              <a:gd name="connsiteY2298" fmla="*/ 589970 h 6034088"/>
              <a:gd name="connsiteX2299" fmla="*/ 8897000 w 10728325"/>
              <a:gd name="connsiteY2299" fmla="*/ 444706 h 6034088"/>
              <a:gd name="connsiteX2300" fmla="*/ 10298431 w 10728325"/>
              <a:gd name="connsiteY2300" fmla="*/ 442351 h 6034088"/>
              <a:gd name="connsiteX2301" fmla="*/ 10448228 w 10728325"/>
              <a:gd name="connsiteY2301" fmla="*/ 442351 h 6034088"/>
              <a:gd name="connsiteX2302" fmla="*/ 10448228 w 10728325"/>
              <a:gd name="connsiteY2302" fmla="*/ 592146 h 6034088"/>
              <a:gd name="connsiteX2303" fmla="*/ 10298431 w 10728325"/>
              <a:gd name="connsiteY2303" fmla="*/ 592146 h 6034088"/>
              <a:gd name="connsiteX2304" fmla="*/ 9091106 w 10728325"/>
              <a:gd name="connsiteY2304" fmla="*/ 439192 h 6034088"/>
              <a:gd name="connsiteX2305" fmla="*/ 9091106 w 10728325"/>
              <a:gd name="connsiteY2305" fmla="*/ 595492 h 6034088"/>
              <a:gd name="connsiteX2306" fmla="*/ 9247441 w 10728325"/>
              <a:gd name="connsiteY2306" fmla="*/ 595492 h 6034088"/>
              <a:gd name="connsiteX2307" fmla="*/ 9247441 w 10728325"/>
              <a:gd name="connsiteY2307" fmla="*/ 439192 h 6034088"/>
              <a:gd name="connsiteX2308" fmla="*/ 9948157 w 10728325"/>
              <a:gd name="connsiteY2308" fmla="*/ 436821 h 6034088"/>
              <a:gd name="connsiteX2309" fmla="*/ 10108794 w 10728325"/>
              <a:gd name="connsiteY2309" fmla="*/ 436821 h 6034088"/>
              <a:gd name="connsiteX2310" fmla="*/ 10108794 w 10728325"/>
              <a:gd name="connsiteY2310" fmla="*/ 597658 h 6034088"/>
              <a:gd name="connsiteX2311" fmla="*/ 9948157 w 10728325"/>
              <a:gd name="connsiteY2311" fmla="*/ 597658 h 6034088"/>
              <a:gd name="connsiteX2312" fmla="*/ 9430150 w 10728325"/>
              <a:gd name="connsiteY2312" fmla="*/ 433466 h 6034088"/>
              <a:gd name="connsiteX2313" fmla="*/ 9430150 w 10728325"/>
              <a:gd name="connsiteY2313" fmla="*/ 601004 h 6034088"/>
              <a:gd name="connsiteX2314" fmla="*/ 9597716 w 10728325"/>
              <a:gd name="connsiteY2314" fmla="*/ 601004 h 6034088"/>
              <a:gd name="connsiteX2315" fmla="*/ 9597716 w 10728325"/>
              <a:gd name="connsiteY2315" fmla="*/ 433466 h 6034088"/>
              <a:gd name="connsiteX2316" fmla="*/ 4510644 w 10728325"/>
              <a:gd name="connsiteY2316" fmla="*/ 341375 h 6034088"/>
              <a:gd name="connsiteX2317" fmla="*/ 4510644 w 10728325"/>
              <a:gd name="connsiteY2317" fmla="*/ 348076 h 6034088"/>
              <a:gd name="connsiteX2318" fmla="*/ 4517349 w 10728325"/>
              <a:gd name="connsiteY2318" fmla="*/ 348076 h 6034088"/>
              <a:gd name="connsiteX2319" fmla="*/ 4517349 w 10728325"/>
              <a:gd name="connsiteY2319" fmla="*/ 341375 h 6034088"/>
              <a:gd name="connsiteX2320" fmla="*/ 4849872 w 10728325"/>
              <a:gd name="connsiteY2320" fmla="*/ 335860 h 6034088"/>
              <a:gd name="connsiteX2321" fmla="*/ 4849872 w 10728325"/>
              <a:gd name="connsiteY2321" fmla="*/ 353796 h 6034088"/>
              <a:gd name="connsiteX2322" fmla="*/ 4867813 w 10728325"/>
              <a:gd name="connsiteY2322" fmla="*/ 353796 h 6034088"/>
              <a:gd name="connsiteX2323" fmla="*/ 4867813 w 10728325"/>
              <a:gd name="connsiteY2323" fmla="*/ 335860 h 6034088"/>
              <a:gd name="connsiteX2324" fmla="*/ 5189105 w 10728325"/>
              <a:gd name="connsiteY2324" fmla="*/ 330348 h 6034088"/>
              <a:gd name="connsiteX2325" fmla="*/ 5189105 w 10728325"/>
              <a:gd name="connsiteY2325" fmla="*/ 359323 h 6034088"/>
              <a:gd name="connsiteX2326" fmla="*/ 5218081 w 10728325"/>
              <a:gd name="connsiteY2326" fmla="*/ 359323 h 6034088"/>
              <a:gd name="connsiteX2327" fmla="*/ 5218081 w 10728325"/>
              <a:gd name="connsiteY2327" fmla="*/ 330348 h 6034088"/>
              <a:gd name="connsiteX2328" fmla="*/ 5528522 w 10728325"/>
              <a:gd name="connsiteY2328" fmla="*/ 324841 h 6034088"/>
              <a:gd name="connsiteX2329" fmla="*/ 5528522 w 10728325"/>
              <a:gd name="connsiteY2329" fmla="*/ 364853 h 6034088"/>
              <a:gd name="connsiteX2330" fmla="*/ 5568539 w 10728325"/>
              <a:gd name="connsiteY2330" fmla="*/ 364853 h 6034088"/>
              <a:gd name="connsiteX2331" fmla="*/ 5568539 w 10728325"/>
              <a:gd name="connsiteY2331" fmla="*/ 324841 h 6034088"/>
              <a:gd name="connsiteX2332" fmla="*/ 5867738 w 10728325"/>
              <a:gd name="connsiteY2332" fmla="*/ 319328 h 6034088"/>
              <a:gd name="connsiteX2333" fmla="*/ 5867738 w 10728325"/>
              <a:gd name="connsiteY2333" fmla="*/ 370378 h 6034088"/>
              <a:gd name="connsiteX2334" fmla="*/ 5918807 w 10728325"/>
              <a:gd name="connsiteY2334" fmla="*/ 370378 h 6034088"/>
              <a:gd name="connsiteX2335" fmla="*/ 5918807 w 10728325"/>
              <a:gd name="connsiteY2335" fmla="*/ 319328 h 6034088"/>
              <a:gd name="connsiteX2336" fmla="*/ 6207005 w 10728325"/>
              <a:gd name="connsiteY2336" fmla="*/ 313601 h 6034088"/>
              <a:gd name="connsiteX2337" fmla="*/ 6207005 w 10728325"/>
              <a:gd name="connsiteY2337" fmla="*/ 375885 h 6034088"/>
              <a:gd name="connsiteX2338" fmla="*/ 6269248 w 10728325"/>
              <a:gd name="connsiteY2338" fmla="*/ 375885 h 6034088"/>
              <a:gd name="connsiteX2339" fmla="*/ 6269248 w 10728325"/>
              <a:gd name="connsiteY2339" fmla="*/ 313601 h 6034088"/>
              <a:gd name="connsiteX2340" fmla="*/ 6546216 w 10728325"/>
              <a:gd name="connsiteY2340" fmla="*/ 308094 h 6034088"/>
              <a:gd name="connsiteX2341" fmla="*/ 6546216 w 10728325"/>
              <a:gd name="connsiteY2341" fmla="*/ 381416 h 6034088"/>
              <a:gd name="connsiteX2342" fmla="*/ 6619523 w 10728325"/>
              <a:gd name="connsiteY2342" fmla="*/ 381416 h 6034088"/>
              <a:gd name="connsiteX2343" fmla="*/ 6619523 w 10728325"/>
              <a:gd name="connsiteY2343" fmla="*/ 308094 h 6034088"/>
              <a:gd name="connsiteX2344" fmla="*/ 6885650 w 10728325"/>
              <a:gd name="connsiteY2344" fmla="*/ 302581 h 6034088"/>
              <a:gd name="connsiteX2345" fmla="*/ 6885650 w 10728325"/>
              <a:gd name="connsiteY2345" fmla="*/ 386941 h 6034088"/>
              <a:gd name="connsiteX2346" fmla="*/ 6970020 w 10728325"/>
              <a:gd name="connsiteY2346" fmla="*/ 386941 h 6034088"/>
              <a:gd name="connsiteX2347" fmla="*/ 6970020 w 10728325"/>
              <a:gd name="connsiteY2347" fmla="*/ 302581 h 6034088"/>
              <a:gd name="connsiteX2348" fmla="*/ 7224861 w 10728325"/>
              <a:gd name="connsiteY2348" fmla="*/ 297052 h 6034088"/>
              <a:gd name="connsiteX2349" fmla="*/ 7224861 w 10728325"/>
              <a:gd name="connsiteY2349" fmla="*/ 392448 h 6034088"/>
              <a:gd name="connsiteX2350" fmla="*/ 7320294 w 10728325"/>
              <a:gd name="connsiteY2350" fmla="*/ 392448 h 6034088"/>
              <a:gd name="connsiteX2351" fmla="*/ 7320294 w 10728325"/>
              <a:gd name="connsiteY2351" fmla="*/ 297052 h 6034088"/>
              <a:gd name="connsiteX2352" fmla="*/ 7564295 w 10728325"/>
              <a:gd name="connsiteY2352" fmla="*/ 291545 h 6034088"/>
              <a:gd name="connsiteX2353" fmla="*/ 7564295 w 10728325"/>
              <a:gd name="connsiteY2353" fmla="*/ 397979 h 6034088"/>
              <a:gd name="connsiteX2354" fmla="*/ 7670735 w 10728325"/>
              <a:gd name="connsiteY2354" fmla="*/ 397979 h 6034088"/>
              <a:gd name="connsiteX2355" fmla="*/ 7670735 w 10728325"/>
              <a:gd name="connsiteY2355" fmla="*/ 291545 h 6034088"/>
              <a:gd name="connsiteX2356" fmla="*/ 7903338 w 10728325"/>
              <a:gd name="connsiteY2356" fmla="*/ 286025 h 6034088"/>
              <a:gd name="connsiteX2357" fmla="*/ 7903338 w 10728325"/>
              <a:gd name="connsiteY2357" fmla="*/ 403694 h 6034088"/>
              <a:gd name="connsiteX2358" fmla="*/ 8021008 w 10728325"/>
              <a:gd name="connsiteY2358" fmla="*/ 403694 h 6034088"/>
              <a:gd name="connsiteX2359" fmla="*/ 8021008 w 10728325"/>
              <a:gd name="connsiteY2359" fmla="*/ 286025 h 6034088"/>
              <a:gd name="connsiteX2360" fmla="*/ 8242772 w 10728325"/>
              <a:gd name="connsiteY2360" fmla="*/ 280518 h 6034088"/>
              <a:gd name="connsiteX2361" fmla="*/ 8242772 w 10728325"/>
              <a:gd name="connsiteY2361" fmla="*/ 409226 h 6034088"/>
              <a:gd name="connsiteX2362" fmla="*/ 8371450 w 10728325"/>
              <a:gd name="connsiteY2362" fmla="*/ 409226 h 6034088"/>
              <a:gd name="connsiteX2363" fmla="*/ 8371450 w 10728325"/>
              <a:gd name="connsiteY2363" fmla="*/ 280518 h 6034088"/>
              <a:gd name="connsiteX2364" fmla="*/ 8581983 w 10728325"/>
              <a:gd name="connsiteY2364" fmla="*/ 275006 h 6034088"/>
              <a:gd name="connsiteX2365" fmla="*/ 8581983 w 10728325"/>
              <a:gd name="connsiteY2365" fmla="*/ 414751 h 6034088"/>
              <a:gd name="connsiteX2366" fmla="*/ 8721724 w 10728325"/>
              <a:gd name="connsiteY2366" fmla="*/ 414751 h 6034088"/>
              <a:gd name="connsiteX2367" fmla="*/ 8721724 w 10728325"/>
              <a:gd name="connsiteY2367" fmla="*/ 275006 h 6034088"/>
              <a:gd name="connsiteX2368" fmla="*/ 10473651 w 10728325"/>
              <a:gd name="connsiteY2368" fmla="*/ 272851 h 6034088"/>
              <a:gd name="connsiteX2369" fmla="*/ 10617583 w 10728325"/>
              <a:gd name="connsiteY2369" fmla="*/ 272851 h 6034088"/>
              <a:gd name="connsiteX2370" fmla="*/ 10617583 w 10728325"/>
              <a:gd name="connsiteY2370" fmla="*/ 416916 h 6034088"/>
              <a:gd name="connsiteX2371" fmla="*/ 10473651 w 10728325"/>
              <a:gd name="connsiteY2371" fmla="*/ 416916 h 6034088"/>
              <a:gd name="connsiteX2372" fmla="*/ 8921417 w 10728325"/>
              <a:gd name="connsiteY2372" fmla="*/ 269476 h 6034088"/>
              <a:gd name="connsiteX2373" fmla="*/ 8921417 w 10728325"/>
              <a:gd name="connsiteY2373" fmla="*/ 420258 h 6034088"/>
              <a:gd name="connsiteX2374" fmla="*/ 9072221 w 10728325"/>
              <a:gd name="connsiteY2374" fmla="*/ 420258 h 6034088"/>
              <a:gd name="connsiteX2375" fmla="*/ 9072221 w 10728325"/>
              <a:gd name="connsiteY2375" fmla="*/ 269476 h 6034088"/>
              <a:gd name="connsiteX2376" fmla="*/ 10123209 w 10728325"/>
              <a:gd name="connsiteY2376" fmla="*/ 267321 h 6034088"/>
              <a:gd name="connsiteX2377" fmla="*/ 10278539 w 10728325"/>
              <a:gd name="connsiteY2377" fmla="*/ 267321 h 6034088"/>
              <a:gd name="connsiteX2378" fmla="*/ 10278539 w 10728325"/>
              <a:gd name="connsiteY2378" fmla="*/ 422445 h 6034088"/>
              <a:gd name="connsiteX2379" fmla="*/ 10123209 w 10728325"/>
              <a:gd name="connsiteY2379" fmla="*/ 422445 h 6034088"/>
              <a:gd name="connsiteX2380" fmla="*/ 9260460 w 10728325"/>
              <a:gd name="connsiteY2380" fmla="*/ 263772 h 6034088"/>
              <a:gd name="connsiteX2381" fmla="*/ 9260460 w 10728325"/>
              <a:gd name="connsiteY2381" fmla="*/ 425789 h 6034088"/>
              <a:gd name="connsiteX2382" fmla="*/ 9422494 w 10728325"/>
              <a:gd name="connsiteY2382" fmla="*/ 425789 h 6034088"/>
              <a:gd name="connsiteX2383" fmla="*/ 9422494 w 10728325"/>
              <a:gd name="connsiteY2383" fmla="*/ 263772 h 6034088"/>
              <a:gd name="connsiteX2384" fmla="*/ 9772936 w 10728325"/>
              <a:gd name="connsiteY2384" fmla="*/ 261605 h 6034088"/>
              <a:gd name="connsiteX2385" fmla="*/ 9939105 w 10728325"/>
              <a:gd name="connsiteY2385" fmla="*/ 261605 h 6034088"/>
              <a:gd name="connsiteX2386" fmla="*/ 9939105 w 10728325"/>
              <a:gd name="connsiteY2386" fmla="*/ 427958 h 6034088"/>
              <a:gd name="connsiteX2387" fmla="*/ 9772936 w 10728325"/>
              <a:gd name="connsiteY2387" fmla="*/ 427958 h 6034088"/>
              <a:gd name="connsiteX2388" fmla="*/ 4680356 w 10728325"/>
              <a:gd name="connsiteY2388" fmla="*/ 166354 h 6034088"/>
              <a:gd name="connsiteX2389" fmla="*/ 4680356 w 10728325"/>
              <a:gd name="connsiteY2389" fmla="*/ 178575 h 6034088"/>
              <a:gd name="connsiteX2390" fmla="*/ 4692576 w 10728325"/>
              <a:gd name="connsiteY2390" fmla="*/ 178575 h 6034088"/>
              <a:gd name="connsiteX2391" fmla="*/ 4692576 w 10728325"/>
              <a:gd name="connsiteY2391" fmla="*/ 166354 h 6034088"/>
              <a:gd name="connsiteX2392" fmla="*/ 5019589 w 10728325"/>
              <a:gd name="connsiteY2392" fmla="*/ 160649 h 6034088"/>
              <a:gd name="connsiteX2393" fmla="*/ 5019589 w 10728325"/>
              <a:gd name="connsiteY2393" fmla="*/ 184104 h 6034088"/>
              <a:gd name="connsiteX2394" fmla="*/ 5043045 w 10728325"/>
              <a:gd name="connsiteY2394" fmla="*/ 184104 h 6034088"/>
              <a:gd name="connsiteX2395" fmla="*/ 5043045 w 10728325"/>
              <a:gd name="connsiteY2395" fmla="*/ 160649 h 6034088"/>
              <a:gd name="connsiteX2396" fmla="*/ 5358816 w 10728325"/>
              <a:gd name="connsiteY2396" fmla="*/ 155121 h 6034088"/>
              <a:gd name="connsiteX2397" fmla="*/ 5358816 w 10728325"/>
              <a:gd name="connsiteY2397" fmla="*/ 189614 h 6034088"/>
              <a:gd name="connsiteX2398" fmla="*/ 5393313 w 10728325"/>
              <a:gd name="connsiteY2398" fmla="*/ 189614 h 6034088"/>
              <a:gd name="connsiteX2399" fmla="*/ 5393313 w 10728325"/>
              <a:gd name="connsiteY2399" fmla="*/ 155121 h 6034088"/>
              <a:gd name="connsiteX2400" fmla="*/ 5698217 w 10728325"/>
              <a:gd name="connsiteY2400" fmla="*/ 149608 h 6034088"/>
              <a:gd name="connsiteX2401" fmla="*/ 5698217 w 10728325"/>
              <a:gd name="connsiteY2401" fmla="*/ 195139 h 6034088"/>
              <a:gd name="connsiteX2402" fmla="*/ 5743754 w 10728325"/>
              <a:gd name="connsiteY2402" fmla="*/ 195139 h 6034088"/>
              <a:gd name="connsiteX2403" fmla="*/ 5743754 w 10728325"/>
              <a:gd name="connsiteY2403" fmla="*/ 149608 h 6034088"/>
              <a:gd name="connsiteX2404" fmla="*/ 6037483 w 10728325"/>
              <a:gd name="connsiteY2404" fmla="*/ 144100 h 6034088"/>
              <a:gd name="connsiteX2405" fmla="*/ 6037483 w 10728325"/>
              <a:gd name="connsiteY2405" fmla="*/ 200668 h 6034088"/>
              <a:gd name="connsiteX2406" fmla="*/ 6094027 w 10728325"/>
              <a:gd name="connsiteY2406" fmla="*/ 200668 h 6034088"/>
              <a:gd name="connsiteX2407" fmla="*/ 6094027 w 10728325"/>
              <a:gd name="connsiteY2407" fmla="*/ 144100 h 6034088"/>
              <a:gd name="connsiteX2408" fmla="*/ 6376694 w 10728325"/>
              <a:gd name="connsiteY2408" fmla="*/ 138390 h 6034088"/>
              <a:gd name="connsiteX2409" fmla="*/ 6376694 w 10728325"/>
              <a:gd name="connsiteY2409" fmla="*/ 206193 h 6034088"/>
              <a:gd name="connsiteX2410" fmla="*/ 6444525 w 10728325"/>
              <a:gd name="connsiteY2410" fmla="*/ 206193 h 6034088"/>
              <a:gd name="connsiteX2411" fmla="*/ 6444525 w 10728325"/>
              <a:gd name="connsiteY2411" fmla="*/ 138390 h 6034088"/>
              <a:gd name="connsiteX2412" fmla="*/ 6715905 w 10728325"/>
              <a:gd name="connsiteY2412" fmla="*/ 132862 h 6034088"/>
              <a:gd name="connsiteX2413" fmla="*/ 6715905 w 10728325"/>
              <a:gd name="connsiteY2413" fmla="*/ 211703 h 6034088"/>
              <a:gd name="connsiteX2414" fmla="*/ 6794743 w 10728325"/>
              <a:gd name="connsiteY2414" fmla="*/ 211703 h 6034088"/>
              <a:gd name="connsiteX2415" fmla="*/ 6794743 w 10728325"/>
              <a:gd name="connsiteY2415" fmla="*/ 132862 h 6034088"/>
              <a:gd name="connsiteX2416" fmla="*/ 7055339 w 10728325"/>
              <a:gd name="connsiteY2416" fmla="*/ 127545 h 6034088"/>
              <a:gd name="connsiteX2417" fmla="*/ 7055339 w 10728325"/>
              <a:gd name="connsiteY2417" fmla="*/ 217424 h 6034088"/>
              <a:gd name="connsiteX2418" fmla="*/ 7145240 w 10728325"/>
              <a:gd name="connsiteY2418" fmla="*/ 217424 h 6034088"/>
              <a:gd name="connsiteX2419" fmla="*/ 7145240 w 10728325"/>
              <a:gd name="connsiteY2419" fmla="*/ 127545 h 6034088"/>
              <a:gd name="connsiteX2420" fmla="*/ 7394606 w 10728325"/>
              <a:gd name="connsiteY2420" fmla="*/ 122031 h 6034088"/>
              <a:gd name="connsiteX2421" fmla="*/ 7394606 w 10728325"/>
              <a:gd name="connsiteY2421" fmla="*/ 222948 h 6034088"/>
              <a:gd name="connsiteX2422" fmla="*/ 7495515 w 10728325"/>
              <a:gd name="connsiteY2422" fmla="*/ 222948 h 6034088"/>
              <a:gd name="connsiteX2423" fmla="*/ 7495515 w 10728325"/>
              <a:gd name="connsiteY2423" fmla="*/ 122031 h 6034088"/>
              <a:gd name="connsiteX2424" fmla="*/ 7733817 w 10728325"/>
              <a:gd name="connsiteY2424" fmla="*/ 116328 h 6034088"/>
              <a:gd name="connsiteX2425" fmla="*/ 7733817 w 10728325"/>
              <a:gd name="connsiteY2425" fmla="*/ 228478 h 6034088"/>
              <a:gd name="connsiteX2426" fmla="*/ 7845956 w 10728325"/>
              <a:gd name="connsiteY2426" fmla="*/ 228478 h 6034088"/>
              <a:gd name="connsiteX2427" fmla="*/ 7845956 w 10728325"/>
              <a:gd name="connsiteY2427" fmla="*/ 116328 h 6034088"/>
              <a:gd name="connsiteX2428" fmla="*/ 8073027 w 10728325"/>
              <a:gd name="connsiteY2428" fmla="*/ 110799 h 6034088"/>
              <a:gd name="connsiteX2429" fmla="*/ 8073027 w 10728325"/>
              <a:gd name="connsiteY2429" fmla="*/ 233987 h 6034088"/>
              <a:gd name="connsiteX2430" fmla="*/ 8196229 w 10728325"/>
              <a:gd name="connsiteY2430" fmla="*/ 233987 h 6034088"/>
              <a:gd name="connsiteX2431" fmla="*/ 8196229 w 10728325"/>
              <a:gd name="connsiteY2431" fmla="*/ 110799 h 6034088"/>
              <a:gd name="connsiteX2432" fmla="*/ 8412461 w 10728325"/>
              <a:gd name="connsiteY2432" fmla="*/ 105286 h 6034088"/>
              <a:gd name="connsiteX2433" fmla="*/ 8412461 w 10728325"/>
              <a:gd name="connsiteY2433" fmla="*/ 239512 h 6034088"/>
              <a:gd name="connsiteX2434" fmla="*/ 8546726 w 10728325"/>
              <a:gd name="connsiteY2434" fmla="*/ 239512 h 6034088"/>
              <a:gd name="connsiteX2435" fmla="*/ 8546726 w 10728325"/>
              <a:gd name="connsiteY2435" fmla="*/ 105286 h 6034088"/>
              <a:gd name="connsiteX2436" fmla="*/ 10648927 w 10728325"/>
              <a:gd name="connsiteY2436" fmla="*/ 103143 h 6034088"/>
              <a:gd name="connsiteX2437" fmla="*/ 10728325 w 10728325"/>
              <a:gd name="connsiteY2437" fmla="*/ 103143 h 6034088"/>
              <a:gd name="connsiteX2438" fmla="*/ 10728325 w 10728325"/>
              <a:gd name="connsiteY2438" fmla="*/ 241513 h 6034088"/>
              <a:gd name="connsiteX2439" fmla="*/ 10648927 w 10728325"/>
              <a:gd name="connsiteY2439" fmla="*/ 241513 h 6034088"/>
              <a:gd name="connsiteX2440" fmla="*/ 8751728 w 10728325"/>
              <a:gd name="connsiteY2440" fmla="*/ 99779 h 6034088"/>
              <a:gd name="connsiteX2441" fmla="*/ 8751728 w 10728325"/>
              <a:gd name="connsiteY2441" fmla="*/ 245043 h 6034088"/>
              <a:gd name="connsiteX2442" fmla="*/ 8897000 w 10728325"/>
              <a:gd name="connsiteY2442" fmla="*/ 245043 h 6034088"/>
              <a:gd name="connsiteX2443" fmla="*/ 8897000 w 10728325"/>
              <a:gd name="connsiteY2443" fmla="*/ 99780 h 6034088"/>
              <a:gd name="connsiteX2444" fmla="*/ 10298431 w 10728325"/>
              <a:gd name="connsiteY2444" fmla="*/ 97619 h 6034088"/>
              <a:gd name="connsiteX2445" fmla="*/ 10448228 w 10728325"/>
              <a:gd name="connsiteY2445" fmla="*/ 97619 h 6034088"/>
              <a:gd name="connsiteX2446" fmla="*/ 10448228 w 10728325"/>
              <a:gd name="connsiteY2446" fmla="*/ 247222 h 6034088"/>
              <a:gd name="connsiteX2447" fmla="*/ 10298431 w 10728325"/>
              <a:gd name="connsiteY2447" fmla="*/ 247222 h 6034088"/>
              <a:gd name="connsiteX2448" fmla="*/ 9091106 w 10728325"/>
              <a:gd name="connsiteY2448" fmla="*/ 94266 h 6034088"/>
              <a:gd name="connsiteX2449" fmla="*/ 9091106 w 10728325"/>
              <a:gd name="connsiteY2449" fmla="*/ 250566 h 6034088"/>
              <a:gd name="connsiteX2450" fmla="*/ 9247441 w 10728325"/>
              <a:gd name="connsiteY2450" fmla="*/ 250566 h 6034088"/>
              <a:gd name="connsiteX2451" fmla="*/ 9247441 w 10728325"/>
              <a:gd name="connsiteY2451" fmla="*/ 94266 h 6034088"/>
              <a:gd name="connsiteX2452" fmla="*/ 9948157 w 10728325"/>
              <a:gd name="connsiteY2452" fmla="*/ 92110 h 6034088"/>
              <a:gd name="connsiteX2453" fmla="*/ 10108794 w 10728325"/>
              <a:gd name="connsiteY2453" fmla="*/ 92110 h 6034088"/>
              <a:gd name="connsiteX2454" fmla="*/ 10108794 w 10728325"/>
              <a:gd name="connsiteY2454" fmla="*/ 252730 h 6034088"/>
              <a:gd name="connsiteX2455" fmla="*/ 9948157 w 10728325"/>
              <a:gd name="connsiteY2455" fmla="*/ 252730 h 6034088"/>
              <a:gd name="connsiteX2456" fmla="*/ 9430150 w 10728325"/>
              <a:gd name="connsiteY2456" fmla="*/ 88540 h 6034088"/>
              <a:gd name="connsiteX2457" fmla="*/ 9430150 w 10728325"/>
              <a:gd name="connsiteY2457" fmla="*/ 256075 h 6034088"/>
              <a:gd name="connsiteX2458" fmla="*/ 9597716 w 10728325"/>
              <a:gd name="connsiteY2458" fmla="*/ 256075 h 6034088"/>
              <a:gd name="connsiteX2459" fmla="*/ 9597716 w 10728325"/>
              <a:gd name="connsiteY2459" fmla="*/ 88540 h 6034088"/>
              <a:gd name="connsiteX2460" fmla="*/ 10473651 w 10728325"/>
              <a:gd name="connsiteY2460" fmla="*/ 0 h 6034088"/>
              <a:gd name="connsiteX2461" fmla="*/ 10617583 w 10728325"/>
              <a:gd name="connsiteY2461" fmla="*/ 0 h 6034088"/>
              <a:gd name="connsiteX2462" fmla="*/ 10617583 w 10728325"/>
              <a:gd name="connsiteY2462" fmla="*/ 72203 h 6034088"/>
              <a:gd name="connsiteX2463" fmla="*/ 10473651 w 10728325"/>
              <a:gd name="connsiteY2463" fmla="*/ 72203 h 6034088"/>
              <a:gd name="connsiteX2464" fmla="*/ 10123209 w 10728325"/>
              <a:gd name="connsiteY2464" fmla="*/ 0 h 6034088"/>
              <a:gd name="connsiteX2465" fmla="*/ 10278539 w 10728325"/>
              <a:gd name="connsiteY2465" fmla="*/ 0 h 6034088"/>
              <a:gd name="connsiteX2466" fmla="*/ 10278539 w 10728325"/>
              <a:gd name="connsiteY2466" fmla="*/ 77711 h 6034088"/>
              <a:gd name="connsiteX2467" fmla="*/ 10123209 w 10728325"/>
              <a:gd name="connsiteY2467" fmla="*/ 77711 h 6034088"/>
              <a:gd name="connsiteX2468" fmla="*/ 9772936 w 10728325"/>
              <a:gd name="connsiteY2468" fmla="*/ 0 h 6034088"/>
              <a:gd name="connsiteX2469" fmla="*/ 9939105 w 10728325"/>
              <a:gd name="connsiteY2469" fmla="*/ 0 h 6034088"/>
              <a:gd name="connsiteX2470" fmla="*/ 9939105 w 10728325"/>
              <a:gd name="connsiteY2470" fmla="*/ 83033 h 6034088"/>
              <a:gd name="connsiteX2471" fmla="*/ 9772936 w 10728325"/>
              <a:gd name="connsiteY2471" fmla="*/ 83033 h 6034088"/>
              <a:gd name="connsiteX2472" fmla="*/ 0 w 10728325"/>
              <a:gd name="connsiteY2472" fmla="*/ 0 h 6034088"/>
              <a:gd name="connsiteX2473" fmla="*/ 4510644 w 10728325"/>
              <a:gd name="connsiteY2473" fmla="*/ 0 h 6034088"/>
              <a:gd name="connsiteX2474" fmla="*/ 4510644 w 10728325"/>
              <a:gd name="connsiteY2474" fmla="*/ 3423 h 6034088"/>
              <a:gd name="connsiteX2475" fmla="*/ 4517349 w 10728325"/>
              <a:gd name="connsiteY2475" fmla="*/ 3423 h 6034088"/>
              <a:gd name="connsiteX2476" fmla="*/ 4517349 w 10728325"/>
              <a:gd name="connsiteY2476" fmla="*/ 0 h 6034088"/>
              <a:gd name="connsiteX2477" fmla="*/ 4849872 w 10728325"/>
              <a:gd name="connsiteY2477" fmla="*/ 0 h 6034088"/>
              <a:gd name="connsiteX2478" fmla="*/ 4849872 w 10728325"/>
              <a:gd name="connsiteY2478" fmla="*/ 8869 h 6034088"/>
              <a:gd name="connsiteX2479" fmla="*/ 4867813 w 10728325"/>
              <a:gd name="connsiteY2479" fmla="*/ 8869 h 6034088"/>
              <a:gd name="connsiteX2480" fmla="*/ 4867813 w 10728325"/>
              <a:gd name="connsiteY2480" fmla="*/ 0 h 6034088"/>
              <a:gd name="connsiteX2481" fmla="*/ 5189105 w 10728325"/>
              <a:gd name="connsiteY2481" fmla="*/ 0 h 6034088"/>
              <a:gd name="connsiteX2482" fmla="*/ 5189105 w 10728325"/>
              <a:gd name="connsiteY2482" fmla="*/ 14395 h 6034088"/>
              <a:gd name="connsiteX2483" fmla="*/ 5218081 w 10728325"/>
              <a:gd name="connsiteY2483" fmla="*/ 14395 h 6034088"/>
              <a:gd name="connsiteX2484" fmla="*/ 5218081 w 10728325"/>
              <a:gd name="connsiteY2484" fmla="*/ 0 h 6034088"/>
              <a:gd name="connsiteX2485" fmla="*/ 5528522 w 10728325"/>
              <a:gd name="connsiteY2485" fmla="*/ 0 h 6034088"/>
              <a:gd name="connsiteX2486" fmla="*/ 5528522 w 10728325"/>
              <a:gd name="connsiteY2486" fmla="*/ 19926 h 6034088"/>
              <a:gd name="connsiteX2487" fmla="*/ 5568539 w 10728325"/>
              <a:gd name="connsiteY2487" fmla="*/ 19926 h 6034088"/>
              <a:gd name="connsiteX2488" fmla="*/ 5568539 w 10728325"/>
              <a:gd name="connsiteY2488" fmla="*/ 0 h 6034088"/>
              <a:gd name="connsiteX2489" fmla="*/ 5867738 w 10728325"/>
              <a:gd name="connsiteY2489" fmla="*/ 0 h 6034088"/>
              <a:gd name="connsiteX2490" fmla="*/ 5867738 w 10728325"/>
              <a:gd name="connsiteY2490" fmla="*/ 25450 h 6034088"/>
              <a:gd name="connsiteX2491" fmla="*/ 5918807 w 10728325"/>
              <a:gd name="connsiteY2491" fmla="*/ 25450 h 6034088"/>
              <a:gd name="connsiteX2492" fmla="*/ 5918807 w 10728325"/>
              <a:gd name="connsiteY2492" fmla="*/ 0 h 6034088"/>
              <a:gd name="connsiteX2493" fmla="*/ 6207005 w 10728325"/>
              <a:gd name="connsiteY2493" fmla="*/ 0 h 6034088"/>
              <a:gd name="connsiteX2494" fmla="*/ 6207005 w 10728325"/>
              <a:gd name="connsiteY2494" fmla="*/ 31156 h 6034088"/>
              <a:gd name="connsiteX2495" fmla="*/ 6269248 w 10728325"/>
              <a:gd name="connsiteY2495" fmla="*/ 31156 h 6034088"/>
              <a:gd name="connsiteX2496" fmla="*/ 6269248 w 10728325"/>
              <a:gd name="connsiteY2496" fmla="*/ 0 h 6034088"/>
              <a:gd name="connsiteX2497" fmla="*/ 6546216 w 10728325"/>
              <a:gd name="connsiteY2497" fmla="*/ 0 h 6034088"/>
              <a:gd name="connsiteX2498" fmla="*/ 6546216 w 10728325"/>
              <a:gd name="connsiteY2498" fmla="*/ 36681 h 6034088"/>
              <a:gd name="connsiteX2499" fmla="*/ 6619523 w 10728325"/>
              <a:gd name="connsiteY2499" fmla="*/ 36681 h 6034088"/>
              <a:gd name="connsiteX2500" fmla="*/ 6619523 w 10728325"/>
              <a:gd name="connsiteY2500" fmla="*/ 0 h 6034088"/>
              <a:gd name="connsiteX2501" fmla="*/ 6885650 w 10728325"/>
              <a:gd name="connsiteY2501" fmla="*/ 0 h 6034088"/>
              <a:gd name="connsiteX2502" fmla="*/ 6885650 w 10728325"/>
              <a:gd name="connsiteY2502" fmla="*/ 42206 h 6034088"/>
              <a:gd name="connsiteX2503" fmla="*/ 6970020 w 10728325"/>
              <a:gd name="connsiteY2503" fmla="*/ 42206 h 6034088"/>
              <a:gd name="connsiteX2504" fmla="*/ 6970020 w 10728325"/>
              <a:gd name="connsiteY2504" fmla="*/ 0 h 6034088"/>
              <a:gd name="connsiteX2505" fmla="*/ 7224861 w 10728325"/>
              <a:gd name="connsiteY2505" fmla="*/ 0 h 6034088"/>
              <a:gd name="connsiteX2506" fmla="*/ 7224861 w 10728325"/>
              <a:gd name="connsiteY2506" fmla="*/ 47736 h 6034088"/>
              <a:gd name="connsiteX2507" fmla="*/ 7320294 w 10728325"/>
              <a:gd name="connsiteY2507" fmla="*/ 47736 h 6034088"/>
              <a:gd name="connsiteX2508" fmla="*/ 7320294 w 10728325"/>
              <a:gd name="connsiteY2508" fmla="*/ 0 h 6034088"/>
              <a:gd name="connsiteX2509" fmla="*/ 7564295 w 10728325"/>
              <a:gd name="connsiteY2509" fmla="*/ 0 h 6034088"/>
              <a:gd name="connsiteX2510" fmla="*/ 7564295 w 10728325"/>
              <a:gd name="connsiteY2510" fmla="*/ 53245 h 6034088"/>
              <a:gd name="connsiteX2511" fmla="*/ 7670735 w 10728325"/>
              <a:gd name="connsiteY2511" fmla="*/ 53245 h 6034088"/>
              <a:gd name="connsiteX2512" fmla="*/ 7670735 w 10728325"/>
              <a:gd name="connsiteY2512" fmla="*/ 0 h 6034088"/>
              <a:gd name="connsiteX2513" fmla="*/ 7903338 w 10728325"/>
              <a:gd name="connsiteY2513" fmla="*/ 0 h 6034088"/>
              <a:gd name="connsiteX2514" fmla="*/ 7903338 w 10728325"/>
              <a:gd name="connsiteY2514" fmla="*/ 58769 h 6034088"/>
              <a:gd name="connsiteX2515" fmla="*/ 8021008 w 10728325"/>
              <a:gd name="connsiteY2515" fmla="*/ 58769 h 6034088"/>
              <a:gd name="connsiteX2516" fmla="*/ 8021008 w 10728325"/>
              <a:gd name="connsiteY2516" fmla="*/ 0 h 6034088"/>
              <a:gd name="connsiteX2517" fmla="*/ 8242772 w 10728325"/>
              <a:gd name="connsiteY2517" fmla="*/ 0 h 6034088"/>
              <a:gd name="connsiteX2518" fmla="*/ 8242772 w 10728325"/>
              <a:gd name="connsiteY2518" fmla="*/ 64300 h 6034088"/>
              <a:gd name="connsiteX2519" fmla="*/ 8371450 w 10728325"/>
              <a:gd name="connsiteY2519" fmla="*/ 64300 h 6034088"/>
              <a:gd name="connsiteX2520" fmla="*/ 8371450 w 10728325"/>
              <a:gd name="connsiteY2520" fmla="*/ 0 h 6034088"/>
              <a:gd name="connsiteX2521" fmla="*/ 8581983 w 10728325"/>
              <a:gd name="connsiteY2521" fmla="*/ 0 h 6034088"/>
              <a:gd name="connsiteX2522" fmla="*/ 8581983 w 10728325"/>
              <a:gd name="connsiteY2522" fmla="*/ 69825 h 6034088"/>
              <a:gd name="connsiteX2523" fmla="*/ 8721724 w 10728325"/>
              <a:gd name="connsiteY2523" fmla="*/ 69825 h 6034088"/>
              <a:gd name="connsiteX2524" fmla="*/ 8721724 w 10728325"/>
              <a:gd name="connsiteY2524" fmla="*/ 0 h 6034088"/>
              <a:gd name="connsiteX2525" fmla="*/ 8921417 w 10728325"/>
              <a:gd name="connsiteY2525" fmla="*/ 0 h 6034088"/>
              <a:gd name="connsiteX2526" fmla="*/ 8921417 w 10728325"/>
              <a:gd name="connsiteY2526" fmla="*/ 75529 h 6034088"/>
              <a:gd name="connsiteX2527" fmla="*/ 9072221 w 10728325"/>
              <a:gd name="connsiteY2527" fmla="*/ 75529 h 6034088"/>
              <a:gd name="connsiteX2528" fmla="*/ 9072221 w 10728325"/>
              <a:gd name="connsiteY2528" fmla="*/ 0 h 6034088"/>
              <a:gd name="connsiteX2529" fmla="*/ 9260460 w 10728325"/>
              <a:gd name="connsiteY2529" fmla="*/ 0 h 6034088"/>
              <a:gd name="connsiteX2530" fmla="*/ 9260460 w 10728325"/>
              <a:gd name="connsiteY2530" fmla="*/ 81055 h 6034088"/>
              <a:gd name="connsiteX2531" fmla="*/ 9422494 w 10728325"/>
              <a:gd name="connsiteY2531" fmla="*/ 81055 h 6034088"/>
              <a:gd name="connsiteX2532" fmla="*/ 9422494 w 10728325"/>
              <a:gd name="connsiteY2532" fmla="*/ 0 h 6034088"/>
              <a:gd name="connsiteX2533" fmla="*/ 9599895 w 10728325"/>
              <a:gd name="connsiteY2533" fmla="*/ 0 h 6034088"/>
              <a:gd name="connsiteX2534" fmla="*/ 9599895 w 10728325"/>
              <a:gd name="connsiteY2534" fmla="*/ 86579 h 6034088"/>
              <a:gd name="connsiteX2535" fmla="*/ 9769584 w 10728325"/>
              <a:gd name="connsiteY2535" fmla="*/ 86579 h 6034088"/>
              <a:gd name="connsiteX2536" fmla="*/ 9769584 w 10728325"/>
              <a:gd name="connsiteY2536" fmla="*/ 258258 h 6034088"/>
              <a:gd name="connsiteX2537" fmla="*/ 9599895 w 10728325"/>
              <a:gd name="connsiteY2537" fmla="*/ 258258 h 6034088"/>
              <a:gd name="connsiteX2538" fmla="*/ 9599895 w 10728325"/>
              <a:gd name="connsiteY2538" fmla="*/ 431313 h 6034088"/>
              <a:gd name="connsiteX2539" fmla="*/ 9769584 w 10728325"/>
              <a:gd name="connsiteY2539" fmla="*/ 431313 h 6034088"/>
              <a:gd name="connsiteX2540" fmla="*/ 9769584 w 10728325"/>
              <a:gd name="connsiteY2540" fmla="*/ 602979 h 6034088"/>
              <a:gd name="connsiteX2541" fmla="*/ 9599895 w 10728325"/>
              <a:gd name="connsiteY2541" fmla="*/ 602979 h 6034088"/>
              <a:gd name="connsiteX2542" fmla="*/ 9599895 w 10728325"/>
              <a:gd name="connsiteY2542" fmla="*/ 776032 h 6034088"/>
              <a:gd name="connsiteX2543" fmla="*/ 9769584 w 10728325"/>
              <a:gd name="connsiteY2543" fmla="*/ 776032 h 6034088"/>
              <a:gd name="connsiteX2544" fmla="*/ 9769584 w 10728325"/>
              <a:gd name="connsiteY2544" fmla="*/ 947903 h 6034088"/>
              <a:gd name="connsiteX2545" fmla="*/ 9599895 w 10728325"/>
              <a:gd name="connsiteY2545" fmla="*/ 947903 h 6034088"/>
              <a:gd name="connsiteX2546" fmla="*/ 9599895 w 10728325"/>
              <a:gd name="connsiteY2546" fmla="*/ 1120978 h 6034088"/>
              <a:gd name="connsiteX2547" fmla="*/ 9769584 w 10728325"/>
              <a:gd name="connsiteY2547" fmla="*/ 1120978 h 6034088"/>
              <a:gd name="connsiteX2548" fmla="*/ 9769584 w 10728325"/>
              <a:gd name="connsiteY2548" fmla="*/ 1292649 h 6034088"/>
              <a:gd name="connsiteX2549" fmla="*/ 9599895 w 10728325"/>
              <a:gd name="connsiteY2549" fmla="*/ 1292649 h 6034088"/>
              <a:gd name="connsiteX2550" fmla="*/ 9599895 w 10728325"/>
              <a:gd name="connsiteY2550" fmla="*/ 1465699 h 6034088"/>
              <a:gd name="connsiteX2551" fmla="*/ 9769584 w 10728325"/>
              <a:gd name="connsiteY2551" fmla="*/ 1465699 h 6034088"/>
              <a:gd name="connsiteX2552" fmla="*/ 9769584 w 10728325"/>
              <a:gd name="connsiteY2552" fmla="*/ 1637568 h 6034088"/>
              <a:gd name="connsiteX2553" fmla="*/ 9599895 w 10728325"/>
              <a:gd name="connsiteY2553" fmla="*/ 1637568 h 6034088"/>
              <a:gd name="connsiteX2554" fmla="*/ 9599895 w 10728325"/>
              <a:gd name="connsiteY2554" fmla="*/ 1810624 h 6034088"/>
              <a:gd name="connsiteX2555" fmla="*/ 9769584 w 10728325"/>
              <a:gd name="connsiteY2555" fmla="*/ 1810624 h 6034088"/>
              <a:gd name="connsiteX2556" fmla="*/ 9769584 w 10728325"/>
              <a:gd name="connsiteY2556" fmla="*/ 1982320 h 6034088"/>
              <a:gd name="connsiteX2557" fmla="*/ 9599895 w 10728325"/>
              <a:gd name="connsiteY2557" fmla="*/ 1982320 h 6034088"/>
              <a:gd name="connsiteX2558" fmla="*/ 9599895 w 10728325"/>
              <a:gd name="connsiteY2558" fmla="*/ 2155349 h 6034088"/>
              <a:gd name="connsiteX2559" fmla="*/ 9769584 w 10728325"/>
              <a:gd name="connsiteY2559" fmla="*/ 2155349 h 6034088"/>
              <a:gd name="connsiteX2560" fmla="*/ 9769584 w 10728325"/>
              <a:gd name="connsiteY2560" fmla="*/ 2327028 h 6034088"/>
              <a:gd name="connsiteX2561" fmla="*/ 9599895 w 10728325"/>
              <a:gd name="connsiteY2561" fmla="*/ 2327028 h 6034088"/>
              <a:gd name="connsiteX2562" fmla="*/ 9599895 w 10728325"/>
              <a:gd name="connsiteY2562" fmla="*/ 2500094 h 6034088"/>
              <a:gd name="connsiteX2563" fmla="*/ 9769584 w 10728325"/>
              <a:gd name="connsiteY2563" fmla="*/ 2500094 h 6034088"/>
              <a:gd name="connsiteX2564" fmla="*/ 9769584 w 10728325"/>
              <a:gd name="connsiteY2564" fmla="*/ 2671969 h 6034088"/>
              <a:gd name="connsiteX2565" fmla="*/ 9599895 w 10728325"/>
              <a:gd name="connsiteY2565" fmla="*/ 2671969 h 6034088"/>
              <a:gd name="connsiteX2566" fmla="*/ 9599895 w 10728325"/>
              <a:gd name="connsiteY2566" fmla="*/ 2845003 h 6034088"/>
              <a:gd name="connsiteX2567" fmla="*/ 9769584 w 10728325"/>
              <a:gd name="connsiteY2567" fmla="*/ 2845003 h 6034088"/>
              <a:gd name="connsiteX2568" fmla="*/ 9769584 w 10728325"/>
              <a:gd name="connsiteY2568" fmla="*/ 3016636 h 6034088"/>
              <a:gd name="connsiteX2569" fmla="*/ 9599895 w 10728325"/>
              <a:gd name="connsiteY2569" fmla="*/ 3016636 h 6034088"/>
              <a:gd name="connsiteX2570" fmla="*/ 9599895 w 10728325"/>
              <a:gd name="connsiteY2570" fmla="*/ 3189691 h 6034088"/>
              <a:gd name="connsiteX2571" fmla="*/ 9769584 w 10728325"/>
              <a:gd name="connsiteY2571" fmla="*/ 3189691 h 6034088"/>
              <a:gd name="connsiteX2572" fmla="*/ 9769584 w 10728325"/>
              <a:gd name="connsiteY2572" fmla="*/ 3361568 h 6034088"/>
              <a:gd name="connsiteX2573" fmla="*/ 9599895 w 10728325"/>
              <a:gd name="connsiteY2573" fmla="*/ 3361568 h 6034088"/>
              <a:gd name="connsiteX2574" fmla="*/ 9599895 w 10728325"/>
              <a:gd name="connsiteY2574" fmla="*/ 3534623 h 6034088"/>
              <a:gd name="connsiteX2575" fmla="*/ 9769584 w 10728325"/>
              <a:gd name="connsiteY2575" fmla="*/ 3534623 h 6034088"/>
              <a:gd name="connsiteX2576" fmla="*/ 9769584 w 10728325"/>
              <a:gd name="connsiteY2576" fmla="*/ 3706304 h 6034088"/>
              <a:gd name="connsiteX2577" fmla="*/ 9599895 w 10728325"/>
              <a:gd name="connsiteY2577" fmla="*/ 3706304 h 6034088"/>
              <a:gd name="connsiteX2578" fmla="*/ 9599895 w 10728325"/>
              <a:gd name="connsiteY2578" fmla="*/ 3879359 h 6034088"/>
              <a:gd name="connsiteX2579" fmla="*/ 9769584 w 10728325"/>
              <a:gd name="connsiteY2579" fmla="*/ 3879359 h 6034088"/>
              <a:gd name="connsiteX2580" fmla="*/ 9769584 w 10728325"/>
              <a:gd name="connsiteY2580" fmla="*/ 4051040 h 6034088"/>
              <a:gd name="connsiteX2581" fmla="*/ 9599895 w 10728325"/>
              <a:gd name="connsiteY2581" fmla="*/ 4051040 h 6034088"/>
              <a:gd name="connsiteX2582" fmla="*/ 9599895 w 10728325"/>
              <a:gd name="connsiteY2582" fmla="*/ 4224095 h 6034088"/>
              <a:gd name="connsiteX2583" fmla="*/ 9769584 w 10728325"/>
              <a:gd name="connsiteY2583" fmla="*/ 4224095 h 6034088"/>
              <a:gd name="connsiteX2584" fmla="*/ 9769584 w 10728325"/>
              <a:gd name="connsiteY2584" fmla="*/ 4395967 h 6034088"/>
              <a:gd name="connsiteX2585" fmla="*/ 9599895 w 10728325"/>
              <a:gd name="connsiteY2585" fmla="*/ 4395967 h 6034088"/>
              <a:gd name="connsiteX2586" fmla="*/ 9599895 w 10728325"/>
              <a:gd name="connsiteY2586" fmla="*/ 4569022 h 6034088"/>
              <a:gd name="connsiteX2587" fmla="*/ 9769584 w 10728325"/>
              <a:gd name="connsiteY2587" fmla="*/ 4569022 h 6034088"/>
              <a:gd name="connsiteX2588" fmla="*/ 9769584 w 10728325"/>
              <a:gd name="connsiteY2588" fmla="*/ 4740703 h 6034088"/>
              <a:gd name="connsiteX2589" fmla="*/ 9599895 w 10728325"/>
              <a:gd name="connsiteY2589" fmla="*/ 4740703 h 6034088"/>
              <a:gd name="connsiteX2590" fmla="*/ 9599895 w 10728325"/>
              <a:gd name="connsiteY2590" fmla="*/ 4913758 h 6034088"/>
              <a:gd name="connsiteX2591" fmla="*/ 9769584 w 10728325"/>
              <a:gd name="connsiteY2591" fmla="*/ 4913758 h 6034088"/>
              <a:gd name="connsiteX2592" fmla="*/ 9769584 w 10728325"/>
              <a:gd name="connsiteY2592" fmla="*/ 5085440 h 6034088"/>
              <a:gd name="connsiteX2593" fmla="*/ 9599895 w 10728325"/>
              <a:gd name="connsiteY2593" fmla="*/ 5085440 h 6034088"/>
              <a:gd name="connsiteX2594" fmla="*/ 9599895 w 10728325"/>
              <a:gd name="connsiteY2594" fmla="*/ 5258495 h 6034088"/>
              <a:gd name="connsiteX2595" fmla="*/ 9769584 w 10728325"/>
              <a:gd name="connsiteY2595" fmla="*/ 5258495 h 6034088"/>
              <a:gd name="connsiteX2596" fmla="*/ 9769584 w 10728325"/>
              <a:gd name="connsiteY2596" fmla="*/ 5430366 h 6034088"/>
              <a:gd name="connsiteX2597" fmla="*/ 9599895 w 10728325"/>
              <a:gd name="connsiteY2597" fmla="*/ 5430366 h 6034088"/>
              <a:gd name="connsiteX2598" fmla="*/ 9599895 w 10728325"/>
              <a:gd name="connsiteY2598" fmla="*/ 5603433 h 6034088"/>
              <a:gd name="connsiteX2599" fmla="*/ 9769584 w 10728325"/>
              <a:gd name="connsiteY2599" fmla="*/ 5603433 h 6034088"/>
              <a:gd name="connsiteX2600" fmla="*/ 9769584 w 10728325"/>
              <a:gd name="connsiteY2600" fmla="*/ 5775069 h 6034088"/>
              <a:gd name="connsiteX2601" fmla="*/ 9599895 w 10728325"/>
              <a:gd name="connsiteY2601" fmla="*/ 5775069 h 6034088"/>
              <a:gd name="connsiteX2602" fmla="*/ 9599895 w 10728325"/>
              <a:gd name="connsiteY2602" fmla="*/ 5948158 h 6034088"/>
              <a:gd name="connsiteX2603" fmla="*/ 9769584 w 10728325"/>
              <a:gd name="connsiteY2603" fmla="*/ 5948158 h 6034088"/>
              <a:gd name="connsiteX2604" fmla="*/ 9769584 w 10728325"/>
              <a:gd name="connsiteY2604" fmla="*/ 6034088 h 6034088"/>
              <a:gd name="connsiteX2605" fmla="*/ 9597716 w 10728325"/>
              <a:gd name="connsiteY2605" fmla="*/ 6034088 h 6034088"/>
              <a:gd name="connsiteX2606" fmla="*/ 9597716 w 10728325"/>
              <a:gd name="connsiteY2606" fmla="*/ 5950337 h 6034088"/>
              <a:gd name="connsiteX2607" fmla="*/ 9430150 w 10728325"/>
              <a:gd name="connsiteY2607" fmla="*/ 5950337 h 6034088"/>
              <a:gd name="connsiteX2608" fmla="*/ 9430150 w 10728325"/>
              <a:gd name="connsiteY2608" fmla="*/ 6034088 h 6034088"/>
              <a:gd name="connsiteX2609" fmla="*/ 9247441 w 10728325"/>
              <a:gd name="connsiteY2609" fmla="*/ 6034088 h 6034088"/>
              <a:gd name="connsiteX2610" fmla="*/ 9247441 w 10728325"/>
              <a:gd name="connsiteY2610" fmla="*/ 5956036 h 6034088"/>
              <a:gd name="connsiteX2611" fmla="*/ 9091106 w 10728325"/>
              <a:gd name="connsiteY2611" fmla="*/ 5956036 h 6034088"/>
              <a:gd name="connsiteX2612" fmla="*/ 9091106 w 10728325"/>
              <a:gd name="connsiteY2612" fmla="*/ 6034088 h 6034088"/>
              <a:gd name="connsiteX2613" fmla="*/ 8897000 w 10728325"/>
              <a:gd name="connsiteY2613" fmla="*/ 6034088 h 6034088"/>
              <a:gd name="connsiteX2614" fmla="*/ 8897000 w 10728325"/>
              <a:gd name="connsiteY2614" fmla="*/ 5961511 h 6034088"/>
              <a:gd name="connsiteX2615" fmla="*/ 8751728 w 10728325"/>
              <a:gd name="connsiteY2615" fmla="*/ 5961511 h 6034088"/>
              <a:gd name="connsiteX2616" fmla="*/ 8751728 w 10728325"/>
              <a:gd name="connsiteY2616" fmla="*/ 6034088 h 6034088"/>
              <a:gd name="connsiteX2617" fmla="*/ 8546726 w 10728325"/>
              <a:gd name="connsiteY2617" fmla="*/ 6034088 h 6034088"/>
              <a:gd name="connsiteX2618" fmla="*/ 8546726 w 10728325"/>
              <a:gd name="connsiteY2618" fmla="*/ 5967098 h 6034088"/>
              <a:gd name="connsiteX2619" fmla="*/ 8412461 w 10728325"/>
              <a:gd name="connsiteY2619" fmla="*/ 5967098 h 6034088"/>
              <a:gd name="connsiteX2620" fmla="*/ 8412461 w 10728325"/>
              <a:gd name="connsiteY2620" fmla="*/ 6034088 h 6034088"/>
              <a:gd name="connsiteX2621" fmla="*/ 8196229 w 10728325"/>
              <a:gd name="connsiteY2621" fmla="*/ 6034088 h 6034088"/>
              <a:gd name="connsiteX2622" fmla="*/ 8196229 w 10728325"/>
              <a:gd name="connsiteY2622" fmla="*/ 5972405 h 6034088"/>
              <a:gd name="connsiteX2623" fmla="*/ 8073027 w 10728325"/>
              <a:gd name="connsiteY2623" fmla="*/ 5972405 h 6034088"/>
              <a:gd name="connsiteX2624" fmla="*/ 8073027 w 10728325"/>
              <a:gd name="connsiteY2624" fmla="*/ 6034088 h 6034088"/>
              <a:gd name="connsiteX2625" fmla="*/ 7845956 w 10728325"/>
              <a:gd name="connsiteY2625" fmla="*/ 6034088 h 6034088"/>
              <a:gd name="connsiteX2626" fmla="*/ 7845956 w 10728325"/>
              <a:gd name="connsiteY2626" fmla="*/ 5977881 h 6034088"/>
              <a:gd name="connsiteX2627" fmla="*/ 7733817 w 10728325"/>
              <a:gd name="connsiteY2627" fmla="*/ 5977881 h 6034088"/>
              <a:gd name="connsiteX2628" fmla="*/ 7733817 w 10728325"/>
              <a:gd name="connsiteY2628" fmla="*/ 6034088 h 6034088"/>
              <a:gd name="connsiteX2629" fmla="*/ 7495515 w 10728325"/>
              <a:gd name="connsiteY2629" fmla="*/ 6034088 h 6034088"/>
              <a:gd name="connsiteX2630" fmla="*/ 7495515 w 10728325"/>
              <a:gd name="connsiteY2630" fmla="*/ 5983636 h 6034088"/>
              <a:gd name="connsiteX2631" fmla="*/ 7394606 w 10728325"/>
              <a:gd name="connsiteY2631" fmla="*/ 5983636 h 6034088"/>
              <a:gd name="connsiteX2632" fmla="*/ 7394606 w 10728325"/>
              <a:gd name="connsiteY2632" fmla="*/ 6034088 h 6034088"/>
              <a:gd name="connsiteX2633" fmla="*/ 7145240 w 10728325"/>
              <a:gd name="connsiteY2633" fmla="*/ 6034088 h 6034088"/>
              <a:gd name="connsiteX2634" fmla="*/ 7145240 w 10728325"/>
              <a:gd name="connsiteY2634" fmla="*/ 5989167 h 6034088"/>
              <a:gd name="connsiteX2635" fmla="*/ 7055339 w 10728325"/>
              <a:gd name="connsiteY2635" fmla="*/ 5989167 h 6034088"/>
              <a:gd name="connsiteX2636" fmla="*/ 7055339 w 10728325"/>
              <a:gd name="connsiteY2636" fmla="*/ 6034088 h 6034088"/>
              <a:gd name="connsiteX2637" fmla="*/ 6794743 w 10728325"/>
              <a:gd name="connsiteY2637" fmla="*/ 6034088 h 6034088"/>
              <a:gd name="connsiteX2638" fmla="*/ 6794743 w 10728325"/>
              <a:gd name="connsiteY2638" fmla="*/ 5994642 h 6034088"/>
              <a:gd name="connsiteX2639" fmla="*/ 6715905 w 10728325"/>
              <a:gd name="connsiteY2639" fmla="*/ 5994642 h 6034088"/>
              <a:gd name="connsiteX2640" fmla="*/ 6715905 w 10728325"/>
              <a:gd name="connsiteY2640" fmla="*/ 6034088 h 6034088"/>
              <a:gd name="connsiteX2641" fmla="*/ 6444525 w 10728325"/>
              <a:gd name="connsiteY2641" fmla="*/ 6034088 h 6034088"/>
              <a:gd name="connsiteX2642" fmla="*/ 6444525 w 10728325"/>
              <a:gd name="connsiteY2642" fmla="*/ 6000174 h 6034088"/>
              <a:gd name="connsiteX2643" fmla="*/ 6376694 w 10728325"/>
              <a:gd name="connsiteY2643" fmla="*/ 6000174 h 6034088"/>
              <a:gd name="connsiteX2644" fmla="*/ 6376694 w 10728325"/>
              <a:gd name="connsiteY2644" fmla="*/ 6034088 h 6034088"/>
              <a:gd name="connsiteX2645" fmla="*/ 6094027 w 10728325"/>
              <a:gd name="connsiteY2645" fmla="*/ 6034088 h 6034088"/>
              <a:gd name="connsiteX2646" fmla="*/ 6094027 w 10728325"/>
              <a:gd name="connsiteY2646" fmla="*/ 6005872 h 6034088"/>
              <a:gd name="connsiteX2647" fmla="*/ 6037483 w 10728325"/>
              <a:gd name="connsiteY2647" fmla="*/ 6005872 h 6034088"/>
              <a:gd name="connsiteX2648" fmla="*/ 6037483 w 10728325"/>
              <a:gd name="connsiteY2648" fmla="*/ 6034088 h 6034088"/>
              <a:gd name="connsiteX2649" fmla="*/ 5743754 w 10728325"/>
              <a:gd name="connsiteY2649" fmla="*/ 6034088 h 6034088"/>
              <a:gd name="connsiteX2650" fmla="*/ 5743754 w 10728325"/>
              <a:gd name="connsiteY2650" fmla="*/ 6011403 h 6034088"/>
              <a:gd name="connsiteX2651" fmla="*/ 5698217 w 10728325"/>
              <a:gd name="connsiteY2651" fmla="*/ 6011403 h 6034088"/>
              <a:gd name="connsiteX2652" fmla="*/ 5698217 w 10728325"/>
              <a:gd name="connsiteY2652" fmla="*/ 6034088 h 6034088"/>
              <a:gd name="connsiteX2653" fmla="*/ 5393313 w 10728325"/>
              <a:gd name="connsiteY2653" fmla="*/ 6034088 h 6034088"/>
              <a:gd name="connsiteX2654" fmla="*/ 5393313 w 10728325"/>
              <a:gd name="connsiteY2654" fmla="*/ 6016712 h 6034088"/>
              <a:gd name="connsiteX2655" fmla="*/ 5358822 w 10728325"/>
              <a:gd name="connsiteY2655" fmla="*/ 6016712 h 6034088"/>
              <a:gd name="connsiteX2656" fmla="*/ 5358822 w 10728325"/>
              <a:gd name="connsiteY2656" fmla="*/ 6034088 h 6034088"/>
              <a:gd name="connsiteX2657" fmla="*/ 5043045 w 10728325"/>
              <a:gd name="connsiteY2657" fmla="*/ 6034088 h 6034088"/>
              <a:gd name="connsiteX2658" fmla="*/ 5043045 w 10728325"/>
              <a:gd name="connsiteY2658" fmla="*/ 6022243 h 6034088"/>
              <a:gd name="connsiteX2659" fmla="*/ 5019589 w 10728325"/>
              <a:gd name="connsiteY2659" fmla="*/ 6022243 h 6034088"/>
              <a:gd name="connsiteX2660" fmla="*/ 5019589 w 10728325"/>
              <a:gd name="connsiteY2660" fmla="*/ 6034088 h 6034088"/>
              <a:gd name="connsiteX2661" fmla="*/ 4692576 w 10728325"/>
              <a:gd name="connsiteY2661" fmla="*/ 6034088 h 6034088"/>
              <a:gd name="connsiteX2662" fmla="*/ 4692576 w 10728325"/>
              <a:gd name="connsiteY2662" fmla="*/ 6027942 h 6034088"/>
              <a:gd name="connsiteX2663" fmla="*/ 4680356 w 10728325"/>
              <a:gd name="connsiteY2663" fmla="*/ 6027942 h 6034088"/>
              <a:gd name="connsiteX2664" fmla="*/ 4680356 w 10728325"/>
              <a:gd name="connsiteY2664" fmla="*/ 6034088 h 6034088"/>
              <a:gd name="connsiteX2665" fmla="*/ 0 w 10728325"/>
              <a:gd name="connsiteY2665" fmla="*/ 6034088 h 603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Lst>
            <a:rect l="l" t="t" r="r" b="b"/>
            <a:pathLst>
              <a:path w="10728325" h="6034088">
                <a:moveTo>
                  <a:pt x="10648927" y="5964919"/>
                </a:moveTo>
                <a:lnTo>
                  <a:pt x="10728325" y="5964919"/>
                </a:lnTo>
                <a:lnTo>
                  <a:pt x="10728325" y="6034088"/>
                </a:lnTo>
                <a:lnTo>
                  <a:pt x="10648927" y="6034088"/>
                </a:lnTo>
                <a:close/>
                <a:moveTo>
                  <a:pt x="10298431" y="5959164"/>
                </a:moveTo>
                <a:lnTo>
                  <a:pt x="10448228" y="5959164"/>
                </a:lnTo>
                <a:lnTo>
                  <a:pt x="10448228" y="6034088"/>
                </a:lnTo>
                <a:lnTo>
                  <a:pt x="10298431" y="6034088"/>
                </a:lnTo>
                <a:close/>
                <a:moveTo>
                  <a:pt x="9948157" y="5953689"/>
                </a:moveTo>
                <a:lnTo>
                  <a:pt x="10108794" y="5953689"/>
                </a:lnTo>
                <a:lnTo>
                  <a:pt x="10108794" y="6034088"/>
                </a:lnTo>
                <a:lnTo>
                  <a:pt x="9948157" y="6034088"/>
                </a:lnTo>
                <a:close/>
                <a:moveTo>
                  <a:pt x="4510650" y="5858261"/>
                </a:moveTo>
                <a:lnTo>
                  <a:pt x="4510650" y="5864965"/>
                </a:lnTo>
                <a:lnTo>
                  <a:pt x="4517355" y="5864965"/>
                </a:lnTo>
                <a:lnTo>
                  <a:pt x="4517355" y="5858261"/>
                </a:lnTo>
                <a:close/>
                <a:moveTo>
                  <a:pt x="4849872" y="5852730"/>
                </a:moveTo>
                <a:lnTo>
                  <a:pt x="4849872" y="5870664"/>
                </a:lnTo>
                <a:lnTo>
                  <a:pt x="4867813" y="5870664"/>
                </a:lnTo>
                <a:lnTo>
                  <a:pt x="4867813" y="5852730"/>
                </a:lnTo>
                <a:close/>
                <a:moveTo>
                  <a:pt x="5189105" y="5847255"/>
                </a:moveTo>
                <a:lnTo>
                  <a:pt x="5189105" y="5876196"/>
                </a:lnTo>
                <a:lnTo>
                  <a:pt x="5218081" y="5876196"/>
                </a:lnTo>
                <a:lnTo>
                  <a:pt x="5218081" y="5847255"/>
                </a:lnTo>
                <a:close/>
                <a:moveTo>
                  <a:pt x="5528528" y="5841723"/>
                </a:moveTo>
                <a:lnTo>
                  <a:pt x="5528528" y="5881727"/>
                </a:lnTo>
                <a:lnTo>
                  <a:pt x="5568539" y="5881727"/>
                </a:lnTo>
                <a:lnTo>
                  <a:pt x="5568539" y="5841723"/>
                </a:lnTo>
                <a:close/>
                <a:moveTo>
                  <a:pt x="5867738" y="5836192"/>
                </a:moveTo>
                <a:lnTo>
                  <a:pt x="5867738" y="5887258"/>
                </a:lnTo>
                <a:lnTo>
                  <a:pt x="5918807" y="5887258"/>
                </a:lnTo>
                <a:lnTo>
                  <a:pt x="5918807" y="5836192"/>
                </a:lnTo>
                <a:close/>
                <a:moveTo>
                  <a:pt x="6207005" y="5830493"/>
                </a:moveTo>
                <a:lnTo>
                  <a:pt x="6207005" y="5892789"/>
                </a:lnTo>
                <a:lnTo>
                  <a:pt x="6269304" y="5892789"/>
                </a:lnTo>
                <a:lnTo>
                  <a:pt x="6269304" y="5830493"/>
                </a:lnTo>
                <a:close/>
                <a:moveTo>
                  <a:pt x="6546216" y="5824961"/>
                </a:moveTo>
                <a:lnTo>
                  <a:pt x="6546216" y="5898264"/>
                </a:lnTo>
                <a:lnTo>
                  <a:pt x="6619523" y="5898264"/>
                </a:lnTo>
                <a:lnTo>
                  <a:pt x="6619523" y="5824961"/>
                </a:lnTo>
                <a:close/>
                <a:moveTo>
                  <a:pt x="6885650" y="5819430"/>
                </a:moveTo>
                <a:lnTo>
                  <a:pt x="6885650" y="5903796"/>
                </a:lnTo>
                <a:lnTo>
                  <a:pt x="6970020" y="5903796"/>
                </a:lnTo>
                <a:lnTo>
                  <a:pt x="6970020" y="5819430"/>
                </a:lnTo>
                <a:close/>
                <a:moveTo>
                  <a:pt x="7224861" y="5813899"/>
                </a:moveTo>
                <a:lnTo>
                  <a:pt x="7224861" y="5909327"/>
                </a:lnTo>
                <a:lnTo>
                  <a:pt x="7320294" y="5909327"/>
                </a:lnTo>
                <a:lnTo>
                  <a:pt x="7320294" y="5813899"/>
                </a:lnTo>
                <a:close/>
                <a:moveTo>
                  <a:pt x="7564295" y="5808591"/>
                </a:moveTo>
                <a:lnTo>
                  <a:pt x="7564295" y="5915025"/>
                </a:lnTo>
                <a:lnTo>
                  <a:pt x="7670735" y="5915025"/>
                </a:lnTo>
                <a:lnTo>
                  <a:pt x="7670735" y="5808591"/>
                </a:lnTo>
                <a:close/>
                <a:moveTo>
                  <a:pt x="7903338" y="5802893"/>
                </a:moveTo>
                <a:lnTo>
                  <a:pt x="7903338" y="5920558"/>
                </a:lnTo>
                <a:lnTo>
                  <a:pt x="8021008" y="5920558"/>
                </a:lnTo>
                <a:lnTo>
                  <a:pt x="8021008" y="5802893"/>
                </a:lnTo>
                <a:close/>
                <a:moveTo>
                  <a:pt x="8242772" y="5797361"/>
                </a:moveTo>
                <a:lnTo>
                  <a:pt x="8242772" y="5926088"/>
                </a:lnTo>
                <a:lnTo>
                  <a:pt x="8371450" y="5926088"/>
                </a:lnTo>
                <a:lnTo>
                  <a:pt x="8371450" y="5797361"/>
                </a:lnTo>
                <a:close/>
                <a:moveTo>
                  <a:pt x="8581983" y="5791830"/>
                </a:moveTo>
                <a:lnTo>
                  <a:pt x="8581983" y="5931564"/>
                </a:lnTo>
                <a:lnTo>
                  <a:pt x="8721724" y="5931564"/>
                </a:lnTo>
                <a:lnTo>
                  <a:pt x="8721724" y="5791830"/>
                </a:lnTo>
                <a:close/>
                <a:moveTo>
                  <a:pt x="10473651" y="5789651"/>
                </a:moveTo>
                <a:lnTo>
                  <a:pt x="10617583" y="5789651"/>
                </a:lnTo>
                <a:lnTo>
                  <a:pt x="10617583" y="5933743"/>
                </a:lnTo>
                <a:lnTo>
                  <a:pt x="10473651" y="5933743"/>
                </a:lnTo>
                <a:close/>
                <a:moveTo>
                  <a:pt x="8921417" y="5786299"/>
                </a:moveTo>
                <a:lnTo>
                  <a:pt x="8921417" y="5937095"/>
                </a:lnTo>
                <a:lnTo>
                  <a:pt x="9072221" y="5937095"/>
                </a:lnTo>
                <a:lnTo>
                  <a:pt x="9072221" y="5786299"/>
                </a:lnTo>
                <a:close/>
                <a:moveTo>
                  <a:pt x="10123209" y="5784176"/>
                </a:moveTo>
                <a:lnTo>
                  <a:pt x="10278539" y="5784176"/>
                </a:lnTo>
                <a:lnTo>
                  <a:pt x="10278539" y="5939274"/>
                </a:lnTo>
                <a:lnTo>
                  <a:pt x="10123209" y="5939274"/>
                </a:lnTo>
                <a:close/>
                <a:moveTo>
                  <a:pt x="9260460" y="5780600"/>
                </a:moveTo>
                <a:lnTo>
                  <a:pt x="9260460" y="5942626"/>
                </a:lnTo>
                <a:lnTo>
                  <a:pt x="9422494" y="5942626"/>
                </a:lnTo>
                <a:lnTo>
                  <a:pt x="9422494" y="5780600"/>
                </a:lnTo>
                <a:close/>
                <a:moveTo>
                  <a:pt x="9772936" y="5778644"/>
                </a:moveTo>
                <a:lnTo>
                  <a:pt x="9939105" y="5778644"/>
                </a:lnTo>
                <a:lnTo>
                  <a:pt x="9939105" y="5944805"/>
                </a:lnTo>
                <a:lnTo>
                  <a:pt x="9772936" y="5944805"/>
                </a:lnTo>
                <a:close/>
                <a:moveTo>
                  <a:pt x="4680356" y="5683272"/>
                </a:moveTo>
                <a:lnTo>
                  <a:pt x="4680356" y="5695452"/>
                </a:lnTo>
                <a:lnTo>
                  <a:pt x="4692576" y="5695452"/>
                </a:lnTo>
                <a:lnTo>
                  <a:pt x="4692576" y="5683272"/>
                </a:lnTo>
                <a:close/>
                <a:moveTo>
                  <a:pt x="5019589" y="5677518"/>
                </a:moveTo>
                <a:lnTo>
                  <a:pt x="5019589" y="5700984"/>
                </a:lnTo>
                <a:lnTo>
                  <a:pt x="5043045" y="5700984"/>
                </a:lnTo>
                <a:lnTo>
                  <a:pt x="5043045" y="5677518"/>
                </a:lnTo>
                <a:close/>
                <a:moveTo>
                  <a:pt x="5358822" y="5671986"/>
                </a:moveTo>
                <a:lnTo>
                  <a:pt x="5358822" y="5706514"/>
                </a:lnTo>
                <a:lnTo>
                  <a:pt x="5393313" y="5706514"/>
                </a:lnTo>
                <a:lnTo>
                  <a:pt x="5393313" y="5671986"/>
                </a:lnTo>
                <a:close/>
                <a:moveTo>
                  <a:pt x="5698217" y="5666511"/>
                </a:moveTo>
                <a:lnTo>
                  <a:pt x="5698217" y="5712046"/>
                </a:lnTo>
                <a:lnTo>
                  <a:pt x="5743754" y="5712046"/>
                </a:lnTo>
                <a:lnTo>
                  <a:pt x="5743754" y="5666511"/>
                </a:lnTo>
                <a:close/>
                <a:moveTo>
                  <a:pt x="6037483" y="5660980"/>
                </a:moveTo>
                <a:lnTo>
                  <a:pt x="6037483" y="5717522"/>
                </a:lnTo>
                <a:lnTo>
                  <a:pt x="6094027" y="5717522"/>
                </a:lnTo>
                <a:lnTo>
                  <a:pt x="6094027" y="5660980"/>
                </a:lnTo>
                <a:close/>
                <a:moveTo>
                  <a:pt x="6376694" y="5655225"/>
                </a:moveTo>
                <a:lnTo>
                  <a:pt x="6376694" y="5723052"/>
                </a:lnTo>
                <a:lnTo>
                  <a:pt x="6444525" y="5723052"/>
                </a:lnTo>
                <a:lnTo>
                  <a:pt x="6444525" y="5655225"/>
                </a:lnTo>
                <a:close/>
                <a:moveTo>
                  <a:pt x="6715905" y="5649917"/>
                </a:moveTo>
                <a:lnTo>
                  <a:pt x="6715905" y="5728751"/>
                </a:lnTo>
                <a:lnTo>
                  <a:pt x="6794743" y="5728751"/>
                </a:lnTo>
                <a:lnTo>
                  <a:pt x="6794743" y="5649917"/>
                </a:lnTo>
                <a:close/>
                <a:moveTo>
                  <a:pt x="7055339" y="5644442"/>
                </a:moveTo>
                <a:lnTo>
                  <a:pt x="7055339" y="5734283"/>
                </a:lnTo>
                <a:lnTo>
                  <a:pt x="7145240" y="5734283"/>
                </a:lnTo>
                <a:lnTo>
                  <a:pt x="7145240" y="5644442"/>
                </a:lnTo>
                <a:close/>
                <a:moveTo>
                  <a:pt x="7394606" y="5638911"/>
                </a:moveTo>
                <a:lnTo>
                  <a:pt x="7394606" y="5739814"/>
                </a:lnTo>
                <a:lnTo>
                  <a:pt x="7495515" y="5739814"/>
                </a:lnTo>
                <a:lnTo>
                  <a:pt x="7495515" y="5638911"/>
                </a:lnTo>
                <a:close/>
                <a:moveTo>
                  <a:pt x="7733817" y="5633156"/>
                </a:moveTo>
                <a:lnTo>
                  <a:pt x="7733817" y="5745345"/>
                </a:lnTo>
                <a:lnTo>
                  <a:pt x="7845956" y="5745345"/>
                </a:lnTo>
                <a:lnTo>
                  <a:pt x="7845956" y="5633156"/>
                </a:lnTo>
                <a:close/>
                <a:moveTo>
                  <a:pt x="8073027" y="5627681"/>
                </a:moveTo>
                <a:lnTo>
                  <a:pt x="8073027" y="5750821"/>
                </a:lnTo>
                <a:lnTo>
                  <a:pt x="8196229" y="5750821"/>
                </a:lnTo>
                <a:lnTo>
                  <a:pt x="8196229" y="5627681"/>
                </a:lnTo>
                <a:close/>
                <a:moveTo>
                  <a:pt x="8412461" y="5622149"/>
                </a:moveTo>
                <a:lnTo>
                  <a:pt x="8412461" y="5756352"/>
                </a:lnTo>
                <a:lnTo>
                  <a:pt x="8546726" y="5756352"/>
                </a:lnTo>
                <a:lnTo>
                  <a:pt x="8546726" y="5622149"/>
                </a:lnTo>
                <a:close/>
                <a:moveTo>
                  <a:pt x="10648927" y="5619970"/>
                </a:moveTo>
                <a:lnTo>
                  <a:pt x="10728325" y="5619970"/>
                </a:lnTo>
                <a:lnTo>
                  <a:pt x="10728325" y="5758531"/>
                </a:lnTo>
                <a:lnTo>
                  <a:pt x="10648927" y="5758531"/>
                </a:lnTo>
                <a:close/>
                <a:moveTo>
                  <a:pt x="8751728" y="5616618"/>
                </a:moveTo>
                <a:lnTo>
                  <a:pt x="8751728" y="5761883"/>
                </a:lnTo>
                <a:lnTo>
                  <a:pt x="8897000" y="5761883"/>
                </a:lnTo>
                <a:lnTo>
                  <a:pt x="8897000" y="5616618"/>
                </a:lnTo>
                <a:close/>
                <a:moveTo>
                  <a:pt x="10298431" y="5614439"/>
                </a:moveTo>
                <a:lnTo>
                  <a:pt x="10448228" y="5614439"/>
                </a:lnTo>
                <a:lnTo>
                  <a:pt x="10448228" y="5764062"/>
                </a:lnTo>
                <a:lnTo>
                  <a:pt x="10298431" y="5764062"/>
                </a:lnTo>
                <a:close/>
                <a:moveTo>
                  <a:pt x="9091106" y="5611087"/>
                </a:moveTo>
                <a:lnTo>
                  <a:pt x="9091106" y="5767415"/>
                </a:lnTo>
                <a:lnTo>
                  <a:pt x="9247441" y="5767415"/>
                </a:lnTo>
                <a:lnTo>
                  <a:pt x="9247441" y="5611087"/>
                </a:lnTo>
                <a:close/>
                <a:moveTo>
                  <a:pt x="9948157" y="5608907"/>
                </a:moveTo>
                <a:lnTo>
                  <a:pt x="10108794" y="5608907"/>
                </a:lnTo>
                <a:lnTo>
                  <a:pt x="10108794" y="5769594"/>
                </a:lnTo>
                <a:lnTo>
                  <a:pt x="9948157" y="5769594"/>
                </a:lnTo>
                <a:close/>
                <a:moveTo>
                  <a:pt x="9430150" y="5605388"/>
                </a:moveTo>
                <a:lnTo>
                  <a:pt x="9430150" y="5772946"/>
                </a:lnTo>
                <a:lnTo>
                  <a:pt x="9597716" y="5772946"/>
                </a:lnTo>
                <a:lnTo>
                  <a:pt x="9597716" y="5605388"/>
                </a:lnTo>
                <a:close/>
                <a:moveTo>
                  <a:pt x="4510650" y="5513530"/>
                </a:moveTo>
                <a:lnTo>
                  <a:pt x="4510650" y="5520229"/>
                </a:lnTo>
                <a:lnTo>
                  <a:pt x="4517355" y="5520229"/>
                </a:lnTo>
                <a:lnTo>
                  <a:pt x="4517355" y="5513530"/>
                </a:lnTo>
                <a:close/>
                <a:moveTo>
                  <a:pt x="4849872" y="5507820"/>
                </a:moveTo>
                <a:lnTo>
                  <a:pt x="4849872" y="5525760"/>
                </a:lnTo>
                <a:lnTo>
                  <a:pt x="4867813" y="5525760"/>
                </a:lnTo>
                <a:lnTo>
                  <a:pt x="4867813" y="5507820"/>
                </a:lnTo>
                <a:close/>
                <a:moveTo>
                  <a:pt x="5189105" y="5502306"/>
                </a:moveTo>
                <a:lnTo>
                  <a:pt x="5189105" y="5531281"/>
                </a:lnTo>
                <a:lnTo>
                  <a:pt x="5218081" y="5531281"/>
                </a:lnTo>
                <a:lnTo>
                  <a:pt x="5218081" y="5502306"/>
                </a:lnTo>
                <a:close/>
                <a:moveTo>
                  <a:pt x="5528528" y="5496774"/>
                </a:moveTo>
                <a:lnTo>
                  <a:pt x="5528528" y="5536783"/>
                </a:lnTo>
                <a:lnTo>
                  <a:pt x="5568539" y="5536783"/>
                </a:lnTo>
                <a:lnTo>
                  <a:pt x="5568539" y="5496774"/>
                </a:lnTo>
                <a:close/>
                <a:moveTo>
                  <a:pt x="5867738" y="5491455"/>
                </a:moveTo>
                <a:lnTo>
                  <a:pt x="5867738" y="5542505"/>
                </a:lnTo>
                <a:lnTo>
                  <a:pt x="5918807" y="5542505"/>
                </a:lnTo>
                <a:lnTo>
                  <a:pt x="5918807" y="5491455"/>
                </a:lnTo>
                <a:close/>
                <a:moveTo>
                  <a:pt x="6207005" y="5485740"/>
                </a:moveTo>
                <a:lnTo>
                  <a:pt x="6207005" y="5548025"/>
                </a:lnTo>
                <a:lnTo>
                  <a:pt x="6269304" y="5548025"/>
                </a:lnTo>
                <a:lnTo>
                  <a:pt x="6269304" y="5485740"/>
                </a:lnTo>
                <a:close/>
                <a:moveTo>
                  <a:pt x="6546216" y="5480231"/>
                </a:moveTo>
                <a:lnTo>
                  <a:pt x="6546216" y="5553551"/>
                </a:lnTo>
                <a:lnTo>
                  <a:pt x="6619523" y="5553551"/>
                </a:lnTo>
                <a:lnTo>
                  <a:pt x="6619523" y="5480231"/>
                </a:lnTo>
                <a:close/>
                <a:moveTo>
                  <a:pt x="6885650" y="5474716"/>
                </a:moveTo>
                <a:lnTo>
                  <a:pt x="6885650" y="5559070"/>
                </a:lnTo>
                <a:lnTo>
                  <a:pt x="6970020" y="5559070"/>
                </a:lnTo>
                <a:lnTo>
                  <a:pt x="6970020" y="5474716"/>
                </a:lnTo>
                <a:close/>
                <a:moveTo>
                  <a:pt x="7224861" y="5469179"/>
                </a:moveTo>
                <a:lnTo>
                  <a:pt x="7224861" y="5564579"/>
                </a:lnTo>
                <a:lnTo>
                  <a:pt x="7320294" y="5564579"/>
                </a:lnTo>
                <a:lnTo>
                  <a:pt x="7320294" y="5469179"/>
                </a:lnTo>
                <a:close/>
                <a:moveTo>
                  <a:pt x="7564295" y="5463671"/>
                </a:moveTo>
                <a:lnTo>
                  <a:pt x="7564295" y="5570106"/>
                </a:lnTo>
                <a:lnTo>
                  <a:pt x="7670735" y="5570106"/>
                </a:lnTo>
                <a:lnTo>
                  <a:pt x="7670735" y="5463671"/>
                </a:lnTo>
                <a:close/>
                <a:moveTo>
                  <a:pt x="7903338" y="5457955"/>
                </a:moveTo>
                <a:lnTo>
                  <a:pt x="7903338" y="5575625"/>
                </a:lnTo>
                <a:lnTo>
                  <a:pt x="8021008" y="5575625"/>
                </a:lnTo>
                <a:lnTo>
                  <a:pt x="8021008" y="5457955"/>
                </a:lnTo>
                <a:close/>
                <a:moveTo>
                  <a:pt x="8242772" y="5452424"/>
                </a:moveTo>
                <a:lnTo>
                  <a:pt x="8242772" y="5581134"/>
                </a:lnTo>
                <a:lnTo>
                  <a:pt x="8371450" y="5581134"/>
                </a:lnTo>
                <a:lnTo>
                  <a:pt x="8371450" y="5452424"/>
                </a:lnTo>
                <a:close/>
                <a:moveTo>
                  <a:pt x="8581983" y="5446915"/>
                </a:moveTo>
                <a:lnTo>
                  <a:pt x="8581983" y="5586660"/>
                </a:lnTo>
                <a:lnTo>
                  <a:pt x="8721724" y="5586660"/>
                </a:lnTo>
                <a:lnTo>
                  <a:pt x="8721724" y="5446915"/>
                </a:lnTo>
                <a:close/>
                <a:moveTo>
                  <a:pt x="10473651" y="5444741"/>
                </a:moveTo>
                <a:lnTo>
                  <a:pt x="10617583" y="5444741"/>
                </a:lnTo>
                <a:lnTo>
                  <a:pt x="10617583" y="5589018"/>
                </a:lnTo>
                <a:lnTo>
                  <a:pt x="10473651" y="5589018"/>
                </a:lnTo>
                <a:close/>
                <a:moveTo>
                  <a:pt x="8921417" y="5441590"/>
                </a:moveTo>
                <a:lnTo>
                  <a:pt x="8921417" y="5592370"/>
                </a:lnTo>
                <a:lnTo>
                  <a:pt x="9072221" y="5592370"/>
                </a:lnTo>
                <a:lnTo>
                  <a:pt x="9072221" y="5441590"/>
                </a:lnTo>
                <a:close/>
                <a:moveTo>
                  <a:pt x="10123209" y="5439233"/>
                </a:moveTo>
                <a:lnTo>
                  <a:pt x="10278539" y="5439233"/>
                </a:lnTo>
                <a:lnTo>
                  <a:pt x="10278539" y="5594549"/>
                </a:lnTo>
                <a:lnTo>
                  <a:pt x="10123209" y="5594549"/>
                </a:lnTo>
                <a:close/>
                <a:moveTo>
                  <a:pt x="9260460" y="5435880"/>
                </a:moveTo>
                <a:lnTo>
                  <a:pt x="9260460" y="5597901"/>
                </a:lnTo>
                <a:lnTo>
                  <a:pt x="9422494" y="5597901"/>
                </a:lnTo>
                <a:lnTo>
                  <a:pt x="9422494" y="5435880"/>
                </a:lnTo>
                <a:close/>
                <a:moveTo>
                  <a:pt x="9772936" y="5433713"/>
                </a:moveTo>
                <a:lnTo>
                  <a:pt x="9939105" y="5433713"/>
                </a:lnTo>
                <a:lnTo>
                  <a:pt x="9939105" y="5600080"/>
                </a:lnTo>
                <a:lnTo>
                  <a:pt x="9772936" y="5600080"/>
                </a:lnTo>
                <a:close/>
                <a:moveTo>
                  <a:pt x="4680356" y="5338318"/>
                </a:moveTo>
                <a:lnTo>
                  <a:pt x="4680356" y="5350537"/>
                </a:lnTo>
                <a:lnTo>
                  <a:pt x="4692576" y="5350537"/>
                </a:lnTo>
                <a:lnTo>
                  <a:pt x="4692576" y="5338318"/>
                </a:lnTo>
                <a:close/>
                <a:moveTo>
                  <a:pt x="5019589" y="5332804"/>
                </a:moveTo>
                <a:lnTo>
                  <a:pt x="5019589" y="5356259"/>
                </a:lnTo>
                <a:lnTo>
                  <a:pt x="5043045" y="5356259"/>
                </a:lnTo>
                <a:lnTo>
                  <a:pt x="5043045" y="5332804"/>
                </a:lnTo>
                <a:close/>
                <a:moveTo>
                  <a:pt x="5358822" y="5327267"/>
                </a:moveTo>
                <a:lnTo>
                  <a:pt x="5358822" y="5361762"/>
                </a:lnTo>
                <a:lnTo>
                  <a:pt x="5393313" y="5361762"/>
                </a:lnTo>
                <a:lnTo>
                  <a:pt x="5393313" y="5327267"/>
                </a:lnTo>
                <a:close/>
                <a:moveTo>
                  <a:pt x="5698217" y="5321752"/>
                </a:moveTo>
                <a:lnTo>
                  <a:pt x="5698217" y="5367281"/>
                </a:lnTo>
                <a:lnTo>
                  <a:pt x="5743754" y="5367281"/>
                </a:lnTo>
                <a:lnTo>
                  <a:pt x="5743754" y="5321752"/>
                </a:lnTo>
                <a:close/>
                <a:moveTo>
                  <a:pt x="6037483" y="5316243"/>
                </a:moveTo>
                <a:lnTo>
                  <a:pt x="6037483" y="5372813"/>
                </a:lnTo>
                <a:lnTo>
                  <a:pt x="6094027" y="5372813"/>
                </a:lnTo>
                <a:lnTo>
                  <a:pt x="6094027" y="5316243"/>
                </a:lnTo>
                <a:close/>
                <a:moveTo>
                  <a:pt x="6376694" y="5310511"/>
                </a:moveTo>
                <a:lnTo>
                  <a:pt x="6376694" y="5378316"/>
                </a:lnTo>
                <a:lnTo>
                  <a:pt x="6444525" y="5378316"/>
                </a:lnTo>
                <a:lnTo>
                  <a:pt x="6444525" y="5310511"/>
                </a:lnTo>
                <a:close/>
                <a:moveTo>
                  <a:pt x="6715905" y="5304996"/>
                </a:moveTo>
                <a:lnTo>
                  <a:pt x="6715905" y="5383836"/>
                </a:lnTo>
                <a:lnTo>
                  <a:pt x="6794743" y="5383836"/>
                </a:lnTo>
                <a:lnTo>
                  <a:pt x="6794743" y="5304996"/>
                </a:lnTo>
                <a:close/>
                <a:moveTo>
                  <a:pt x="7055339" y="5299487"/>
                </a:moveTo>
                <a:lnTo>
                  <a:pt x="7055339" y="5389361"/>
                </a:lnTo>
                <a:lnTo>
                  <a:pt x="7145240" y="5389361"/>
                </a:lnTo>
                <a:lnTo>
                  <a:pt x="7145240" y="5299487"/>
                </a:lnTo>
                <a:close/>
                <a:moveTo>
                  <a:pt x="7394606" y="5293968"/>
                </a:moveTo>
                <a:lnTo>
                  <a:pt x="7394606" y="5394888"/>
                </a:lnTo>
                <a:lnTo>
                  <a:pt x="7495515" y="5394888"/>
                </a:lnTo>
                <a:lnTo>
                  <a:pt x="7495515" y="5293968"/>
                </a:lnTo>
                <a:close/>
                <a:moveTo>
                  <a:pt x="7733817" y="5288453"/>
                </a:moveTo>
                <a:lnTo>
                  <a:pt x="7733817" y="5400603"/>
                </a:lnTo>
                <a:lnTo>
                  <a:pt x="7845956" y="5400603"/>
                </a:lnTo>
                <a:lnTo>
                  <a:pt x="7845956" y="5288453"/>
                </a:lnTo>
                <a:close/>
                <a:moveTo>
                  <a:pt x="8073027" y="5282922"/>
                </a:moveTo>
                <a:lnTo>
                  <a:pt x="8073027" y="5406112"/>
                </a:lnTo>
                <a:lnTo>
                  <a:pt x="8196229" y="5406112"/>
                </a:lnTo>
                <a:lnTo>
                  <a:pt x="8196229" y="5282922"/>
                </a:lnTo>
                <a:close/>
                <a:moveTo>
                  <a:pt x="8412461" y="5277407"/>
                </a:moveTo>
                <a:lnTo>
                  <a:pt x="8412461" y="5411632"/>
                </a:lnTo>
                <a:lnTo>
                  <a:pt x="8546726" y="5411632"/>
                </a:lnTo>
                <a:lnTo>
                  <a:pt x="8546726" y="5277407"/>
                </a:lnTo>
                <a:close/>
                <a:moveTo>
                  <a:pt x="10648927" y="5275240"/>
                </a:moveTo>
                <a:lnTo>
                  <a:pt x="10728325" y="5275240"/>
                </a:lnTo>
                <a:lnTo>
                  <a:pt x="10728325" y="5413610"/>
                </a:lnTo>
                <a:lnTo>
                  <a:pt x="10648927" y="5413610"/>
                </a:lnTo>
                <a:close/>
                <a:moveTo>
                  <a:pt x="8751728" y="5271893"/>
                </a:moveTo>
                <a:lnTo>
                  <a:pt x="8751728" y="5417158"/>
                </a:lnTo>
                <a:lnTo>
                  <a:pt x="8897000" y="5417158"/>
                </a:lnTo>
                <a:lnTo>
                  <a:pt x="8897000" y="5271893"/>
                </a:lnTo>
                <a:close/>
                <a:moveTo>
                  <a:pt x="10298431" y="5269714"/>
                </a:moveTo>
                <a:lnTo>
                  <a:pt x="10448228" y="5269714"/>
                </a:lnTo>
                <a:lnTo>
                  <a:pt x="10448228" y="5419320"/>
                </a:lnTo>
                <a:lnTo>
                  <a:pt x="10298431" y="5419320"/>
                </a:lnTo>
                <a:close/>
                <a:moveTo>
                  <a:pt x="9091106" y="5266362"/>
                </a:moveTo>
                <a:lnTo>
                  <a:pt x="9091106" y="5422662"/>
                </a:lnTo>
                <a:lnTo>
                  <a:pt x="9247441" y="5422662"/>
                </a:lnTo>
                <a:lnTo>
                  <a:pt x="9247441" y="5266362"/>
                </a:lnTo>
                <a:close/>
                <a:moveTo>
                  <a:pt x="9948157" y="5264194"/>
                </a:moveTo>
                <a:lnTo>
                  <a:pt x="10108794" y="5264194"/>
                </a:lnTo>
                <a:lnTo>
                  <a:pt x="10108794" y="5424834"/>
                </a:lnTo>
                <a:lnTo>
                  <a:pt x="9948157" y="5424834"/>
                </a:lnTo>
                <a:close/>
                <a:moveTo>
                  <a:pt x="9430150" y="5260646"/>
                </a:moveTo>
                <a:lnTo>
                  <a:pt x="9430150" y="5428187"/>
                </a:lnTo>
                <a:lnTo>
                  <a:pt x="9597716" y="5428187"/>
                </a:lnTo>
                <a:lnTo>
                  <a:pt x="9597716" y="5260646"/>
                </a:lnTo>
                <a:close/>
                <a:moveTo>
                  <a:pt x="4510650" y="5168794"/>
                </a:moveTo>
                <a:lnTo>
                  <a:pt x="4510650" y="5175493"/>
                </a:lnTo>
                <a:lnTo>
                  <a:pt x="4517355" y="5175493"/>
                </a:lnTo>
                <a:lnTo>
                  <a:pt x="4517355" y="5168794"/>
                </a:lnTo>
                <a:close/>
                <a:moveTo>
                  <a:pt x="4849872" y="5163084"/>
                </a:moveTo>
                <a:lnTo>
                  <a:pt x="4849872" y="5181019"/>
                </a:lnTo>
                <a:lnTo>
                  <a:pt x="4867813" y="5181019"/>
                </a:lnTo>
                <a:lnTo>
                  <a:pt x="4867813" y="5163084"/>
                </a:lnTo>
                <a:close/>
                <a:moveTo>
                  <a:pt x="5189105" y="5157569"/>
                </a:moveTo>
                <a:lnTo>
                  <a:pt x="5189105" y="5186544"/>
                </a:lnTo>
                <a:lnTo>
                  <a:pt x="5218081" y="5186544"/>
                </a:lnTo>
                <a:lnTo>
                  <a:pt x="5218081" y="5157569"/>
                </a:lnTo>
                <a:close/>
                <a:moveTo>
                  <a:pt x="5528528" y="5152060"/>
                </a:moveTo>
                <a:lnTo>
                  <a:pt x="5528528" y="5192069"/>
                </a:lnTo>
                <a:lnTo>
                  <a:pt x="5568539" y="5192069"/>
                </a:lnTo>
                <a:lnTo>
                  <a:pt x="5568539" y="5152060"/>
                </a:lnTo>
                <a:close/>
                <a:moveTo>
                  <a:pt x="5867738" y="5146523"/>
                </a:moveTo>
                <a:lnTo>
                  <a:pt x="5867738" y="5197573"/>
                </a:lnTo>
                <a:lnTo>
                  <a:pt x="5918807" y="5197573"/>
                </a:lnTo>
                <a:lnTo>
                  <a:pt x="5918807" y="5146523"/>
                </a:lnTo>
                <a:close/>
                <a:moveTo>
                  <a:pt x="6207005" y="5140814"/>
                </a:moveTo>
                <a:lnTo>
                  <a:pt x="6207005" y="5203099"/>
                </a:lnTo>
                <a:lnTo>
                  <a:pt x="6269304" y="5203099"/>
                </a:lnTo>
                <a:lnTo>
                  <a:pt x="6269304" y="5140814"/>
                </a:lnTo>
                <a:close/>
                <a:moveTo>
                  <a:pt x="6546216" y="5135299"/>
                </a:moveTo>
                <a:lnTo>
                  <a:pt x="6546216" y="5208624"/>
                </a:lnTo>
                <a:lnTo>
                  <a:pt x="6619523" y="5208624"/>
                </a:lnTo>
                <a:lnTo>
                  <a:pt x="6619523" y="5135299"/>
                </a:lnTo>
                <a:close/>
                <a:moveTo>
                  <a:pt x="6885650" y="5129980"/>
                </a:moveTo>
                <a:lnTo>
                  <a:pt x="6885650" y="5214340"/>
                </a:lnTo>
                <a:lnTo>
                  <a:pt x="6970020" y="5214340"/>
                </a:lnTo>
                <a:lnTo>
                  <a:pt x="6970020" y="5129980"/>
                </a:lnTo>
                <a:close/>
                <a:moveTo>
                  <a:pt x="7224861" y="5124443"/>
                </a:moveTo>
                <a:lnTo>
                  <a:pt x="7224861" y="5219843"/>
                </a:lnTo>
                <a:lnTo>
                  <a:pt x="7320294" y="5219843"/>
                </a:lnTo>
                <a:lnTo>
                  <a:pt x="7320294" y="5124443"/>
                </a:lnTo>
                <a:close/>
                <a:moveTo>
                  <a:pt x="7564295" y="5118934"/>
                </a:moveTo>
                <a:lnTo>
                  <a:pt x="7564295" y="5225369"/>
                </a:lnTo>
                <a:lnTo>
                  <a:pt x="7670735" y="5225369"/>
                </a:lnTo>
                <a:lnTo>
                  <a:pt x="7670735" y="5118934"/>
                </a:lnTo>
                <a:close/>
                <a:moveTo>
                  <a:pt x="7903338" y="5113219"/>
                </a:moveTo>
                <a:lnTo>
                  <a:pt x="7903338" y="5230890"/>
                </a:lnTo>
                <a:lnTo>
                  <a:pt x="8021008" y="5230890"/>
                </a:lnTo>
                <a:lnTo>
                  <a:pt x="8021008" y="5113219"/>
                </a:lnTo>
                <a:close/>
                <a:moveTo>
                  <a:pt x="8242772" y="5107710"/>
                </a:moveTo>
                <a:lnTo>
                  <a:pt x="8242772" y="5236415"/>
                </a:lnTo>
                <a:lnTo>
                  <a:pt x="8371450" y="5236415"/>
                </a:lnTo>
                <a:lnTo>
                  <a:pt x="8371450" y="5107710"/>
                </a:lnTo>
                <a:close/>
                <a:moveTo>
                  <a:pt x="8581983" y="5102178"/>
                </a:moveTo>
                <a:lnTo>
                  <a:pt x="8581983" y="5241923"/>
                </a:lnTo>
                <a:lnTo>
                  <a:pt x="8721724" y="5241923"/>
                </a:lnTo>
                <a:lnTo>
                  <a:pt x="8721724" y="5102178"/>
                </a:lnTo>
                <a:close/>
                <a:moveTo>
                  <a:pt x="10473651" y="5100022"/>
                </a:moveTo>
                <a:lnTo>
                  <a:pt x="10617583" y="5100022"/>
                </a:lnTo>
                <a:lnTo>
                  <a:pt x="10617583" y="5244091"/>
                </a:lnTo>
                <a:lnTo>
                  <a:pt x="10473651" y="5244091"/>
                </a:lnTo>
                <a:close/>
                <a:moveTo>
                  <a:pt x="8921417" y="5096658"/>
                </a:moveTo>
                <a:lnTo>
                  <a:pt x="8921417" y="5247443"/>
                </a:lnTo>
                <a:lnTo>
                  <a:pt x="9072221" y="5247443"/>
                </a:lnTo>
                <a:lnTo>
                  <a:pt x="9072221" y="5096658"/>
                </a:lnTo>
                <a:close/>
                <a:moveTo>
                  <a:pt x="10123209" y="5094496"/>
                </a:moveTo>
                <a:lnTo>
                  <a:pt x="10278539" y="5094496"/>
                </a:lnTo>
                <a:lnTo>
                  <a:pt x="10278539" y="5249623"/>
                </a:lnTo>
                <a:lnTo>
                  <a:pt x="10123209" y="5249623"/>
                </a:lnTo>
                <a:close/>
                <a:moveTo>
                  <a:pt x="9260460" y="5090954"/>
                </a:moveTo>
                <a:lnTo>
                  <a:pt x="9260460" y="5252969"/>
                </a:lnTo>
                <a:lnTo>
                  <a:pt x="9422494" y="5252969"/>
                </a:lnTo>
                <a:lnTo>
                  <a:pt x="9422494" y="5090954"/>
                </a:lnTo>
                <a:close/>
                <a:moveTo>
                  <a:pt x="9772936" y="5088976"/>
                </a:moveTo>
                <a:lnTo>
                  <a:pt x="9939105" y="5088976"/>
                </a:lnTo>
                <a:lnTo>
                  <a:pt x="9939105" y="5255137"/>
                </a:lnTo>
                <a:lnTo>
                  <a:pt x="9772936" y="5255137"/>
                </a:lnTo>
                <a:close/>
                <a:moveTo>
                  <a:pt x="4680356" y="4993582"/>
                </a:moveTo>
                <a:lnTo>
                  <a:pt x="4680356" y="5005801"/>
                </a:lnTo>
                <a:lnTo>
                  <a:pt x="4692576" y="5005801"/>
                </a:lnTo>
                <a:lnTo>
                  <a:pt x="4692576" y="4993582"/>
                </a:lnTo>
                <a:close/>
                <a:moveTo>
                  <a:pt x="5019589" y="4987872"/>
                </a:moveTo>
                <a:lnTo>
                  <a:pt x="5019589" y="5011327"/>
                </a:lnTo>
                <a:lnTo>
                  <a:pt x="5043045" y="5011327"/>
                </a:lnTo>
                <a:lnTo>
                  <a:pt x="5043045" y="4987872"/>
                </a:lnTo>
                <a:close/>
                <a:moveTo>
                  <a:pt x="5358822" y="4982340"/>
                </a:moveTo>
                <a:lnTo>
                  <a:pt x="5358822" y="5016835"/>
                </a:lnTo>
                <a:lnTo>
                  <a:pt x="5393313" y="5016835"/>
                </a:lnTo>
                <a:lnTo>
                  <a:pt x="5393313" y="4982340"/>
                </a:lnTo>
                <a:close/>
                <a:moveTo>
                  <a:pt x="5698217" y="4976826"/>
                </a:moveTo>
                <a:lnTo>
                  <a:pt x="5698217" y="5022355"/>
                </a:lnTo>
                <a:lnTo>
                  <a:pt x="5743754" y="5022355"/>
                </a:lnTo>
                <a:lnTo>
                  <a:pt x="5743754" y="4976826"/>
                </a:lnTo>
                <a:close/>
                <a:moveTo>
                  <a:pt x="6037483" y="4971507"/>
                </a:moveTo>
                <a:lnTo>
                  <a:pt x="6037483" y="5028071"/>
                </a:lnTo>
                <a:lnTo>
                  <a:pt x="6094027" y="5028071"/>
                </a:lnTo>
                <a:lnTo>
                  <a:pt x="6094027" y="4971507"/>
                </a:lnTo>
                <a:close/>
                <a:moveTo>
                  <a:pt x="6376694" y="4965797"/>
                </a:moveTo>
                <a:lnTo>
                  <a:pt x="6376694" y="5033602"/>
                </a:lnTo>
                <a:lnTo>
                  <a:pt x="6444525" y="5033602"/>
                </a:lnTo>
                <a:lnTo>
                  <a:pt x="6444525" y="4965797"/>
                </a:lnTo>
                <a:close/>
                <a:moveTo>
                  <a:pt x="6715905" y="4960260"/>
                </a:moveTo>
                <a:lnTo>
                  <a:pt x="6715905" y="5039100"/>
                </a:lnTo>
                <a:lnTo>
                  <a:pt x="6794743" y="5039100"/>
                </a:lnTo>
                <a:lnTo>
                  <a:pt x="6794743" y="4960260"/>
                </a:lnTo>
                <a:close/>
                <a:moveTo>
                  <a:pt x="7055339" y="4954751"/>
                </a:moveTo>
                <a:lnTo>
                  <a:pt x="7055339" y="5044625"/>
                </a:lnTo>
                <a:lnTo>
                  <a:pt x="7145240" y="5044625"/>
                </a:lnTo>
                <a:lnTo>
                  <a:pt x="7145240" y="4954751"/>
                </a:lnTo>
                <a:close/>
                <a:moveTo>
                  <a:pt x="7394606" y="4949231"/>
                </a:moveTo>
                <a:lnTo>
                  <a:pt x="7394606" y="5050151"/>
                </a:lnTo>
                <a:lnTo>
                  <a:pt x="7495515" y="5050151"/>
                </a:lnTo>
                <a:lnTo>
                  <a:pt x="7495515" y="4949231"/>
                </a:lnTo>
                <a:close/>
                <a:moveTo>
                  <a:pt x="7733817" y="4943527"/>
                </a:moveTo>
                <a:lnTo>
                  <a:pt x="7733817" y="5055677"/>
                </a:lnTo>
                <a:lnTo>
                  <a:pt x="7845956" y="5055677"/>
                </a:lnTo>
                <a:lnTo>
                  <a:pt x="7845956" y="4943527"/>
                </a:lnTo>
                <a:close/>
                <a:moveTo>
                  <a:pt x="8073027" y="4937995"/>
                </a:moveTo>
                <a:lnTo>
                  <a:pt x="8073027" y="5061180"/>
                </a:lnTo>
                <a:lnTo>
                  <a:pt x="8196229" y="5061180"/>
                </a:lnTo>
                <a:lnTo>
                  <a:pt x="8196229" y="4937995"/>
                </a:lnTo>
                <a:close/>
                <a:moveTo>
                  <a:pt x="8412461" y="4932475"/>
                </a:moveTo>
                <a:lnTo>
                  <a:pt x="8412461" y="5066700"/>
                </a:lnTo>
                <a:lnTo>
                  <a:pt x="8546726" y="5066700"/>
                </a:lnTo>
                <a:lnTo>
                  <a:pt x="8546726" y="4932475"/>
                </a:lnTo>
                <a:close/>
                <a:moveTo>
                  <a:pt x="10648927" y="4930308"/>
                </a:moveTo>
                <a:lnTo>
                  <a:pt x="10728325" y="4930308"/>
                </a:lnTo>
                <a:lnTo>
                  <a:pt x="10728325" y="5068874"/>
                </a:lnTo>
                <a:lnTo>
                  <a:pt x="10648927" y="5068874"/>
                </a:lnTo>
                <a:close/>
                <a:moveTo>
                  <a:pt x="8751728" y="4926966"/>
                </a:moveTo>
                <a:lnTo>
                  <a:pt x="8751728" y="5072231"/>
                </a:lnTo>
                <a:lnTo>
                  <a:pt x="8897000" y="5072231"/>
                </a:lnTo>
                <a:lnTo>
                  <a:pt x="8897000" y="4926966"/>
                </a:lnTo>
                <a:close/>
                <a:moveTo>
                  <a:pt x="10298431" y="4924787"/>
                </a:moveTo>
                <a:lnTo>
                  <a:pt x="10448228" y="4924787"/>
                </a:lnTo>
                <a:lnTo>
                  <a:pt x="10448228" y="5074584"/>
                </a:lnTo>
                <a:lnTo>
                  <a:pt x="10298431" y="5074584"/>
                </a:lnTo>
                <a:close/>
                <a:moveTo>
                  <a:pt x="9091106" y="4921648"/>
                </a:moveTo>
                <a:lnTo>
                  <a:pt x="9091106" y="5077948"/>
                </a:lnTo>
                <a:lnTo>
                  <a:pt x="9247441" y="5077948"/>
                </a:lnTo>
                <a:lnTo>
                  <a:pt x="9247441" y="4921648"/>
                </a:lnTo>
                <a:close/>
                <a:moveTo>
                  <a:pt x="9948157" y="4919262"/>
                </a:moveTo>
                <a:lnTo>
                  <a:pt x="10108794" y="4919262"/>
                </a:lnTo>
                <a:lnTo>
                  <a:pt x="10108794" y="5080104"/>
                </a:lnTo>
                <a:lnTo>
                  <a:pt x="9948157" y="5080104"/>
                </a:lnTo>
                <a:close/>
                <a:moveTo>
                  <a:pt x="9430150" y="4915915"/>
                </a:moveTo>
                <a:lnTo>
                  <a:pt x="9430150" y="5083456"/>
                </a:lnTo>
                <a:lnTo>
                  <a:pt x="9597716" y="5083456"/>
                </a:lnTo>
                <a:lnTo>
                  <a:pt x="9597716" y="4915915"/>
                </a:lnTo>
                <a:close/>
                <a:moveTo>
                  <a:pt x="4510650" y="4823862"/>
                </a:moveTo>
                <a:lnTo>
                  <a:pt x="4510650" y="4830567"/>
                </a:lnTo>
                <a:lnTo>
                  <a:pt x="4517355" y="4830567"/>
                </a:lnTo>
                <a:lnTo>
                  <a:pt x="4517355" y="4823862"/>
                </a:lnTo>
                <a:close/>
                <a:moveTo>
                  <a:pt x="4849872" y="4818157"/>
                </a:moveTo>
                <a:lnTo>
                  <a:pt x="4849872" y="4836091"/>
                </a:lnTo>
                <a:lnTo>
                  <a:pt x="4867813" y="4836091"/>
                </a:lnTo>
                <a:lnTo>
                  <a:pt x="4867813" y="4818157"/>
                </a:lnTo>
                <a:close/>
                <a:moveTo>
                  <a:pt x="5189105" y="4812838"/>
                </a:moveTo>
                <a:lnTo>
                  <a:pt x="5189105" y="4841813"/>
                </a:lnTo>
                <a:lnTo>
                  <a:pt x="5218081" y="4841813"/>
                </a:lnTo>
                <a:lnTo>
                  <a:pt x="5218081" y="4812838"/>
                </a:lnTo>
                <a:close/>
                <a:moveTo>
                  <a:pt x="5528528" y="4807318"/>
                </a:moveTo>
                <a:lnTo>
                  <a:pt x="5528528" y="4847333"/>
                </a:lnTo>
                <a:lnTo>
                  <a:pt x="5568539" y="4847333"/>
                </a:lnTo>
                <a:lnTo>
                  <a:pt x="5568539" y="4807318"/>
                </a:lnTo>
                <a:close/>
                <a:moveTo>
                  <a:pt x="5867738" y="4801809"/>
                </a:moveTo>
                <a:lnTo>
                  <a:pt x="5867738" y="4852859"/>
                </a:lnTo>
                <a:lnTo>
                  <a:pt x="5918807" y="4852859"/>
                </a:lnTo>
                <a:lnTo>
                  <a:pt x="5918807" y="4801809"/>
                </a:lnTo>
                <a:close/>
                <a:moveTo>
                  <a:pt x="6207005" y="4796083"/>
                </a:moveTo>
                <a:lnTo>
                  <a:pt x="6207005" y="4858362"/>
                </a:lnTo>
                <a:lnTo>
                  <a:pt x="6269304" y="4858362"/>
                </a:lnTo>
                <a:lnTo>
                  <a:pt x="6269304" y="4796083"/>
                </a:lnTo>
                <a:close/>
                <a:moveTo>
                  <a:pt x="6546216" y="4790562"/>
                </a:moveTo>
                <a:lnTo>
                  <a:pt x="6546216" y="4863887"/>
                </a:lnTo>
                <a:lnTo>
                  <a:pt x="6619523" y="4863887"/>
                </a:lnTo>
                <a:lnTo>
                  <a:pt x="6619523" y="4790562"/>
                </a:lnTo>
                <a:close/>
                <a:moveTo>
                  <a:pt x="6885650" y="4785053"/>
                </a:moveTo>
                <a:lnTo>
                  <a:pt x="6885650" y="4869413"/>
                </a:lnTo>
                <a:lnTo>
                  <a:pt x="6970020" y="4869413"/>
                </a:lnTo>
                <a:lnTo>
                  <a:pt x="6970020" y="4785053"/>
                </a:lnTo>
                <a:close/>
                <a:moveTo>
                  <a:pt x="7224861" y="4779517"/>
                </a:moveTo>
                <a:lnTo>
                  <a:pt x="7224861" y="4874911"/>
                </a:lnTo>
                <a:lnTo>
                  <a:pt x="7320294" y="4874911"/>
                </a:lnTo>
                <a:lnTo>
                  <a:pt x="7320294" y="4779517"/>
                </a:lnTo>
                <a:close/>
                <a:moveTo>
                  <a:pt x="7564295" y="4774008"/>
                </a:moveTo>
                <a:lnTo>
                  <a:pt x="7564295" y="4880443"/>
                </a:lnTo>
                <a:lnTo>
                  <a:pt x="7670735" y="4880443"/>
                </a:lnTo>
                <a:lnTo>
                  <a:pt x="7670735" y="4774008"/>
                </a:lnTo>
                <a:close/>
                <a:moveTo>
                  <a:pt x="7903338" y="4768292"/>
                </a:moveTo>
                <a:lnTo>
                  <a:pt x="7903338" y="4885963"/>
                </a:lnTo>
                <a:lnTo>
                  <a:pt x="8021008" y="4885963"/>
                </a:lnTo>
                <a:lnTo>
                  <a:pt x="8021008" y="4768292"/>
                </a:lnTo>
                <a:close/>
                <a:moveTo>
                  <a:pt x="8242772" y="4762973"/>
                </a:moveTo>
                <a:lnTo>
                  <a:pt x="8242772" y="4891678"/>
                </a:lnTo>
                <a:lnTo>
                  <a:pt x="8371450" y="4891678"/>
                </a:lnTo>
                <a:lnTo>
                  <a:pt x="8371450" y="4762973"/>
                </a:lnTo>
                <a:close/>
                <a:moveTo>
                  <a:pt x="8581983" y="4757464"/>
                </a:moveTo>
                <a:lnTo>
                  <a:pt x="8581983" y="4897209"/>
                </a:lnTo>
                <a:lnTo>
                  <a:pt x="8721724" y="4897209"/>
                </a:lnTo>
                <a:lnTo>
                  <a:pt x="8721724" y="4757464"/>
                </a:lnTo>
                <a:close/>
                <a:moveTo>
                  <a:pt x="10473651" y="4755285"/>
                </a:moveTo>
                <a:lnTo>
                  <a:pt x="10617583" y="4755285"/>
                </a:lnTo>
                <a:lnTo>
                  <a:pt x="10617583" y="4899372"/>
                </a:lnTo>
                <a:lnTo>
                  <a:pt x="10473651" y="4899372"/>
                </a:lnTo>
                <a:close/>
                <a:moveTo>
                  <a:pt x="8921417" y="4751928"/>
                </a:moveTo>
                <a:lnTo>
                  <a:pt x="8921417" y="4902713"/>
                </a:lnTo>
                <a:lnTo>
                  <a:pt x="9072221" y="4902713"/>
                </a:lnTo>
                <a:lnTo>
                  <a:pt x="9072221" y="4751928"/>
                </a:lnTo>
                <a:close/>
                <a:moveTo>
                  <a:pt x="10123209" y="4749765"/>
                </a:moveTo>
                <a:lnTo>
                  <a:pt x="10278539" y="4749765"/>
                </a:lnTo>
                <a:lnTo>
                  <a:pt x="10278539" y="4904886"/>
                </a:lnTo>
                <a:lnTo>
                  <a:pt x="10123209" y="4904886"/>
                </a:lnTo>
                <a:close/>
                <a:moveTo>
                  <a:pt x="9260460" y="4746217"/>
                </a:moveTo>
                <a:lnTo>
                  <a:pt x="9260460" y="4908233"/>
                </a:lnTo>
                <a:lnTo>
                  <a:pt x="9422494" y="4908233"/>
                </a:lnTo>
                <a:lnTo>
                  <a:pt x="9422494" y="4746217"/>
                </a:lnTo>
                <a:close/>
                <a:moveTo>
                  <a:pt x="9772936" y="4744044"/>
                </a:moveTo>
                <a:lnTo>
                  <a:pt x="9939105" y="4744044"/>
                </a:lnTo>
                <a:lnTo>
                  <a:pt x="9939105" y="4910401"/>
                </a:lnTo>
                <a:lnTo>
                  <a:pt x="9772936" y="4910401"/>
                </a:lnTo>
                <a:close/>
                <a:moveTo>
                  <a:pt x="4680356" y="4648851"/>
                </a:moveTo>
                <a:lnTo>
                  <a:pt x="4680356" y="4661070"/>
                </a:lnTo>
                <a:lnTo>
                  <a:pt x="4692576" y="4661070"/>
                </a:lnTo>
                <a:lnTo>
                  <a:pt x="4692576" y="4648851"/>
                </a:lnTo>
                <a:close/>
                <a:moveTo>
                  <a:pt x="5019589" y="4643135"/>
                </a:moveTo>
                <a:lnTo>
                  <a:pt x="5019589" y="4666590"/>
                </a:lnTo>
                <a:lnTo>
                  <a:pt x="5043045" y="4666590"/>
                </a:lnTo>
                <a:lnTo>
                  <a:pt x="5043045" y="4643135"/>
                </a:lnTo>
                <a:close/>
                <a:moveTo>
                  <a:pt x="5358822" y="4637626"/>
                </a:moveTo>
                <a:lnTo>
                  <a:pt x="5358822" y="4672115"/>
                </a:lnTo>
                <a:lnTo>
                  <a:pt x="5393313" y="4672115"/>
                </a:lnTo>
                <a:lnTo>
                  <a:pt x="5393313" y="4637626"/>
                </a:lnTo>
                <a:close/>
                <a:moveTo>
                  <a:pt x="5698217" y="4632095"/>
                </a:moveTo>
                <a:lnTo>
                  <a:pt x="5698217" y="4677624"/>
                </a:lnTo>
                <a:lnTo>
                  <a:pt x="5743754" y="4677624"/>
                </a:lnTo>
                <a:lnTo>
                  <a:pt x="5743754" y="4632095"/>
                </a:lnTo>
                <a:close/>
                <a:moveTo>
                  <a:pt x="6037483" y="4626575"/>
                </a:moveTo>
                <a:lnTo>
                  <a:pt x="6037483" y="4683145"/>
                </a:lnTo>
                <a:lnTo>
                  <a:pt x="6094027" y="4683145"/>
                </a:lnTo>
                <a:lnTo>
                  <a:pt x="6094027" y="4626575"/>
                </a:lnTo>
                <a:close/>
                <a:moveTo>
                  <a:pt x="6376694" y="4620870"/>
                </a:moveTo>
                <a:lnTo>
                  <a:pt x="6376694" y="4688670"/>
                </a:lnTo>
                <a:lnTo>
                  <a:pt x="6444525" y="4688670"/>
                </a:lnTo>
                <a:lnTo>
                  <a:pt x="6444525" y="4620870"/>
                </a:lnTo>
                <a:close/>
                <a:moveTo>
                  <a:pt x="6715905" y="4615334"/>
                </a:moveTo>
                <a:lnTo>
                  <a:pt x="6715905" y="4694174"/>
                </a:lnTo>
                <a:lnTo>
                  <a:pt x="6794743" y="4694174"/>
                </a:lnTo>
                <a:lnTo>
                  <a:pt x="6794743" y="4615334"/>
                </a:lnTo>
                <a:close/>
                <a:moveTo>
                  <a:pt x="7055339" y="4610009"/>
                </a:moveTo>
                <a:lnTo>
                  <a:pt x="7055339" y="4699889"/>
                </a:lnTo>
                <a:lnTo>
                  <a:pt x="7145240" y="4699889"/>
                </a:lnTo>
                <a:lnTo>
                  <a:pt x="7145240" y="4610009"/>
                </a:lnTo>
                <a:close/>
                <a:moveTo>
                  <a:pt x="7394606" y="4604500"/>
                </a:moveTo>
                <a:lnTo>
                  <a:pt x="7394606" y="4705415"/>
                </a:lnTo>
                <a:lnTo>
                  <a:pt x="7495515" y="4705415"/>
                </a:lnTo>
                <a:lnTo>
                  <a:pt x="7495515" y="4604500"/>
                </a:lnTo>
                <a:close/>
                <a:moveTo>
                  <a:pt x="7733817" y="4598790"/>
                </a:moveTo>
                <a:lnTo>
                  <a:pt x="7733817" y="4710940"/>
                </a:lnTo>
                <a:lnTo>
                  <a:pt x="7845956" y="4710940"/>
                </a:lnTo>
                <a:lnTo>
                  <a:pt x="7845956" y="4598790"/>
                </a:lnTo>
                <a:close/>
                <a:moveTo>
                  <a:pt x="8073027" y="4593276"/>
                </a:moveTo>
                <a:lnTo>
                  <a:pt x="8073027" y="4716466"/>
                </a:lnTo>
                <a:lnTo>
                  <a:pt x="8196229" y="4716466"/>
                </a:lnTo>
                <a:lnTo>
                  <a:pt x="8196229" y="4593276"/>
                </a:lnTo>
                <a:close/>
                <a:moveTo>
                  <a:pt x="8412461" y="4587745"/>
                </a:moveTo>
                <a:lnTo>
                  <a:pt x="8412461" y="4721970"/>
                </a:lnTo>
                <a:lnTo>
                  <a:pt x="8546726" y="4721970"/>
                </a:lnTo>
                <a:lnTo>
                  <a:pt x="8546726" y="4587745"/>
                </a:lnTo>
                <a:close/>
                <a:moveTo>
                  <a:pt x="10648927" y="4585577"/>
                </a:moveTo>
                <a:lnTo>
                  <a:pt x="10728325" y="4585577"/>
                </a:lnTo>
                <a:lnTo>
                  <a:pt x="10728325" y="4723942"/>
                </a:lnTo>
                <a:lnTo>
                  <a:pt x="10648927" y="4723942"/>
                </a:lnTo>
                <a:close/>
                <a:moveTo>
                  <a:pt x="8751728" y="4582230"/>
                </a:moveTo>
                <a:lnTo>
                  <a:pt x="8751728" y="4727495"/>
                </a:lnTo>
                <a:lnTo>
                  <a:pt x="8897000" y="4727495"/>
                </a:lnTo>
                <a:lnTo>
                  <a:pt x="8897000" y="4582230"/>
                </a:lnTo>
                <a:close/>
                <a:moveTo>
                  <a:pt x="10298431" y="4580051"/>
                </a:moveTo>
                <a:lnTo>
                  <a:pt x="10448228" y="4580051"/>
                </a:lnTo>
                <a:lnTo>
                  <a:pt x="10448228" y="4729657"/>
                </a:lnTo>
                <a:lnTo>
                  <a:pt x="10298431" y="4729657"/>
                </a:lnTo>
                <a:close/>
                <a:moveTo>
                  <a:pt x="9091106" y="4576716"/>
                </a:moveTo>
                <a:lnTo>
                  <a:pt x="9091106" y="4733021"/>
                </a:lnTo>
                <a:lnTo>
                  <a:pt x="9247441" y="4733021"/>
                </a:lnTo>
                <a:lnTo>
                  <a:pt x="9247441" y="4576716"/>
                </a:lnTo>
                <a:close/>
                <a:moveTo>
                  <a:pt x="9948157" y="4574548"/>
                </a:moveTo>
                <a:lnTo>
                  <a:pt x="10108794" y="4574548"/>
                </a:lnTo>
                <a:lnTo>
                  <a:pt x="10108794" y="4735166"/>
                </a:lnTo>
                <a:lnTo>
                  <a:pt x="9948157" y="4735166"/>
                </a:lnTo>
                <a:close/>
                <a:moveTo>
                  <a:pt x="9430150" y="4570989"/>
                </a:moveTo>
                <a:lnTo>
                  <a:pt x="9430150" y="4738524"/>
                </a:lnTo>
                <a:lnTo>
                  <a:pt x="9597716" y="4738524"/>
                </a:lnTo>
                <a:lnTo>
                  <a:pt x="9597716" y="4570989"/>
                </a:lnTo>
                <a:close/>
                <a:moveTo>
                  <a:pt x="4510650" y="4479148"/>
                </a:moveTo>
                <a:lnTo>
                  <a:pt x="4510650" y="4485853"/>
                </a:lnTo>
                <a:lnTo>
                  <a:pt x="4517355" y="4485853"/>
                </a:lnTo>
                <a:lnTo>
                  <a:pt x="4517355" y="4479148"/>
                </a:lnTo>
                <a:close/>
                <a:moveTo>
                  <a:pt x="4849872" y="4473421"/>
                </a:moveTo>
                <a:lnTo>
                  <a:pt x="4849872" y="4491356"/>
                </a:lnTo>
                <a:lnTo>
                  <a:pt x="4867813" y="4491356"/>
                </a:lnTo>
                <a:lnTo>
                  <a:pt x="4867813" y="4473421"/>
                </a:lnTo>
                <a:close/>
                <a:moveTo>
                  <a:pt x="5189105" y="4467906"/>
                </a:moveTo>
                <a:lnTo>
                  <a:pt x="5189105" y="4496881"/>
                </a:lnTo>
                <a:lnTo>
                  <a:pt x="5218081" y="4496881"/>
                </a:lnTo>
                <a:lnTo>
                  <a:pt x="5218081" y="4467906"/>
                </a:lnTo>
                <a:close/>
                <a:moveTo>
                  <a:pt x="5528528" y="4462392"/>
                </a:moveTo>
                <a:lnTo>
                  <a:pt x="5528528" y="4502401"/>
                </a:lnTo>
                <a:lnTo>
                  <a:pt x="5568539" y="4502401"/>
                </a:lnTo>
                <a:lnTo>
                  <a:pt x="5568539" y="4462392"/>
                </a:lnTo>
                <a:close/>
                <a:moveTo>
                  <a:pt x="5867738" y="4456883"/>
                </a:moveTo>
                <a:lnTo>
                  <a:pt x="5867738" y="4507933"/>
                </a:lnTo>
                <a:lnTo>
                  <a:pt x="5918807" y="4507933"/>
                </a:lnTo>
                <a:lnTo>
                  <a:pt x="5918807" y="4456883"/>
                </a:lnTo>
                <a:close/>
                <a:moveTo>
                  <a:pt x="6207005" y="4451357"/>
                </a:moveTo>
                <a:lnTo>
                  <a:pt x="6207005" y="4513642"/>
                </a:lnTo>
                <a:lnTo>
                  <a:pt x="6269248" y="4513642"/>
                </a:lnTo>
                <a:lnTo>
                  <a:pt x="6269248" y="4451357"/>
                </a:lnTo>
                <a:close/>
                <a:moveTo>
                  <a:pt x="6546216" y="4445826"/>
                </a:moveTo>
                <a:lnTo>
                  <a:pt x="6546216" y="4519151"/>
                </a:lnTo>
                <a:lnTo>
                  <a:pt x="6619523" y="4519151"/>
                </a:lnTo>
                <a:lnTo>
                  <a:pt x="6619523" y="4445826"/>
                </a:lnTo>
                <a:close/>
                <a:moveTo>
                  <a:pt x="6885650" y="4440317"/>
                </a:moveTo>
                <a:lnTo>
                  <a:pt x="6885650" y="4524677"/>
                </a:lnTo>
                <a:lnTo>
                  <a:pt x="6970020" y="4524677"/>
                </a:lnTo>
                <a:lnTo>
                  <a:pt x="6970020" y="4440317"/>
                </a:lnTo>
                <a:close/>
                <a:moveTo>
                  <a:pt x="7224861" y="4434803"/>
                </a:moveTo>
                <a:lnTo>
                  <a:pt x="7224861" y="4530197"/>
                </a:lnTo>
                <a:lnTo>
                  <a:pt x="7320294" y="4530197"/>
                </a:lnTo>
                <a:lnTo>
                  <a:pt x="7320294" y="4434803"/>
                </a:lnTo>
                <a:close/>
                <a:moveTo>
                  <a:pt x="7564295" y="4429266"/>
                </a:moveTo>
                <a:lnTo>
                  <a:pt x="7564295" y="4535701"/>
                </a:lnTo>
                <a:lnTo>
                  <a:pt x="7670735" y="4535701"/>
                </a:lnTo>
                <a:lnTo>
                  <a:pt x="7670735" y="4429266"/>
                </a:lnTo>
                <a:close/>
                <a:moveTo>
                  <a:pt x="7903338" y="4423561"/>
                </a:moveTo>
                <a:lnTo>
                  <a:pt x="7903338" y="4541232"/>
                </a:lnTo>
                <a:lnTo>
                  <a:pt x="8021008" y="4541232"/>
                </a:lnTo>
                <a:lnTo>
                  <a:pt x="8021008" y="4423561"/>
                </a:lnTo>
                <a:close/>
                <a:moveTo>
                  <a:pt x="8242772" y="4418047"/>
                </a:moveTo>
                <a:lnTo>
                  <a:pt x="8242772" y="4546752"/>
                </a:lnTo>
                <a:lnTo>
                  <a:pt x="8371450" y="4546752"/>
                </a:lnTo>
                <a:lnTo>
                  <a:pt x="8371450" y="4418047"/>
                </a:lnTo>
                <a:close/>
                <a:moveTo>
                  <a:pt x="8581983" y="4412532"/>
                </a:moveTo>
                <a:lnTo>
                  <a:pt x="8581983" y="4552277"/>
                </a:lnTo>
                <a:lnTo>
                  <a:pt x="8721724" y="4552277"/>
                </a:lnTo>
                <a:lnTo>
                  <a:pt x="8721724" y="4412532"/>
                </a:lnTo>
                <a:close/>
                <a:moveTo>
                  <a:pt x="10473651" y="4410359"/>
                </a:moveTo>
                <a:lnTo>
                  <a:pt x="10617583" y="4410359"/>
                </a:lnTo>
                <a:lnTo>
                  <a:pt x="10617583" y="4554635"/>
                </a:lnTo>
                <a:lnTo>
                  <a:pt x="10473651" y="4554635"/>
                </a:lnTo>
                <a:close/>
                <a:moveTo>
                  <a:pt x="8921417" y="4407001"/>
                </a:moveTo>
                <a:lnTo>
                  <a:pt x="8921417" y="4557786"/>
                </a:lnTo>
                <a:lnTo>
                  <a:pt x="9072221" y="4557786"/>
                </a:lnTo>
                <a:lnTo>
                  <a:pt x="9072221" y="4407001"/>
                </a:lnTo>
                <a:close/>
                <a:moveTo>
                  <a:pt x="10123209" y="4404839"/>
                </a:moveTo>
                <a:lnTo>
                  <a:pt x="10278539" y="4404839"/>
                </a:lnTo>
                <a:lnTo>
                  <a:pt x="10278539" y="4560155"/>
                </a:lnTo>
                <a:lnTo>
                  <a:pt x="10123209" y="4560155"/>
                </a:lnTo>
                <a:close/>
                <a:moveTo>
                  <a:pt x="9260460" y="4401481"/>
                </a:moveTo>
                <a:lnTo>
                  <a:pt x="9260460" y="4563496"/>
                </a:lnTo>
                <a:lnTo>
                  <a:pt x="9422494" y="4563496"/>
                </a:lnTo>
                <a:lnTo>
                  <a:pt x="9422494" y="4401481"/>
                </a:lnTo>
                <a:close/>
                <a:moveTo>
                  <a:pt x="9772936" y="4399308"/>
                </a:moveTo>
                <a:lnTo>
                  <a:pt x="9939105" y="4399308"/>
                </a:lnTo>
                <a:lnTo>
                  <a:pt x="9939105" y="4565474"/>
                </a:lnTo>
                <a:lnTo>
                  <a:pt x="9772936" y="4565474"/>
                </a:lnTo>
                <a:close/>
                <a:moveTo>
                  <a:pt x="4680356" y="4303919"/>
                </a:moveTo>
                <a:lnTo>
                  <a:pt x="4680356" y="4316144"/>
                </a:lnTo>
                <a:lnTo>
                  <a:pt x="4692576" y="4316144"/>
                </a:lnTo>
                <a:lnTo>
                  <a:pt x="4692576" y="4303919"/>
                </a:lnTo>
                <a:close/>
                <a:moveTo>
                  <a:pt x="5019589" y="4298209"/>
                </a:moveTo>
                <a:lnTo>
                  <a:pt x="5019589" y="4321664"/>
                </a:lnTo>
                <a:lnTo>
                  <a:pt x="5043045" y="4321664"/>
                </a:lnTo>
                <a:lnTo>
                  <a:pt x="5043045" y="4298209"/>
                </a:lnTo>
                <a:close/>
                <a:moveTo>
                  <a:pt x="5358822" y="4292890"/>
                </a:moveTo>
                <a:lnTo>
                  <a:pt x="5358822" y="4327379"/>
                </a:lnTo>
                <a:lnTo>
                  <a:pt x="5393313" y="4327379"/>
                </a:lnTo>
                <a:lnTo>
                  <a:pt x="5393313" y="4292890"/>
                </a:lnTo>
                <a:close/>
                <a:moveTo>
                  <a:pt x="5698217" y="4287353"/>
                </a:moveTo>
                <a:lnTo>
                  <a:pt x="5698217" y="4332888"/>
                </a:lnTo>
                <a:lnTo>
                  <a:pt x="5743754" y="4332888"/>
                </a:lnTo>
                <a:lnTo>
                  <a:pt x="5743754" y="4287353"/>
                </a:lnTo>
                <a:close/>
                <a:moveTo>
                  <a:pt x="6037483" y="4281839"/>
                </a:moveTo>
                <a:lnTo>
                  <a:pt x="6037483" y="4338409"/>
                </a:lnTo>
                <a:lnTo>
                  <a:pt x="6094027" y="4338409"/>
                </a:lnTo>
                <a:lnTo>
                  <a:pt x="6094027" y="4281839"/>
                </a:lnTo>
                <a:close/>
                <a:moveTo>
                  <a:pt x="6376694" y="4276134"/>
                </a:moveTo>
                <a:lnTo>
                  <a:pt x="6376694" y="4343934"/>
                </a:lnTo>
                <a:lnTo>
                  <a:pt x="6444525" y="4343934"/>
                </a:lnTo>
                <a:lnTo>
                  <a:pt x="6444525" y="4276134"/>
                </a:lnTo>
                <a:close/>
                <a:moveTo>
                  <a:pt x="6715905" y="4270614"/>
                </a:moveTo>
                <a:lnTo>
                  <a:pt x="6715905" y="4349454"/>
                </a:lnTo>
                <a:lnTo>
                  <a:pt x="6794743" y="4349454"/>
                </a:lnTo>
                <a:lnTo>
                  <a:pt x="6794743" y="4270614"/>
                </a:lnTo>
                <a:close/>
                <a:moveTo>
                  <a:pt x="7055339" y="4265083"/>
                </a:moveTo>
                <a:lnTo>
                  <a:pt x="7055339" y="4354963"/>
                </a:lnTo>
                <a:lnTo>
                  <a:pt x="7145240" y="4354963"/>
                </a:lnTo>
                <a:lnTo>
                  <a:pt x="7145240" y="4265083"/>
                </a:lnTo>
                <a:close/>
                <a:moveTo>
                  <a:pt x="7394606" y="4259574"/>
                </a:moveTo>
                <a:lnTo>
                  <a:pt x="7394606" y="4360488"/>
                </a:lnTo>
                <a:lnTo>
                  <a:pt x="7495515" y="4360488"/>
                </a:lnTo>
                <a:lnTo>
                  <a:pt x="7495515" y="4259574"/>
                </a:lnTo>
                <a:close/>
                <a:moveTo>
                  <a:pt x="7733817" y="4253858"/>
                </a:moveTo>
                <a:lnTo>
                  <a:pt x="7733817" y="4366008"/>
                </a:lnTo>
                <a:lnTo>
                  <a:pt x="7845956" y="4366008"/>
                </a:lnTo>
                <a:lnTo>
                  <a:pt x="7845956" y="4253858"/>
                </a:lnTo>
                <a:close/>
                <a:moveTo>
                  <a:pt x="8073027" y="4248349"/>
                </a:moveTo>
                <a:lnTo>
                  <a:pt x="8073027" y="4371539"/>
                </a:lnTo>
                <a:lnTo>
                  <a:pt x="8196229" y="4371539"/>
                </a:lnTo>
                <a:lnTo>
                  <a:pt x="8196229" y="4248349"/>
                </a:lnTo>
                <a:close/>
                <a:moveTo>
                  <a:pt x="8412461" y="4243008"/>
                </a:moveTo>
                <a:lnTo>
                  <a:pt x="8412461" y="4377233"/>
                </a:lnTo>
                <a:lnTo>
                  <a:pt x="8546726" y="4377233"/>
                </a:lnTo>
                <a:lnTo>
                  <a:pt x="8546726" y="4243008"/>
                </a:lnTo>
                <a:close/>
                <a:moveTo>
                  <a:pt x="10648927" y="4240841"/>
                </a:moveTo>
                <a:lnTo>
                  <a:pt x="10728325" y="4240841"/>
                </a:lnTo>
                <a:lnTo>
                  <a:pt x="10728325" y="4379211"/>
                </a:lnTo>
                <a:lnTo>
                  <a:pt x="10648927" y="4379211"/>
                </a:lnTo>
                <a:close/>
                <a:moveTo>
                  <a:pt x="8751728" y="4237494"/>
                </a:moveTo>
                <a:lnTo>
                  <a:pt x="8751728" y="4382754"/>
                </a:lnTo>
                <a:lnTo>
                  <a:pt x="8897000" y="4382754"/>
                </a:lnTo>
                <a:lnTo>
                  <a:pt x="8897000" y="4237494"/>
                </a:lnTo>
                <a:close/>
                <a:moveTo>
                  <a:pt x="10298431" y="4235337"/>
                </a:moveTo>
                <a:lnTo>
                  <a:pt x="10448228" y="4235337"/>
                </a:lnTo>
                <a:lnTo>
                  <a:pt x="10448228" y="4384921"/>
                </a:lnTo>
                <a:lnTo>
                  <a:pt x="10298431" y="4384921"/>
                </a:lnTo>
                <a:close/>
                <a:moveTo>
                  <a:pt x="9091106" y="4231979"/>
                </a:moveTo>
                <a:lnTo>
                  <a:pt x="9091106" y="4388284"/>
                </a:lnTo>
                <a:lnTo>
                  <a:pt x="9247441" y="4388284"/>
                </a:lnTo>
                <a:lnTo>
                  <a:pt x="9247441" y="4231979"/>
                </a:lnTo>
                <a:close/>
                <a:moveTo>
                  <a:pt x="9948157" y="4229616"/>
                </a:moveTo>
                <a:lnTo>
                  <a:pt x="10108794" y="4229616"/>
                </a:lnTo>
                <a:lnTo>
                  <a:pt x="10108794" y="4390452"/>
                </a:lnTo>
                <a:lnTo>
                  <a:pt x="9948157" y="4390452"/>
                </a:lnTo>
                <a:close/>
                <a:moveTo>
                  <a:pt x="9430150" y="4226269"/>
                </a:moveTo>
                <a:lnTo>
                  <a:pt x="9430150" y="4393804"/>
                </a:lnTo>
                <a:lnTo>
                  <a:pt x="9597716" y="4393804"/>
                </a:lnTo>
                <a:lnTo>
                  <a:pt x="9597716" y="4226269"/>
                </a:lnTo>
                <a:close/>
                <a:moveTo>
                  <a:pt x="4510650" y="4134411"/>
                </a:moveTo>
                <a:lnTo>
                  <a:pt x="4510650" y="4141110"/>
                </a:lnTo>
                <a:lnTo>
                  <a:pt x="4517355" y="4141110"/>
                </a:lnTo>
                <a:lnTo>
                  <a:pt x="4517355" y="4134411"/>
                </a:lnTo>
                <a:close/>
                <a:moveTo>
                  <a:pt x="4849872" y="4128701"/>
                </a:moveTo>
                <a:lnTo>
                  <a:pt x="4849872" y="4146641"/>
                </a:lnTo>
                <a:lnTo>
                  <a:pt x="4867813" y="4146641"/>
                </a:lnTo>
                <a:lnTo>
                  <a:pt x="4867813" y="4128701"/>
                </a:lnTo>
                <a:close/>
                <a:moveTo>
                  <a:pt x="5189105" y="4123170"/>
                </a:moveTo>
                <a:lnTo>
                  <a:pt x="5189105" y="4152145"/>
                </a:lnTo>
                <a:lnTo>
                  <a:pt x="5218081" y="4152145"/>
                </a:lnTo>
                <a:lnTo>
                  <a:pt x="5218081" y="4123170"/>
                </a:lnTo>
                <a:close/>
                <a:moveTo>
                  <a:pt x="5528528" y="4117656"/>
                </a:moveTo>
                <a:lnTo>
                  <a:pt x="5528528" y="4157665"/>
                </a:lnTo>
                <a:lnTo>
                  <a:pt x="5568539" y="4157665"/>
                </a:lnTo>
                <a:lnTo>
                  <a:pt x="5568539" y="4117656"/>
                </a:lnTo>
                <a:close/>
                <a:moveTo>
                  <a:pt x="5867738" y="4112147"/>
                </a:moveTo>
                <a:lnTo>
                  <a:pt x="5867738" y="4163197"/>
                </a:lnTo>
                <a:lnTo>
                  <a:pt x="5918807" y="4163197"/>
                </a:lnTo>
                <a:lnTo>
                  <a:pt x="5918807" y="4112147"/>
                </a:lnTo>
                <a:close/>
                <a:moveTo>
                  <a:pt x="6207005" y="4106431"/>
                </a:moveTo>
                <a:lnTo>
                  <a:pt x="6207005" y="4168716"/>
                </a:lnTo>
                <a:lnTo>
                  <a:pt x="6269248" y="4168716"/>
                </a:lnTo>
                <a:lnTo>
                  <a:pt x="6269248" y="4106431"/>
                </a:lnTo>
                <a:close/>
                <a:moveTo>
                  <a:pt x="6546216" y="4100900"/>
                </a:moveTo>
                <a:lnTo>
                  <a:pt x="6546216" y="4174220"/>
                </a:lnTo>
                <a:lnTo>
                  <a:pt x="6619523" y="4174220"/>
                </a:lnTo>
                <a:lnTo>
                  <a:pt x="6619523" y="4100900"/>
                </a:lnTo>
                <a:close/>
                <a:moveTo>
                  <a:pt x="6885650" y="4095391"/>
                </a:moveTo>
                <a:lnTo>
                  <a:pt x="6885650" y="4179745"/>
                </a:lnTo>
                <a:lnTo>
                  <a:pt x="6970020" y="4179745"/>
                </a:lnTo>
                <a:lnTo>
                  <a:pt x="6970020" y="4095391"/>
                </a:lnTo>
                <a:close/>
                <a:moveTo>
                  <a:pt x="7224861" y="4090061"/>
                </a:moveTo>
                <a:lnTo>
                  <a:pt x="7224861" y="4185461"/>
                </a:lnTo>
                <a:lnTo>
                  <a:pt x="7320294" y="4185461"/>
                </a:lnTo>
                <a:lnTo>
                  <a:pt x="7320294" y="4090061"/>
                </a:lnTo>
                <a:close/>
                <a:moveTo>
                  <a:pt x="7564295" y="4084552"/>
                </a:moveTo>
                <a:lnTo>
                  <a:pt x="7564295" y="4190987"/>
                </a:lnTo>
                <a:lnTo>
                  <a:pt x="7670735" y="4190987"/>
                </a:lnTo>
                <a:lnTo>
                  <a:pt x="7670735" y="4084552"/>
                </a:lnTo>
                <a:close/>
                <a:moveTo>
                  <a:pt x="7903338" y="4078825"/>
                </a:moveTo>
                <a:lnTo>
                  <a:pt x="7903338" y="4196495"/>
                </a:lnTo>
                <a:lnTo>
                  <a:pt x="8021008" y="4196495"/>
                </a:lnTo>
                <a:lnTo>
                  <a:pt x="8021008" y="4078825"/>
                </a:lnTo>
                <a:close/>
                <a:moveTo>
                  <a:pt x="8242772" y="4073305"/>
                </a:moveTo>
                <a:lnTo>
                  <a:pt x="8242772" y="4202016"/>
                </a:lnTo>
                <a:lnTo>
                  <a:pt x="8371450" y="4202016"/>
                </a:lnTo>
                <a:lnTo>
                  <a:pt x="8371450" y="4073305"/>
                </a:lnTo>
                <a:close/>
                <a:moveTo>
                  <a:pt x="8581983" y="4067796"/>
                </a:moveTo>
                <a:lnTo>
                  <a:pt x="8581983" y="4207541"/>
                </a:lnTo>
                <a:lnTo>
                  <a:pt x="8721724" y="4207541"/>
                </a:lnTo>
                <a:lnTo>
                  <a:pt x="8721724" y="4067796"/>
                </a:lnTo>
                <a:close/>
                <a:moveTo>
                  <a:pt x="10473651" y="4065623"/>
                </a:moveTo>
                <a:lnTo>
                  <a:pt x="10617583" y="4065623"/>
                </a:lnTo>
                <a:lnTo>
                  <a:pt x="10617583" y="4209709"/>
                </a:lnTo>
                <a:lnTo>
                  <a:pt x="10473651" y="4209709"/>
                </a:lnTo>
                <a:close/>
                <a:moveTo>
                  <a:pt x="8921417" y="4062282"/>
                </a:moveTo>
                <a:lnTo>
                  <a:pt x="8921417" y="4213062"/>
                </a:lnTo>
                <a:lnTo>
                  <a:pt x="9072221" y="4213062"/>
                </a:lnTo>
                <a:lnTo>
                  <a:pt x="9072221" y="4062282"/>
                </a:lnTo>
                <a:close/>
                <a:moveTo>
                  <a:pt x="10123209" y="4060097"/>
                </a:moveTo>
                <a:lnTo>
                  <a:pt x="10278539" y="4060097"/>
                </a:lnTo>
                <a:lnTo>
                  <a:pt x="10278539" y="4215223"/>
                </a:lnTo>
                <a:lnTo>
                  <a:pt x="10123209" y="4215223"/>
                </a:lnTo>
                <a:close/>
                <a:moveTo>
                  <a:pt x="9260460" y="4056549"/>
                </a:moveTo>
                <a:lnTo>
                  <a:pt x="9260460" y="4218570"/>
                </a:lnTo>
                <a:lnTo>
                  <a:pt x="9422494" y="4218570"/>
                </a:lnTo>
                <a:lnTo>
                  <a:pt x="9422494" y="4056549"/>
                </a:lnTo>
                <a:close/>
                <a:moveTo>
                  <a:pt x="9772936" y="4054593"/>
                </a:moveTo>
                <a:lnTo>
                  <a:pt x="9939105" y="4054593"/>
                </a:lnTo>
                <a:lnTo>
                  <a:pt x="9939105" y="4220738"/>
                </a:lnTo>
                <a:lnTo>
                  <a:pt x="9772936" y="4220738"/>
                </a:lnTo>
                <a:close/>
                <a:moveTo>
                  <a:pt x="4680356" y="3959183"/>
                </a:moveTo>
                <a:lnTo>
                  <a:pt x="4680356" y="3971402"/>
                </a:lnTo>
                <a:lnTo>
                  <a:pt x="4692576" y="3971402"/>
                </a:lnTo>
                <a:lnTo>
                  <a:pt x="4692576" y="3959183"/>
                </a:lnTo>
                <a:close/>
                <a:moveTo>
                  <a:pt x="5019589" y="3953472"/>
                </a:moveTo>
                <a:lnTo>
                  <a:pt x="5019589" y="3976927"/>
                </a:lnTo>
                <a:lnTo>
                  <a:pt x="5043045" y="3976927"/>
                </a:lnTo>
                <a:lnTo>
                  <a:pt x="5043045" y="3953472"/>
                </a:lnTo>
                <a:close/>
                <a:moveTo>
                  <a:pt x="5358822" y="3947958"/>
                </a:moveTo>
                <a:lnTo>
                  <a:pt x="5358822" y="3982453"/>
                </a:lnTo>
                <a:lnTo>
                  <a:pt x="5393313" y="3982453"/>
                </a:lnTo>
                <a:lnTo>
                  <a:pt x="5393313" y="3947958"/>
                </a:lnTo>
                <a:close/>
                <a:moveTo>
                  <a:pt x="5698217" y="3942427"/>
                </a:moveTo>
                <a:lnTo>
                  <a:pt x="5698217" y="3987956"/>
                </a:lnTo>
                <a:lnTo>
                  <a:pt x="5743754" y="3987956"/>
                </a:lnTo>
                <a:lnTo>
                  <a:pt x="5743754" y="3942427"/>
                </a:lnTo>
                <a:close/>
                <a:moveTo>
                  <a:pt x="6037483" y="3936912"/>
                </a:moveTo>
                <a:lnTo>
                  <a:pt x="6037483" y="3993482"/>
                </a:lnTo>
                <a:lnTo>
                  <a:pt x="6094027" y="3993482"/>
                </a:lnTo>
                <a:lnTo>
                  <a:pt x="6094027" y="3936912"/>
                </a:lnTo>
                <a:close/>
                <a:moveTo>
                  <a:pt x="6376694" y="3931392"/>
                </a:moveTo>
                <a:lnTo>
                  <a:pt x="6376694" y="3999197"/>
                </a:lnTo>
                <a:lnTo>
                  <a:pt x="6444525" y="3999197"/>
                </a:lnTo>
                <a:lnTo>
                  <a:pt x="6444525" y="3931392"/>
                </a:lnTo>
                <a:close/>
                <a:moveTo>
                  <a:pt x="6715905" y="3925878"/>
                </a:moveTo>
                <a:lnTo>
                  <a:pt x="6715905" y="4004718"/>
                </a:lnTo>
                <a:lnTo>
                  <a:pt x="6794743" y="4004718"/>
                </a:lnTo>
                <a:lnTo>
                  <a:pt x="6794743" y="3925878"/>
                </a:lnTo>
                <a:close/>
                <a:moveTo>
                  <a:pt x="7055339" y="3920369"/>
                </a:moveTo>
                <a:lnTo>
                  <a:pt x="7055339" y="4010249"/>
                </a:lnTo>
                <a:lnTo>
                  <a:pt x="7145240" y="4010249"/>
                </a:lnTo>
                <a:lnTo>
                  <a:pt x="7145240" y="3920369"/>
                </a:lnTo>
                <a:close/>
                <a:moveTo>
                  <a:pt x="7394606" y="3914838"/>
                </a:moveTo>
                <a:lnTo>
                  <a:pt x="7394606" y="4015753"/>
                </a:lnTo>
                <a:lnTo>
                  <a:pt x="7495515" y="4015753"/>
                </a:lnTo>
                <a:lnTo>
                  <a:pt x="7495515" y="3914838"/>
                </a:lnTo>
                <a:close/>
                <a:moveTo>
                  <a:pt x="7733817" y="3909122"/>
                </a:moveTo>
                <a:lnTo>
                  <a:pt x="7733817" y="4021272"/>
                </a:lnTo>
                <a:lnTo>
                  <a:pt x="7845956" y="4021272"/>
                </a:lnTo>
                <a:lnTo>
                  <a:pt x="7845956" y="3909122"/>
                </a:lnTo>
                <a:close/>
                <a:moveTo>
                  <a:pt x="8073027" y="3903613"/>
                </a:moveTo>
                <a:lnTo>
                  <a:pt x="8073027" y="4026798"/>
                </a:lnTo>
                <a:lnTo>
                  <a:pt x="8196229" y="4026798"/>
                </a:lnTo>
                <a:lnTo>
                  <a:pt x="8196229" y="3903613"/>
                </a:lnTo>
                <a:close/>
                <a:moveTo>
                  <a:pt x="8412461" y="3898082"/>
                </a:moveTo>
                <a:lnTo>
                  <a:pt x="8412461" y="4032307"/>
                </a:lnTo>
                <a:lnTo>
                  <a:pt x="8546726" y="4032307"/>
                </a:lnTo>
                <a:lnTo>
                  <a:pt x="8546726" y="3898082"/>
                </a:lnTo>
                <a:close/>
                <a:moveTo>
                  <a:pt x="10648927" y="3895914"/>
                </a:moveTo>
                <a:lnTo>
                  <a:pt x="10728325" y="3895914"/>
                </a:lnTo>
                <a:lnTo>
                  <a:pt x="10728325" y="4034475"/>
                </a:lnTo>
                <a:lnTo>
                  <a:pt x="10648927" y="4034475"/>
                </a:lnTo>
                <a:close/>
                <a:moveTo>
                  <a:pt x="8751728" y="3892562"/>
                </a:moveTo>
                <a:lnTo>
                  <a:pt x="8751728" y="4037827"/>
                </a:lnTo>
                <a:lnTo>
                  <a:pt x="8897000" y="4037827"/>
                </a:lnTo>
                <a:lnTo>
                  <a:pt x="8897000" y="3892562"/>
                </a:lnTo>
                <a:close/>
                <a:moveTo>
                  <a:pt x="10298431" y="3890405"/>
                </a:moveTo>
                <a:lnTo>
                  <a:pt x="10448228" y="3890405"/>
                </a:lnTo>
                <a:lnTo>
                  <a:pt x="10448228" y="4040207"/>
                </a:lnTo>
                <a:lnTo>
                  <a:pt x="10298431" y="4040207"/>
                </a:lnTo>
                <a:close/>
                <a:moveTo>
                  <a:pt x="9091106" y="3887053"/>
                </a:moveTo>
                <a:lnTo>
                  <a:pt x="9091106" y="4043353"/>
                </a:lnTo>
                <a:lnTo>
                  <a:pt x="9247441" y="4043353"/>
                </a:lnTo>
                <a:lnTo>
                  <a:pt x="9247441" y="3887053"/>
                </a:lnTo>
                <a:close/>
                <a:moveTo>
                  <a:pt x="9948157" y="3884880"/>
                </a:moveTo>
                <a:lnTo>
                  <a:pt x="10108794" y="3884880"/>
                </a:lnTo>
                <a:lnTo>
                  <a:pt x="10108794" y="4045526"/>
                </a:lnTo>
                <a:lnTo>
                  <a:pt x="9948157" y="4045526"/>
                </a:lnTo>
                <a:close/>
                <a:moveTo>
                  <a:pt x="9430150" y="3881538"/>
                </a:moveTo>
                <a:lnTo>
                  <a:pt x="9430150" y="4049073"/>
                </a:lnTo>
                <a:lnTo>
                  <a:pt x="9597716" y="4049073"/>
                </a:lnTo>
                <a:lnTo>
                  <a:pt x="9597716" y="3881538"/>
                </a:lnTo>
                <a:close/>
                <a:moveTo>
                  <a:pt x="4510650" y="3789485"/>
                </a:moveTo>
                <a:lnTo>
                  <a:pt x="4510650" y="3796184"/>
                </a:lnTo>
                <a:lnTo>
                  <a:pt x="4517355" y="3796184"/>
                </a:lnTo>
                <a:lnTo>
                  <a:pt x="4517355" y="3789485"/>
                </a:lnTo>
                <a:close/>
                <a:moveTo>
                  <a:pt x="4849872" y="3783775"/>
                </a:moveTo>
                <a:lnTo>
                  <a:pt x="4849872" y="3801710"/>
                </a:lnTo>
                <a:lnTo>
                  <a:pt x="4867813" y="3801710"/>
                </a:lnTo>
                <a:lnTo>
                  <a:pt x="4867813" y="3783775"/>
                </a:lnTo>
                <a:close/>
                <a:moveTo>
                  <a:pt x="5189105" y="3778244"/>
                </a:moveTo>
                <a:lnTo>
                  <a:pt x="5189105" y="3807219"/>
                </a:lnTo>
                <a:lnTo>
                  <a:pt x="5218081" y="3807219"/>
                </a:lnTo>
                <a:lnTo>
                  <a:pt x="5218081" y="3778244"/>
                </a:lnTo>
                <a:close/>
                <a:moveTo>
                  <a:pt x="5528528" y="3772925"/>
                </a:moveTo>
                <a:lnTo>
                  <a:pt x="5528528" y="3812934"/>
                </a:lnTo>
                <a:lnTo>
                  <a:pt x="5568539" y="3812934"/>
                </a:lnTo>
                <a:lnTo>
                  <a:pt x="5568539" y="3772925"/>
                </a:lnTo>
                <a:close/>
                <a:moveTo>
                  <a:pt x="5867738" y="3767405"/>
                </a:moveTo>
                <a:lnTo>
                  <a:pt x="5867738" y="3818455"/>
                </a:lnTo>
                <a:lnTo>
                  <a:pt x="5918807" y="3818455"/>
                </a:lnTo>
                <a:lnTo>
                  <a:pt x="5918807" y="3767405"/>
                </a:lnTo>
                <a:close/>
                <a:moveTo>
                  <a:pt x="6207005" y="3761700"/>
                </a:moveTo>
                <a:lnTo>
                  <a:pt x="6207005" y="3823985"/>
                </a:lnTo>
                <a:lnTo>
                  <a:pt x="6269248" y="3823985"/>
                </a:lnTo>
                <a:lnTo>
                  <a:pt x="6269248" y="3761700"/>
                </a:lnTo>
                <a:close/>
                <a:moveTo>
                  <a:pt x="6546216" y="3756186"/>
                </a:moveTo>
                <a:lnTo>
                  <a:pt x="6546216" y="3829506"/>
                </a:lnTo>
                <a:lnTo>
                  <a:pt x="6619523" y="3829506"/>
                </a:lnTo>
                <a:lnTo>
                  <a:pt x="6619523" y="3756186"/>
                </a:lnTo>
                <a:close/>
                <a:moveTo>
                  <a:pt x="6885650" y="3750649"/>
                </a:moveTo>
                <a:lnTo>
                  <a:pt x="6885650" y="3835009"/>
                </a:lnTo>
                <a:lnTo>
                  <a:pt x="6970020" y="3835009"/>
                </a:lnTo>
                <a:lnTo>
                  <a:pt x="6970020" y="3750649"/>
                </a:lnTo>
                <a:close/>
                <a:moveTo>
                  <a:pt x="7224861" y="3745134"/>
                </a:moveTo>
                <a:lnTo>
                  <a:pt x="7224861" y="3840534"/>
                </a:lnTo>
                <a:lnTo>
                  <a:pt x="7320294" y="3840534"/>
                </a:lnTo>
                <a:lnTo>
                  <a:pt x="7320294" y="3745134"/>
                </a:lnTo>
                <a:close/>
                <a:moveTo>
                  <a:pt x="7564295" y="3739626"/>
                </a:moveTo>
                <a:lnTo>
                  <a:pt x="7564295" y="3846061"/>
                </a:lnTo>
                <a:lnTo>
                  <a:pt x="7670735" y="3846061"/>
                </a:lnTo>
                <a:lnTo>
                  <a:pt x="7670735" y="3739626"/>
                </a:lnTo>
                <a:close/>
                <a:moveTo>
                  <a:pt x="7903338" y="3733893"/>
                </a:moveTo>
                <a:lnTo>
                  <a:pt x="7903338" y="3851563"/>
                </a:lnTo>
                <a:lnTo>
                  <a:pt x="8021008" y="3851563"/>
                </a:lnTo>
                <a:lnTo>
                  <a:pt x="8021008" y="3733893"/>
                </a:lnTo>
                <a:close/>
                <a:moveTo>
                  <a:pt x="8242772" y="3728379"/>
                </a:moveTo>
                <a:lnTo>
                  <a:pt x="8242772" y="3857089"/>
                </a:lnTo>
                <a:lnTo>
                  <a:pt x="8371450" y="3857089"/>
                </a:lnTo>
                <a:lnTo>
                  <a:pt x="8371450" y="3728379"/>
                </a:lnTo>
                <a:close/>
                <a:moveTo>
                  <a:pt x="8581983" y="3723060"/>
                </a:moveTo>
                <a:lnTo>
                  <a:pt x="8581983" y="3862805"/>
                </a:lnTo>
                <a:lnTo>
                  <a:pt x="8721724" y="3862805"/>
                </a:lnTo>
                <a:lnTo>
                  <a:pt x="8721724" y="3723060"/>
                </a:lnTo>
                <a:close/>
                <a:moveTo>
                  <a:pt x="10473651" y="3720892"/>
                </a:moveTo>
                <a:lnTo>
                  <a:pt x="10617583" y="3720892"/>
                </a:lnTo>
                <a:lnTo>
                  <a:pt x="10617583" y="3864973"/>
                </a:lnTo>
                <a:lnTo>
                  <a:pt x="10473651" y="3864973"/>
                </a:lnTo>
                <a:close/>
                <a:moveTo>
                  <a:pt x="8921417" y="3717551"/>
                </a:moveTo>
                <a:lnTo>
                  <a:pt x="8921417" y="3868331"/>
                </a:lnTo>
                <a:lnTo>
                  <a:pt x="9072221" y="3868331"/>
                </a:lnTo>
                <a:lnTo>
                  <a:pt x="9072221" y="3717551"/>
                </a:lnTo>
                <a:close/>
                <a:moveTo>
                  <a:pt x="10123209" y="3715171"/>
                </a:moveTo>
                <a:lnTo>
                  <a:pt x="10278539" y="3715171"/>
                </a:lnTo>
                <a:lnTo>
                  <a:pt x="10278539" y="3870487"/>
                </a:lnTo>
                <a:lnTo>
                  <a:pt x="10123209" y="3870487"/>
                </a:lnTo>
                <a:close/>
                <a:moveTo>
                  <a:pt x="9260460" y="3711835"/>
                </a:moveTo>
                <a:lnTo>
                  <a:pt x="9260460" y="3873850"/>
                </a:lnTo>
                <a:lnTo>
                  <a:pt x="9422494" y="3873850"/>
                </a:lnTo>
                <a:lnTo>
                  <a:pt x="9422494" y="3711835"/>
                </a:lnTo>
                <a:close/>
                <a:moveTo>
                  <a:pt x="9772936" y="3709668"/>
                </a:moveTo>
                <a:lnTo>
                  <a:pt x="9939105" y="3709668"/>
                </a:lnTo>
                <a:lnTo>
                  <a:pt x="9939105" y="3876018"/>
                </a:lnTo>
                <a:lnTo>
                  <a:pt x="9772936" y="3876018"/>
                </a:lnTo>
                <a:close/>
                <a:moveTo>
                  <a:pt x="4680356" y="3614469"/>
                </a:moveTo>
                <a:lnTo>
                  <a:pt x="4680356" y="3626688"/>
                </a:lnTo>
                <a:lnTo>
                  <a:pt x="4692576" y="3626688"/>
                </a:lnTo>
                <a:lnTo>
                  <a:pt x="4692576" y="3614469"/>
                </a:lnTo>
                <a:close/>
                <a:moveTo>
                  <a:pt x="5019589" y="3608736"/>
                </a:moveTo>
                <a:lnTo>
                  <a:pt x="5019589" y="3632196"/>
                </a:lnTo>
                <a:lnTo>
                  <a:pt x="5043045" y="3632196"/>
                </a:lnTo>
                <a:lnTo>
                  <a:pt x="5043045" y="3608736"/>
                </a:lnTo>
                <a:close/>
                <a:moveTo>
                  <a:pt x="5358822" y="3603222"/>
                </a:moveTo>
                <a:lnTo>
                  <a:pt x="5358822" y="3637717"/>
                </a:lnTo>
                <a:lnTo>
                  <a:pt x="5393313" y="3637717"/>
                </a:lnTo>
                <a:lnTo>
                  <a:pt x="5393313" y="3603222"/>
                </a:lnTo>
                <a:close/>
                <a:moveTo>
                  <a:pt x="5698217" y="3597713"/>
                </a:moveTo>
                <a:lnTo>
                  <a:pt x="5698217" y="3643242"/>
                </a:lnTo>
                <a:lnTo>
                  <a:pt x="5743754" y="3643242"/>
                </a:lnTo>
                <a:lnTo>
                  <a:pt x="5743754" y="3597713"/>
                </a:lnTo>
                <a:close/>
                <a:moveTo>
                  <a:pt x="6037483" y="3592176"/>
                </a:moveTo>
                <a:lnTo>
                  <a:pt x="6037483" y="3648740"/>
                </a:lnTo>
                <a:lnTo>
                  <a:pt x="6094027" y="3648740"/>
                </a:lnTo>
                <a:lnTo>
                  <a:pt x="6094027" y="3592176"/>
                </a:lnTo>
                <a:close/>
                <a:moveTo>
                  <a:pt x="6376694" y="3586466"/>
                </a:moveTo>
                <a:lnTo>
                  <a:pt x="6376694" y="3654271"/>
                </a:lnTo>
                <a:lnTo>
                  <a:pt x="6444525" y="3654271"/>
                </a:lnTo>
                <a:lnTo>
                  <a:pt x="6444525" y="3586466"/>
                </a:lnTo>
                <a:close/>
                <a:moveTo>
                  <a:pt x="6715905" y="3580951"/>
                </a:moveTo>
                <a:lnTo>
                  <a:pt x="6715905" y="3659791"/>
                </a:lnTo>
                <a:lnTo>
                  <a:pt x="6794743" y="3659791"/>
                </a:lnTo>
                <a:lnTo>
                  <a:pt x="6794743" y="3580951"/>
                </a:lnTo>
                <a:close/>
                <a:moveTo>
                  <a:pt x="7055339" y="3575437"/>
                </a:moveTo>
                <a:lnTo>
                  <a:pt x="7055339" y="3665317"/>
                </a:lnTo>
                <a:lnTo>
                  <a:pt x="7145240" y="3665317"/>
                </a:lnTo>
                <a:lnTo>
                  <a:pt x="7145240" y="3575437"/>
                </a:lnTo>
                <a:close/>
                <a:moveTo>
                  <a:pt x="7394606" y="3569906"/>
                </a:moveTo>
                <a:lnTo>
                  <a:pt x="7394606" y="3670826"/>
                </a:lnTo>
                <a:lnTo>
                  <a:pt x="7495515" y="3670826"/>
                </a:lnTo>
                <a:lnTo>
                  <a:pt x="7495515" y="3569906"/>
                </a:lnTo>
                <a:close/>
                <a:moveTo>
                  <a:pt x="7733817" y="3564391"/>
                </a:moveTo>
                <a:lnTo>
                  <a:pt x="7733817" y="3676541"/>
                </a:lnTo>
                <a:lnTo>
                  <a:pt x="7845956" y="3676541"/>
                </a:lnTo>
                <a:lnTo>
                  <a:pt x="7845956" y="3564391"/>
                </a:lnTo>
                <a:close/>
                <a:moveTo>
                  <a:pt x="8073027" y="3558877"/>
                </a:moveTo>
                <a:lnTo>
                  <a:pt x="8073027" y="3682062"/>
                </a:lnTo>
                <a:lnTo>
                  <a:pt x="8196229" y="3682062"/>
                </a:lnTo>
                <a:lnTo>
                  <a:pt x="8196229" y="3558877"/>
                </a:lnTo>
                <a:close/>
                <a:moveTo>
                  <a:pt x="8412461" y="3553362"/>
                </a:moveTo>
                <a:lnTo>
                  <a:pt x="8412461" y="3687593"/>
                </a:lnTo>
                <a:lnTo>
                  <a:pt x="8546726" y="3687593"/>
                </a:lnTo>
                <a:lnTo>
                  <a:pt x="8546726" y="3553362"/>
                </a:lnTo>
                <a:close/>
                <a:moveTo>
                  <a:pt x="10648927" y="3551195"/>
                </a:moveTo>
                <a:lnTo>
                  <a:pt x="10728325" y="3551195"/>
                </a:lnTo>
                <a:lnTo>
                  <a:pt x="10728325" y="3689548"/>
                </a:lnTo>
                <a:lnTo>
                  <a:pt x="10648927" y="3689548"/>
                </a:lnTo>
                <a:close/>
                <a:moveTo>
                  <a:pt x="8751728" y="3547831"/>
                </a:moveTo>
                <a:lnTo>
                  <a:pt x="8751728" y="3693096"/>
                </a:lnTo>
                <a:lnTo>
                  <a:pt x="8897000" y="3693096"/>
                </a:lnTo>
                <a:lnTo>
                  <a:pt x="8897000" y="3547831"/>
                </a:lnTo>
                <a:close/>
                <a:moveTo>
                  <a:pt x="10298431" y="3545669"/>
                </a:moveTo>
                <a:lnTo>
                  <a:pt x="10448228" y="3545669"/>
                </a:lnTo>
                <a:lnTo>
                  <a:pt x="10448228" y="3695275"/>
                </a:lnTo>
                <a:lnTo>
                  <a:pt x="10298431" y="3695275"/>
                </a:lnTo>
                <a:close/>
                <a:moveTo>
                  <a:pt x="9091106" y="3542317"/>
                </a:moveTo>
                <a:lnTo>
                  <a:pt x="9091106" y="3698617"/>
                </a:lnTo>
                <a:lnTo>
                  <a:pt x="9247441" y="3698617"/>
                </a:lnTo>
                <a:lnTo>
                  <a:pt x="9247441" y="3542317"/>
                </a:lnTo>
                <a:close/>
                <a:moveTo>
                  <a:pt x="9948157" y="3540149"/>
                </a:moveTo>
                <a:lnTo>
                  <a:pt x="10108794" y="3540149"/>
                </a:lnTo>
                <a:lnTo>
                  <a:pt x="10108794" y="3700790"/>
                </a:lnTo>
                <a:lnTo>
                  <a:pt x="9948157" y="3700790"/>
                </a:lnTo>
                <a:close/>
                <a:moveTo>
                  <a:pt x="9430150" y="3536601"/>
                </a:moveTo>
                <a:lnTo>
                  <a:pt x="9430150" y="3704142"/>
                </a:lnTo>
                <a:lnTo>
                  <a:pt x="9597716" y="3704142"/>
                </a:lnTo>
                <a:lnTo>
                  <a:pt x="9597716" y="3536601"/>
                </a:lnTo>
                <a:close/>
                <a:moveTo>
                  <a:pt x="4510650" y="3444754"/>
                </a:moveTo>
                <a:lnTo>
                  <a:pt x="4510650" y="3451453"/>
                </a:lnTo>
                <a:lnTo>
                  <a:pt x="4517355" y="3451453"/>
                </a:lnTo>
                <a:lnTo>
                  <a:pt x="4517355" y="3444754"/>
                </a:lnTo>
                <a:close/>
                <a:moveTo>
                  <a:pt x="4849872" y="3439039"/>
                </a:moveTo>
                <a:lnTo>
                  <a:pt x="4849872" y="3456973"/>
                </a:lnTo>
                <a:lnTo>
                  <a:pt x="4867813" y="3456973"/>
                </a:lnTo>
                <a:lnTo>
                  <a:pt x="4867813" y="3439039"/>
                </a:lnTo>
                <a:close/>
                <a:moveTo>
                  <a:pt x="5189105" y="3433530"/>
                </a:moveTo>
                <a:lnTo>
                  <a:pt x="5189105" y="3462499"/>
                </a:lnTo>
                <a:lnTo>
                  <a:pt x="5218081" y="3462499"/>
                </a:lnTo>
                <a:lnTo>
                  <a:pt x="5218081" y="3433530"/>
                </a:lnTo>
                <a:close/>
                <a:moveTo>
                  <a:pt x="5528522" y="3427993"/>
                </a:moveTo>
                <a:lnTo>
                  <a:pt x="5528522" y="3468008"/>
                </a:lnTo>
                <a:lnTo>
                  <a:pt x="5568539" y="3468008"/>
                </a:lnTo>
                <a:lnTo>
                  <a:pt x="5568539" y="3427993"/>
                </a:lnTo>
                <a:close/>
                <a:moveTo>
                  <a:pt x="5867738" y="3422478"/>
                </a:moveTo>
                <a:lnTo>
                  <a:pt x="5867738" y="3473528"/>
                </a:lnTo>
                <a:lnTo>
                  <a:pt x="5918807" y="3473528"/>
                </a:lnTo>
                <a:lnTo>
                  <a:pt x="5918807" y="3422478"/>
                </a:lnTo>
                <a:close/>
                <a:moveTo>
                  <a:pt x="6207005" y="3416768"/>
                </a:moveTo>
                <a:lnTo>
                  <a:pt x="6207005" y="3479047"/>
                </a:lnTo>
                <a:lnTo>
                  <a:pt x="6269248" y="3479047"/>
                </a:lnTo>
                <a:lnTo>
                  <a:pt x="6269248" y="3416768"/>
                </a:lnTo>
                <a:close/>
                <a:moveTo>
                  <a:pt x="6546216" y="3411444"/>
                </a:moveTo>
                <a:lnTo>
                  <a:pt x="6546216" y="3484769"/>
                </a:lnTo>
                <a:lnTo>
                  <a:pt x="6619523" y="3484769"/>
                </a:lnTo>
                <a:lnTo>
                  <a:pt x="6619523" y="3411444"/>
                </a:lnTo>
                <a:close/>
                <a:moveTo>
                  <a:pt x="6885650" y="3405913"/>
                </a:moveTo>
                <a:lnTo>
                  <a:pt x="6885650" y="3490273"/>
                </a:lnTo>
                <a:lnTo>
                  <a:pt x="6970020" y="3490273"/>
                </a:lnTo>
                <a:lnTo>
                  <a:pt x="6970020" y="3405913"/>
                </a:lnTo>
                <a:close/>
                <a:moveTo>
                  <a:pt x="7224861" y="3400404"/>
                </a:moveTo>
                <a:lnTo>
                  <a:pt x="7224861" y="3495799"/>
                </a:lnTo>
                <a:lnTo>
                  <a:pt x="7320294" y="3495799"/>
                </a:lnTo>
                <a:lnTo>
                  <a:pt x="7320294" y="3400404"/>
                </a:lnTo>
                <a:close/>
                <a:moveTo>
                  <a:pt x="7564295" y="3394889"/>
                </a:moveTo>
                <a:lnTo>
                  <a:pt x="7564295" y="3501324"/>
                </a:lnTo>
                <a:lnTo>
                  <a:pt x="7670735" y="3501324"/>
                </a:lnTo>
                <a:lnTo>
                  <a:pt x="7670735" y="3394889"/>
                </a:lnTo>
                <a:close/>
                <a:moveTo>
                  <a:pt x="7903338" y="3389179"/>
                </a:moveTo>
                <a:lnTo>
                  <a:pt x="7903338" y="3506849"/>
                </a:lnTo>
                <a:lnTo>
                  <a:pt x="8021008" y="3506849"/>
                </a:lnTo>
                <a:lnTo>
                  <a:pt x="8021008" y="3389179"/>
                </a:lnTo>
                <a:close/>
                <a:moveTo>
                  <a:pt x="8242772" y="3383648"/>
                </a:moveTo>
                <a:lnTo>
                  <a:pt x="8242772" y="3512353"/>
                </a:lnTo>
                <a:lnTo>
                  <a:pt x="8371450" y="3512353"/>
                </a:lnTo>
                <a:lnTo>
                  <a:pt x="8371450" y="3383648"/>
                </a:lnTo>
                <a:close/>
                <a:moveTo>
                  <a:pt x="8581983" y="3378134"/>
                </a:moveTo>
                <a:lnTo>
                  <a:pt x="8581983" y="3517879"/>
                </a:lnTo>
                <a:lnTo>
                  <a:pt x="8721724" y="3517879"/>
                </a:lnTo>
                <a:lnTo>
                  <a:pt x="8721724" y="3378134"/>
                </a:lnTo>
                <a:close/>
                <a:moveTo>
                  <a:pt x="10473651" y="3375960"/>
                </a:moveTo>
                <a:lnTo>
                  <a:pt x="10617583" y="3375960"/>
                </a:lnTo>
                <a:lnTo>
                  <a:pt x="10617583" y="3520242"/>
                </a:lnTo>
                <a:lnTo>
                  <a:pt x="10473651" y="3520242"/>
                </a:lnTo>
                <a:close/>
                <a:moveTo>
                  <a:pt x="8921417" y="3372619"/>
                </a:moveTo>
                <a:lnTo>
                  <a:pt x="8921417" y="3523404"/>
                </a:lnTo>
                <a:lnTo>
                  <a:pt x="9072221" y="3523404"/>
                </a:lnTo>
                <a:lnTo>
                  <a:pt x="9072221" y="3372619"/>
                </a:lnTo>
                <a:close/>
                <a:moveTo>
                  <a:pt x="10123209" y="3370457"/>
                </a:moveTo>
                <a:lnTo>
                  <a:pt x="10278539" y="3370457"/>
                </a:lnTo>
                <a:lnTo>
                  <a:pt x="10278539" y="3525561"/>
                </a:lnTo>
                <a:lnTo>
                  <a:pt x="10123209" y="3525561"/>
                </a:lnTo>
                <a:close/>
                <a:moveTo>
                  <a:pt x="9260460" y="3366909"/>
                </a:moveTo>
                <a:lnTo>
                  <a:pt x="9260460" y="3528924"/>
                </a:lnTo>
                <a:lnTo>
                  <a:pt x="9422494" y="3528924"/>
                </a:lnTo>
                <a:lnTo>
                  <a:pt x="9422494" y="3366909"/>
                </a:lnTo>
                <a:close/>
                <a:moveTo>
                  <a:pt x="9772936" y="3364931"/>
                </a:moveTo>
                <a:lnTo>
                  <a:pt x="9939105" y="3364931"/>
                </a:lnTo>
                <a:lnTo>
                  <a:pt x="9939105" y="3531092"/>
                </a:lnTo>
                <a:lnTo>
                  <a:pt x="9772936" y="3531092"/>
                </a:lnTo>
                <a:close/>
                <a:moveTo>
                  <a:pt x="4680356" y="3269542"/>
                </a:moveTo>
                <a:lnTo>
                  <a:pt x="4680356" y="3281761"/>
                </a:lnTo>
                <a:lnTo>
                  <a:pt x="4692576" y="3281761"/>
                </a:lnTo>
                <a:lnTo>
                  <a:pt x="4692576" y="3269542"/>
                </a:lnTo>
                <a:close/>
                <a:moveTo>
                  <a:pt x="5019589" y="3263810"/>
                </a:moveTo>
                <a:lnTo>
                  <a:pt x="5019589" y="3287265"/>
                </a:lnTo>
                <a:lnTo>
                  <a:pt x="5043045" y="3287265"/>
                </a:lnTo>
                <a:lnTo>
                  <a:pt x="5043045" y="3263810"/>
                </a:lnTo>
                <a:close/>
                <a:moveTo>
                  <a:pt x="5358822" y="3258295"/>
                </a:moveTo>
                <a:lnTo>
                  <a:pt x="5358822" y="3292790"/>
                </a:lnTo>
                <a:lnTo>
                  <a:pt x="5393313" y="3292790"/>
                </a:lnTo>
                <a:lnTo>
                  <a:pt x="5393313" y="3258295"/>
                </a:lnTo>
                <a:close/>
                <a:moveTo>
                  <a:pt x="5698217" y="3252976"/>
                </a:moveTo>
                <a:lnTo>
                  <a:pt x="5698217" y="3298505"/>
                </a:lnTo>
                <a:lnTo>
                  <a:pt x="5743754" y="3298505"/>
                </a:lnTo>
                <a:lnTo>
                  <a:pt x="5743754" y="3252976"/>
                </a:lnTo>
                <a:close/>
                <a:moveTo>
                  <a:pt x="6037483" y="3247456"/>
                </a:moveTo>
                <a:lnTo>
                  <a:pt x="6037483" y="3304026"/>
                </a:lnTo>
                <a:lnTo>
                  <a:pt x="6094027" y="3304026"/>
                </a:lnTo>
                <a:lnTo>
                  <a:pt x="6094027" y="3247456"/>
                </a:lnTo>
                <a:close/>
                <a:moveTo>
                  <a:pt x="6376694" y="3241730"/>
                </a:moveTo>
                <a:lnTo>
                  <a:pt x="6376694" y="3309535"/>
                </a:lnTo>
                <a:lnTo>
                  <a:pt x="6444525" y="3309535"/>
                </a:lnTo>
                <a:lnTo>
                  <a:pt x="6444525" y="3241730"/>
                </a:lnTo>
                <a:close/>
                <a:moveTo>
                  <a:pt x="6715905" y="3236221"/>
                </a:moveTo>
                <a:lnTo>
                  <a:pt x="6715905" y="3315061"/>
                </a:lnTo>
                <a:lnTo>
                  <a:pt x="6794743" y="3315061"/>
                </a:lnTo>
                <a:lnTo>
                  <a:pt x="6794743" y="3236221"/>
                </a:lnTo>
                <a:close/>
                <a:moveTo>
                  <a:pt x="7055339" y="3230701"/>
                </a:moveTo>
                <a:lnTo>
                  <a:pt x="7055339" y="3320581"/>
                </a:lnTo>
                <a:lnTo>
                  <a:pt x="7145240" y="3320581"/>
                </a:lnTo>
                <a:lnTo>
                  <a:pt x="7145240" y="3230701"/>
                </a:lnTo>
                <a:close/>
                <a:moveTo>
                  <a:pt x="7394606" y="3225192"/>
                </a:moveTo>
                <a:lnTo>
                  <a:pt x="7394606" y="3326107"/>
                </a:lnTo>
                <a:lnTo>
                  <a:pt x="7495515" y="3326107"/>
                </a:lnTo>
                <a:lnTo>
                  <a:pt x="7495515" y="3225192"/>
                </a:lnTo>
                <a:close/>
                <a:moveTo>
                  <a:pt x="7733817" y="3219465"/>
                </a:moveTo>
                <a:lnTo>
                  <a:pt x="7733817" y="3331615"/>
                </a:lnTo>
                <a:lnTo>
                  <a:pt x="7845956" y="3331615"/>
                </a:lnTo>
                <a:lnTo>
                  <a:pt x="7845956" y="3219465"/>
                </a:lnTo>
                <a:close/>
                <a:moveTo>
                  <a:pt x="8073027" y="3213945"/>
                </a:moveTo>
                <a:lnTo>
                  <a:pt x="8073027" y="3337135"/>
                </a:lnTo>
                <a:lnTo>
                  <a:pt x="8196229" y="3337135"/>
                </a:lnTo>
                <a:lnTo>
                  <a:pt x="8196229" y="3213945"/>
                </a:lnTo>
                <a:close/>
                <a:moveTo>
                  <a:pt x="8412461" y="3208436"/>
                </a:moveTo>
                <a:lnTo>
                  <a:pt x="8412461" y="3342661"/>
                </a:lnTo>
                <a:lnTo>
                  <a:pt x="8546726" y="3342661"/>
                </a:lnTo>
                <a:lnTo>
                  <a:pt x="8546726" y="3208436"/>
                </a:lnTo>
                <a:close/>
                <a:moveTo>
                  <a:pt x="10648927" y="3206458"/>
                </a:moveTo>
                <a:lnTo>
                  <a:pt x="10728325" y="3206458"/>
                </a:lnTo>
                <a:lnTo>
                  <a:pt x="10728325" y="3344832"/>
                </a:lnTo>
                <a:lnTo>
                  <a:pt x="10648927" y="3344830"/>
                </a:lnTo>
                <a:close/>
                <a:moveTo>
                  <a:pt x="8751728" y="3203111"/>
                </a:moveTo>
                <a:lnTo>
                  <a:pt x="8751728" y="3348376"/>
                </a:lnTo>
                <a:lnTo>
                  <a:pt x="8897000" y="3348376"/>
                </a:lnTo>
                <a:lnTo>
                  <a:pt x="8897000" y="3203111"/>
                </a:lnTo>
                <a:close/>
                <a:moveTo>
                  <a:pt x="10298431" y="3200742"/>
                </a:moveTo>
                <a:lnTo>
                  <a:pt x="10448228" y="3200742"/>
                </a:lnTo>
                <a:lnTo>
                  <a:pt x="10448228" y="3350539"/>
                </a:lnTo>
                <a:lnTo>
                  <a:pt x="10298431" y="3350539"/>
                </a:lnTo>
                <a:close/>
                <a:moveTo>
                  <a:pt x="9091106" y="3197580"/>
                </a:moveTo>
                <a:lnTo>
                  <a:pt x="9091106" y="3353880"/>
                </a:lnTo>
                <a:lnTo>
                  <a:pt x="9247441" y="3353880"/>
                </a:lnTo>
                <a:lnTo>
                  <a:pt x="9247441" y="3197580"/>
                </a:lnTo>
                <a:close/>
                <a:moveTo>
                  <a:pt x="9948157" y="3195223"/>
                </a:moveTo>
                <a:lnTo>
                  <a:pt x="10108794" y="3195223"/>
                </a:lnTo>
                <a:lnTo>
                  <a:pt x="10108794" y="3356053"/>
                </a:lnTo>
                <a:lnTo>
                  <a:pt x="9948157" y="3356053"/>
                </a:lnTo>
                <a:close/>
                <a:moveTo>
                  <a:pt x="9430150" y="3191870"/>
                </a:moveTo>
                <a:lnTo>
                  <a:pt x="9430150" y="3359405"/>
                </a:lnTo>
                <a:lnTo>
                  <a:pt x="9597716" y="3359405"/>
                </a:lnTo>
                <a:lnTo>
                  <a:pt x="9597716" y="3191870"/>
                </a:lnTo>
                <a:close/>
                <a:moveTo>
                  <a:pt x="4510650" y="3099822"/>
                </a:moveTo>
                <a:lnTo>
                  <a:pt x="4510650" y="3106527"/>
                </a:lnTo>
                <a:lnTo>
                  <a:pt x="4517355" y="3106527"/>
                </a:lnTo>
                <a:lnTo>
                  <a:pt x="4517355" y="3099822"/>
                </a:lnTo>
                <a:close/>
                <a:moveTo>
                  <a:pt x="4849872" y="3094302"/>
                </a:moveTo>
                <a:lnTo>
                  <a:pt x="4849872" y="3112237"/>
                </a:lnTo>
                <a:lnTo>
                  <a:pt x="4867813" y="3112237"/>
                </a:lnTo>
                <a:lnTo>
                  <a:pt x="4867813" y="3094302"/>
                </a:lnTo>
                <a:close/>
                <a:moveTo>
                  <a:pt x="5189105" y="3088793"/>
                </a:moveTo>
                <a:lnTo>
                  <a:pt x="5189105" y="3117762"/>
                </a:lnTo>
                <a:lnTo>
                  <a:pt x="5218081" y="3117762"/>
                </a:lnTo>
                <a:lnTo>
                  <a:pt x="5218081" y="3088793"/>
                </a:lnTo>
                <a:close/>
                <a:moveTo>
                  <a:pt x="5528522" y="3083273"/>
                </a:moveTo>
                <a:lnTo>
                  <a:pt x="5528522" y="3123288"/>
                </a:lnTo>
                <a:lnTo>
                  <a:pt x="5568539" y="3123288"/>
                </a:lnTo>
                <a:lnTo>
                  <a:pt x="5568539" y="3083273"/>
                </a:lnTo>
                <a:close/>
                <a:moveTo>
                  <a:pt x="5867738" y="3077742"/>
                </a:moveTo>
                <a:lnTo>
                  <a:pt x="5867738" y="3128791"/>
                </a:lnTo>
                <a:lnTo>
                  <a:pt x="5918807" y="3128791"/>
                </a:lnTo>
                <a:lnTo>
                  <a:pt x="5918807" y="3077742"/>
                </a:lnTo>
                <a:close/>
                <a:moveTo>
                  <a:pt x="6207005" y="3072032"/>
                </a:moveTo>
                <a:lnTo>
                  <a:pt x="6207005" y="3134317"/>
                </a:lnTo>
                <a:lnTo>
                  <a:pt x="6269248" y="3134317"/>
                </a:lnTo>
                <a:lnTo>
                  <a:pt x="6269248" y="3072032"/>
                </a:lnTo>
                <a:close/>
                <a:moveTo>
                  <a:pt x="6546216" y="3066517"/>
                </a:moveTo>
                <a:lnTo>
                  <a:pt x="6546216" y="3139842"/>
                </a:lnTo>
                <a:lnTo>
                  <a:pt x="6619523" y="3139842"/>
                </a:lnTo>
                <a:lnTo>
                  <a:pt x="6619523" y="3066517"/>
                </a:lnTo>
                <a:close/>
                <a:moveTo>
                  <a:pt x="6885650" y="3060986"/>
                </a:moveTo>
                <a:lnTo>
                  <a:pt x="6885650" y="3145346"/>
                </a:lnTo>
                <a:lnTo>
                  <a:pt x="6970020" y="3145346"/>
                </a:lnTo>
                <a:lnTo>
                  <a:pt x="6970020" y="3060986"/>
                </a:lnTo>
                <a:close/>
                <a:moveTo>
                  <a:pt x="7224861" y="3055477"/>
                </a:moveTo>
                <a:lnTo>
                  <a:pt x="7224861" y="3150871"/>
                </a:lnTo>
                <a:lnTo>
                  <a:pt x="7320294" y="3150871"/>
                </a:lnTo>
                <a:lnTo>
                  <a:pt x="7320294" y="3055477"/>
                </a:lnTo>
                <a:close/>
                <a:moveTo>
                  <a:pt x="7564295" y="3049957"/>
                </a:moveTo>
                <a:lnTo>
                  <a:pt x="7564295" y="3156392"/>
                </a:lnTo>
                <a:lnTo>
                  <a:pt x="7670735" y="3156392"/>
                </a:lnTo>
                <a:lnTo>
                  <a:pt x="7670735" y="3049957"/>
                </a:lnTo>
                <a:close/>
                <a:moveTo>
                  <a:pt x="7903338" y="3044443"/>
                </a:moveTo>
                <a:lnTo>
                  <a:pt x="7903338" y="3162114"/>
                </a:lnTo>
                <a:lnTo>
                  <a:pt x="8021008" y="3162114"/>
                </a:lnTo>
                <a:lnTo>
                  <a:pt x="8021008" y="3044443"/>
                </a:lnTo>
                <a:close/>
                <a:moveTo>
                  <a:pt x="8242772" y="3038928"/>
                </a:moveTo>
                <a:lnTo>
                  <a:pt x="8242772" y="3167633"/>
                </a:lnTo>
                <a:lnTo>
                  <a:pt x="8371450" y="3167633"/>
                </a:lnTo>
                <a:lnTo>
                  <a:pt x="8371450" y="3038928"/>
                </a:lnTo>
                <a:close/>
                <a:moveTo>
                  <a:pt x="8581983" y="3033392"/>
                </a:moveTo>
                <a:lnTo>
                  <a:pt x="8581983" y="3173137"/>
                </a:lnTo>
                <a:lnTo>
                  <a:pt x="8721724" y="3173137"/>
                </a:lnTo>
                <a:lnTo>
                  <a:pt x="8721724" y="3033392"/>
                </a:lnTo>
                <a:close/>
                <a:moveTo>
                  <a:pt x="10473651" y="3031240"/>
                </a:moveTo>
                <a:lnTo>
                  <a:pt x="10617583" y="3031240"/>
                </a:lnTo>
                <a:lnTo>
                  <a:pt x="10617583" y="3175310"/>
                </a:lnTo>
                <a:lnTo>
                  <a:pt x="10473651" y="3175310"/>
                </a:lnTo>
                <a:close/>
                <a:moveTo>
                  <a:pt x="8921417" y="3027883"/>
                </a:moveTo>
                <a:lnTo>
                  <a:pt x="8921417" y="3178668"/>
                </a:lnTo>
                <a:lnTo>
                  <a:pt x="9072221" y="3178668"/>
                </a:lnTo>
                <a:lnTo>
                  <a:pt x="9072221" y="3027883"/>
                </a:lnTo>
                <a:close/>
                <a:moveTo>
                  <a:pt x="10123209" y="3025721"/>
                </a:moveTo>
                <a:lnTo>
                  <a:pt x="10278539" y="3025721"/>
                </a:lnTo>
                <a:lnTo>
                  <a:pt x="10278539" y="3180847"/>
                </a:lnTo>
                <a:lnTo>
                  <a:pt x="10123209" y="3180847"/>
                </a:lnTo>
                <a:close/>
                <a:moveTo>
                  <a:pt x="9260460" y="3022173"/>
                </a:moveTo>
                <a:lnTo>
                  <a:pt x="9260460" y="3184188"/>
                </a:lnTo>
                <a:lnTo>
                  <a:pt x="9422494" y="3184188"/>
                </a:lnTo>
                <a:lnTo>
                  <a:pt x="9422494" y="3022173"/>
                </a:lnTo>
                <a:close/>
                <a:moveTo>
                  <a:pt x="9772936" y="3020189"/>
                </a:moveTo>
                <a:lnTo>
                  <a:pt x="9939105" y="3020189"/>
                </a:lnTo>
                <a:lnTo>
                  <a:pt x="9939105" y="3186356"/>
                </a:lnTo>
                <a:lnTo>
                  <a:pt x="9772936" y="3186356"/>
                </a:lnTo>
                <a:close/>
                <a:moveTo>
                  <a:pt x="4680356" y="2924807"/>
                </a:moveTo>
                <a:lnTo>
                  <a:pt x="4680356" y="2937025"/>
                </a:lnTo>
                <a:lnTo>
                  <a:pt x="4692576" y="2937025"/>
                </a:lnTo>
                <a:lnTo>
                  <a:pt x="4692576" y="2924807"/>
                </a:lnTo>
                <a:close/>
                <a:moveTo>
                  <a:pt x="5019589" y="2919092"/>
                </a:moveTo>
                <a:lnTo>
                  <a:pt x="5019589" y="2942547"/>
                </a:lnTo>
                <a:lnTo>
                  <a:pt x="5043045" y="2942547"/>
                </a:lnTo>
                <a:lnTo>
                  <a:pt x="5043045" y="2919092"/>
                </a:lnTo>
                <a:close/>
                <a:moveTo>
                  <a:pt x="5358816" y="2913562"/>
                </a:moveTo>
                <a:lnTo>
                  <a:pt x="5358816" y="2948050"/>
                </a:lnTo>
                <a:lnTo>
                  <a:pt x="5393313" y="2948050"/>
                </a:lnTo>
                <a:lnTo>
                  <a:pt x="5393313" y="2913562"/>
                </a:lnTo>
                <a:close/>
                <a:moveTo>
                  <a:pt x="5698217" y="2908050"/>
                </a:moveTo>
                <a:lnTo>
                  <a:pt x="5698217" y="2953583"/>
                </a:lnTo>
                <a:lnTo>
                  <a:pt x="5743754" y="2953583"/>
                </a:lnTo>
                <a:lnTo>
                  <a:pt x="5743754" y="2908050"/>
                </a:lnTo>
                <a:close/>
                <a:moveTo>
                  <a:pt x="6037483" y="2902536"/>
                </a:moveTo>
                <a:lnTo>
                  <a:pt x="6037483" y="2959104"/>
                </a:lnTo>
                <a:lnTo>
                  <a:pt x="6094027" y="2959104"/>
                </a:lnTo>
                <a:lnTo>
                  <a:pt x="6094027" y="2902536"/>
                </a:lnTo>
                <a:close/>
                <a:moveTo>
                  <a:pt x="6376694" y="2896810"/>
                </a:moveTo>
                <a:lnTo>
                  <a:pt x="6376694" y="2964608"/>
                </a:lnTo>
                <a:lnTo>
                  <a:pt x="6444525" y="2964608"/>
                </a:lnTo>
                <a:lnTo>
                  <a:pt x="6444525" y="2896810"/>
                </a:lnTo>
                <a:close/>
                <a:moveTo>
                  <a:pt x="6715905" y="2891298"/>
                </a:moveTo>
                <a:lnTo>
                  <a:pt x="6715905" y="2970139"/>
                </a:lnTo>
                <a:lnTo>
                  <a:pt x="6794743" y="2970139"/>
                </a:lnTo>
                <a:lnTo>
                  <a:pt x="6794743" y="2891298"/>
                </a:lnTo>
                <a:close/>
                <a:moveTo>
                  <a:pt x="7055339" y="2885975"/>
                </a:moveTo>
                <a:lnTo>
                  <a:pt x="7055339" y="2975850"/>
                </a:lnTo>
                <a:lnTo>
                  <a:pt x="7145240" y="2975850"/>
                </a:lnTo>
                <a:lnTo>
                  <a:pt x="7145240" y="2885975"/>
                </a:lnTo>
                <a:close/>
                <a:moveTo>
                  <a:pt x="7394606" y="2880467"/>
                </a:moveTo>
                <a:lnTo>
                  <a:pt x="7394606" y="2981376"/>
                </a:lnTo>
                <a:lnTo>
                  <a:pt x="7495515" y="2981376"/>
                </a:lnTo>
                <a:lnTo>
                  <a:pt x="7495515" y="2880467"/>
                </a:lnTo>
                <a:close/>
                <a:moveTo>
                  <a:pt x="7733817" y="2874754"/>
                </a:moveTo>
                <a:lnTo>
                  <a:pt x="7733817" y="2986902"/>
                </a:lnTo>
                <a:lnTo>
                  <a:pt x="7845956" y="2986902"/>
                </a:lnTo>
                <a:lnTo>
                  <a:pt x="7845956" y="2874754"/>
                </a:lnTo>
                <a:close/>
                <a:moveTo>
                  <a:pt x="8073027" y="2869224"/>
                </a:moveTo>
                <a:lnTo>
                  <a:pt x="8073027" y="2992404"/>
                </a:lnTo>
                <a:lnTo>
                  <a:pt x="8196229" y="2992404"/>
                </a:lnTo>
                <a:lnTo>
                  <a:pt x="8196229" y="2869224"/>
                </a:lnTo>
                <a:close/>
                <a:moveTo>
                  <a:pt x="8412461" y="2863718"/>
                </a:moveTo>
                <a:lnTo>
                  <a:pt x="8412461" y="2997931"/>
                </a:lnTo>
                <a:lnTo>
                  <a:pt x="8546726" y="2997931"/>
                </a:lnTo>
                <a:lnTo>
                  <a:pt x="8546726" y="2863718"/>
                </a:lnTo>
                <a:close/>
                <a:moveTo>
                  <a:pt x="10648927" y="2861561"/>
                </a:moveTo>
                <a:lnTo>
                  <a:pt x="10728325" y="2861561"/>
                </a:lnTo>
                <a:lnTo>
                  <a:pt x="10728325" y="3000101"/>
                </a:lnTo>
                <a:lnTo>
                  <a:pt x="10648927" y="3000101"/>
                </a:lnTo>
                <a:close/>
                <a:moveTo>
                  <a:pt x="8751728" y="2858205"/>
                </a:moveTo>
                <a:lnTo>
                  <a:pt x="8751728" y="3003450"/>
                </a:lnTo>
                <a:lnTo>
                  <a:pt x="8897000" y="3003450"/>
                </a:lnTo>
                <a:lnTo>
                  <a:pt x="8897000" y="2858205"/>
                </a:lnTo>
                <a:close/>
                <a:moveTo>
                  <a:pt x="10298431" y="2856034"/>
                </a:moveTo>
                <a:lnTo>
                  <a:pt x="10448228" y="2856034"/>
                </a:lnTo>
                <a:lnTo>
                  <a:pt x="10448228" y="3005621"/>
                </a:lnTo>
                <a:lnTo>
                  <a:pt x="10298431" y="3005621"/>
                </a:lnTo>
                <a:close/>
                <a:moveTo>
                  <a:pt x="9091106" y="2852671"/>
                </a:moveTo>
                <a:lnTo>
                  <a:pt x="9091106" y="3008959"/>
                </a:lnTo>
                <a:lnTo>
                  <a:pt x="9247441" y="3008959"/>
                </a:lnTo>
                <a:lnTo>
                  <a:pt x="9247441" y="2852671"/>
                </a:lnTo>
                <a:close/>
                <a:moveTo>
                  <a:pt x="9948157" y="2850508"/>
                </a:moveTo>
                <a:lnTo>
                  <a:pt x="10108794" y="2850508"/>
                </a:lnTo>
                <a:lnTo>
                  <a:pt x="10108794" y="3011134"/>
                </a:lnTo>
                <a:lnTo>
                  <a:pt x="9948157" y="3011134"/>
                </a:lnTo>
                <a:close/>
                <a:moveTo>
                  <a:pt x="9430150" y="2846969"/>
                </a:moveTo>
                <a:lnTo>
                  <a:pt x="9430150" y="3014485"/>
                </a:lnTo>
                <a:lnTo>
                  <a:pt x="9597716" y="3014485"/>
                </a:lnTo>
                <a:lnTo>
                  <a:pt x="9597716" y="2846969"/>
                </a:lnTo>
                <a:close/>
                <a:moveTo>
                  <a:pt x="4510650" y="2755087"/>
                </a:moveTo>
                <a:lnTo>
                  <a:pt x="4510650" y="2761786"/>
                </a:lnTo>
                <a:lnTo>
                  <a:pt x="4517355" y="2761786"/>
                </a:lnTo>
                <a:lnTo>
                  <a:pt x="4517355" y="2755087"/>
                </a:lnTo>
                <a:close/>
                <a:moveTo>
                  <a:pt x="4849872" y="2749380"/>
                </a:moveTo>
                <a:lnTo>
                  <a:pt x="4849872" y="2767314"/>
                </a:lnTo>
                <a:lnTo>
                  <a:pt x="4867813" y="2767314"/>
                </a:lnTo>
                <a:lnTo>
                  <a:pt x="4867813" y="2749380"/>
                </a:lnTo>
                <a:close/>
                <a:moveTo>
                  <a:pt x="5189105" y="2743867"/>
                </a:moveTo>
                <a:lnTo>
                  <a:pt x="5189105" y="2772842"/>
                </a:lnTo>
                <a:lnTo>
                  <a:pt x="5218081" y="2772842"/>
                </a:lnTo>
                <a:lnTo>
                  <a:pt x="5218081" y="2743867"/>
                </a:lnTo>
                <a:close/>
                <a:moveTo>
                  <a:pt x="5528522" y="2738356"/>
                </a:moveTo>
                <a:lnTo>
                  <a:pt x="5528522" y="2778364"/>
                </a:lnTo>
                <a:lnTo>
                  <a:pt x="5568539" y="2778364"/>
                </a:lnTo>
                <a:lnTo>
                  <a:pt x="5568539" y="2738356"/>
                </a:lnTo>
                <a:close/>
                <a:moveTo>
                  <a:pt x="5867738" y="2733039"/>
                </a:moveTo>
                <a:lnTo>
                  <a:pt x="5867738" y="2784088"/>
                </a:lnTo>
                <a:lnTo>
                  <a:pt x="5918807" y="2784088"/>
                </a:lnTo>
                <a:lnTo>
                  <a:pt x="5918807" y="2733039"/>
                </a:lnTo>
                <a:close/>
                <a:moveTo>
                  <a:pt x="6207005" y="2727310"/>
                </a:moveTo>
                <a:lnTo>
                  <a:pt x="6207005" y="2789593"/>
                </a:lnTo>
                <a:lnTo>
                  <a:pt x="6269248" y="2789593"/>
                </a:lnTo>
                <a:lnTo>
                  <a:pt x="6269248" y="2727310"/>
                </a:lnTo>
                <a:close/>
                <a:moveTo>
                  <a:pt x="6546216" y="2721798"/>
                </a:moveTo>
                <a:lnTo>
                  <a:pt x="6546216" y="2795115"/>
                </a:lnTo>
                <a:lnTo>
                  <a:pt x="6619523" y="2795115"/>
                </a:lnTo>
                <a:lnTo>
                  <a:pt x="6619523" y="2721798"/>
                </a:lnTo>
                <a:close/>
                <a:moveTo>
                  <a:pt x="6885650" y="2716292"/>
                </a:moveTo>
                <a:lnTo>
                  <a:pt x="6885650" y="2800648"/>
                </a:lnTo>
                <a:lnTo>
                  <a:pt x="6970020" y="2800648"/>
                </a:lnTo>
                <a:lnTo>
                  <a:pt x="6970020" y="2716292"/>
                </a:lnTo>
                <a:close/>
                <a:moveTo>
                  <a:pt x="7224861" y="2710758"/>
                </a:moveTo>
                <a:lnTo>
                  <a:pt x="7224861" y="2806152"/>
                </a:lnTo>
                <a:lnTo>
                  <a:pt x="7320294" y="2806152"/>
                </a:lnTo>
                <a:lnTo>
                  <a:pt x="7320294" y="2710758"/>
                </a:lnTo>
                <a:close/>
                <a:moveTo>
                  <a:pt x="7564295" y="2705247"/>
                </a:moveTo>
                <a:lnTo>
                  <a:pt x="7564295" y="2811675"/>
                </a:lnTo>
                <a:lnTo>
                  <a:pt x="7670735" y="2811675"/>
                </a:lnTo>
                <a:lnTo>
                  <a:pt x="7670735" y="2705247"/>
                </a:lnTo>
                <a:close/>
                <a:moveTo>
                  <a:pt x="7903338" y="2699546"/>
                </a:moveTo>
                <a:lnTo>
                  <a:pt x="7903338" y="2817206"/>
                </a:lnTo>
                <a:lnTo>
                  <a:pt x="8021008" y="2817206"/>
                </a:lnTo>
                <a:lnTo>
                  <a:pt x="8021008" y="2699546"/>
                </a:lnTo>
                <a:close/>
                <a:moveTo>
                  <a:pt x="8242772" y="2694029"/>
                </a:moveTo>
                <a:lnTo>
                  <a:pt x="8242772" y="2822729"/>
                </a:lnTo>
                <a:lnTo>
                  <a:pt x="8371450" y="2822729"/>
                </a:lnTo>
                <a:lnTo>
                  <a:pt x="8371450" y="2694029"/>
                </a:lnTo>
                <a:close/>
                <a:moveTo>
                  <a:pt x="8581983" y="2688502"/>
                </a:moveTo>
                <a:lnTo>
                  <a:pt x="8581983" y="2828233"/>
                </a:lnTo>
                <a:lnTo>
                  <a:pt x="8721724" y="2828233"/>
                </a:lnTo>
                <a:lnTo>
                  <a:pt x="8721724" y="2688502"/>
                </a:lnTo>
                <a:close/>
                <a:moveTo>
                  <a:pt x="10473651" y="2686365"/>
                </a:moveTo>
                <a:lnTo>
                  <a:pt x="10617583" y="2686365"/>
                </a:lnTo>
                <a:lnTo>
                  <a:pt x="10617583" y="2830622"/>
                </a:lnTo>
                <a:lnTo>
                  <a:pt x="10473651" y="2830622"/>
                </a:lnTo>
                <a:close/>
                <a:moveTo>
                  <a:pt x="8921417" y="2683186"/>
                </a:moveTo>
                <a:lnTo>
                  <a:pt x="8921417" y="2833955"/>
                </a:lnTo>
                <a:lnTo>
                  <a:pt x="9072221" y="2833955"/>
                </a:lnTo>
                <a:lnTo>
                  <a:pt x="9072221" y="2683186"/>
                </a:lnTo>
                <a:close/>
                <a:moveTo>
                  <a:pt x="10123209" y="2680837"/>
                </a:moveTo>
                <a:lnTo>
                  <a:pt x="10278539" y="2680837"/>
                </a:lnTo>
                <a:lnTo>
                  <a:pt x="10278539" y="2836135"/>
                </a:lnTo>
                <a:lnTo>
                  <a:pt x="10123209" y="2836135"/>
                </a:lnTo>
                <a:close/>
                <a:moveTo>
                  <a:pt x="9260460" y="2677473"/>
                </a:moveTo>
                <a:lnTo>
                  <a:pt x="9260460" y="2839477"/>
                </a:lnTo>
                <a:lnTo>
                  <a:pt x="9422494" y="2839477"/>
                </a:lnTo>
                <a:lnTo>
                  <a:pt x="9422494" y="2677473"/>
                </a:lnTo>
                <a:close/>
                <a:moveTo>
                  <a:pt x="9772936" y="2675309"/>
                </a:moveTo>
                <a:lnTo>
                  <a:pt x="9939105" y="2675309"/>
                </a:lnTo>
                <a:lnTo>
                  <a:pt x="9939105" y="2841646"/>
                </a:lnTo>
                <a:lnTo>
                  <a:pt x="9772936" y="2841646"/>
                </a:lnTo>
                <a:close/>
                <a:moveTo>
                  <a:pt x="4680356" y="2579876"/>
                </a:moveTo>
                <a:lnTo>
                  <a:pt x="4680356" y="2592094"/>
                </a:lnTo>
                <a:lnTo>
                  <a:pt x="4692576" y="2592094"/>
                </a:lnTo>
                <a:lnTo>
                  <a:pt x="4692576" y="2579876"/>
                </a:lnTo>
                <a:close/>
                <a:moveTo>
                  <a:pt x="5019589" y="2574364"/>
                </a:moveTo>
                <a:lnTo>
                  <a:pt x="5019589" y="2597819"/>
                </a:lnTo>
                <a:lnTo>
                  <a:pt x="5043045" y="2597819"/>
                </a:lnTo>
                <a:lnTo>
                  <a:pt x="5043045" y="2574364"/>
                </a:lnTo>
                <a:close/>
                <a:moveTo>
                  <a:pt x="5358816" y="2568831"/>
                </a:moveTo>
                <a:lnTo>
                  <a:pt x="5358816" y="2603319"/>
                </a:lnTo>
                <a:lnTo>
                  <a:pt x="5393313" y="2603319"/>
                </a:lnTo>
                <a:lnTo>
                  <a:pt x="5393313" y="2568831"/>
                </a:lnTo>
                <a:close/>
                <a:moveTo>
                  <a:pt x="5698217" y="2563319"/>
                </a:moveTo>
                <a:lnTo>
                  <a:pt x="5698217" y="2608849"/>
                </a:lnTo>
                <a:lnTo>
                  <a:pt x="5743754" y="2608849"/>
                </a:lnTo>
                <a:lnTo>
                  <a:pt x="5743754" y="2563319"/>
                </a:lnTo>
                <a:close/>
                <a:moveTo>
                  <a:pt x="6037483" y="2557809"/>
                </a:moveTo>
                <a:lnTo>
                  <a:pt x="6037483" y="2614379"/>
                </a:lnTo>
                <a:lnTo>
                  <a:pt x="6094027" y="2614379"/>
                </a:lnTo>
                <a:lnTo>
                  <a:pt x="6094027" y="2557809"/>
                </a:lnTo>
                <a:close/>
                <a:moveTo>
                  <a:pt x="6376694" y="2552100"/>
                </a:moveTo>
                <a:lnTo>
                  <a:pt x="6376694" y="2619907"/>
                </a:lnTo>
                <a:lnTo>
                  <a:pt x="6444525" y="2619907"/>
                </a:lnTo>
                <a:lnTo>
                  <a:pt x="6444525" y="2552100"/>
                </a:lnTo>
                <a:close/>
                <a:moveTo>
                  <a:pt x="6715905" y="2546574"/>
                </a:moveTo>
                <a:lnTo>
                  <a:pt x="6715905" y="2625414"/>
                </a:lnTo>
                <a:lnTo>
                  <a:pt x="6794743" y="2625414"/>
                </a:lnTo>
                <a:lnTo>
                  <a:pt x="6794743" y="2546574"/>
                </a:lnTo>
                <a:close/>
                <a:moveTo>
                  <a:pt x="7055339" y="2541067"/>
                </a:moveTo>
                <a:lnTo>
                  <a:pt x="7055339" y="2630943"/>
                </a:lnTo>
                <a:lnTo>
                  <a:pt x="7145240" y="2630943"/>
                </a:lnTo>
                <a:lnTo>
                  <a:pt x="7145240" y="2541067"/>
                </a:lnTo>
                <a:close/>
                <a:moveTo>
                  <a:pt x="7394606" y="2535555"/>
                </a:moveTo>
                <a:lnTo>
                  <a:pt x="7394606" y="2636472"/>
                </a:lnTo>
                <a:lnTo>
                  <a:pt x="7495515" y="2636472"/>
                </a:lnTo>
                <a:lnTo>
                  <a:pt x="7495515" y="2535555"/>
                </a:lnTo>
                <a:close/>
                <a:moveTo>
                  <a:pt x="7733817" y="2529836"/>
                </a:moveTo>
                <a:lnTo>
                  <a:pt x="7733817" y="2641994"/>
                </a:lnTo>
                <a:lnTo>
                  <a:pt x="7845956" y="2641994"/>
                </a:lnTo>
                <a:lnTo>
                  <a:pt x="7845956" y="2529836"/>
                </a:lnTo>
                <a:close/>
                <a:moveTo>
                  <a:pt x="8073027" y="2524503"/>
                </a:moveTo>
                <a:lnTo>
                  <a:pt x="8073027" y="2647701"/>
                </a:lnTo>
                <a:lnTo>
                  <a:pt x="8196229" y="2647701"/>
                </a:lnTo>
                <a:lnTo>
                  <a:pt x="8196229" y="2524503"/>
                </a:lnTo>
                <a:close/>
                <a:moveTo>
                  <a:pt x="8412461" y="2519001"/>
                </a:moveTo>
                <a:lnTo>
                  <a:pt x="8412461" y="2653225"/>
                </a:lnTo>
                <a:lnTo>
                  <a:pt x="8546726" y="2653225"/>
                </a:lnTo>
                <a:lnTo>
                  <a:pt x="8546726" y="2519001"/>
                </a:lnTo>
                <a:close/>
                <a:moveTo>
                  <a:pt x="10648927" y="2516860"/>
                </a:moveTo>
                <a:lnTo>
                  <a:pt x="10728325" y="2516860"/>
                </a:lnTo>
                <a:lnTo>
                  <a:pt x="10728325" y="2655224"/>
                </a:lnTo>
                <a:lnTo>
                  <a:pt x="10648927" y="2655224"/>
                </a:lnTo>
                <a:close/>
                <a:moveTo>
                  <a:pt x="8751728" y="2513486"/>
                </a:moveTo>
                <a:lnTo>
                  <a:pt x="8751728" y="2658747"/>
                </a:lnTo>
                <a:lnTo>
                  <a:pt x="8897000" y="2658747"/>
                </a:lnTo>
                <a:lnTo>
                  <a:pt x="8897000" y="2513486"/>
                </a:lnTo>
                <a:close/>
                <a:moveTo>
                  <a:pt x="10298431" y="2511330"/>
                </a:moveTo>
                <a:lnTo>
                  <a:pt x="10448228" y="2511330"/>
                </a:lnTo>
                <a:lnTo>
                  <a:pt x="10448228" y="2660931"/>
                </a:lnTo>
                <a:lnTo>
                  <a:pt x="10298431" y="2660931"/>
                </a:lnTo>
                <a:close/>
                <a:moveTo>
                  <a:pt x="9091106" y="2507972"/>
                </a:moveTo>
                <a:lnTo>
                  <a:pt x="9091106" y="2664281"/>
                </a:lnTo>
                <a:lnTo>
                  <a:pt x="9247441" y="2664281"/>
                </a:lnTo>
                <a:lnTo>
                  <a:pt x="9247441" y="2507972"/>
                </a:lnTo>
                <a:close/>
                <a:moveTo>
                  <a:pt x="9948157" y="2505818"/>
                </a:moveTo>
                <a:lnTo>
                  <a:pt x="10108794" y="2505818"/>
                </a:lnTo>
                <a:lnTo>
                  <a:pt x="10108794" y="2666441"/>
                </a:lnTo>
                <a:lnTo>
                  <a:pt x="9948157" y="2666441"/>
                </a:lnTo>
                <a:close/>
                <a:moveTo>
                  <a:pt x="9430150" y="2502245"/>
                </a:moveTo>
                <a:lnTo>
                  <a:pt x="9430150" y="2669786"/>
                </a:lnTo>
                <a:lnTo>
                  <a:pt x="9597716" y="2669786"/>
                </a:lnTo>
                <a:lnTo>
                  <a:pt x="9597716" y="2502245"/>
                </a:lnTo>
                <a:close/>
                <a:moveTo>
                  <a:pt x="4510650" y="2410373"/>
                </a:moveTo>
                <a:lnTo>
                  <a:pt x="4510650" y="2417072"/>
                </a:lnTo>
                <a:lnTo>
                  <a:pt x="4517355" y="2417072"/>
                </a:lnTo>
                <a:lnTo>
                  <a:pt x="4517355" y="2410373"/>
                </a:lnTo>
                <a:close/>
                <a:moveTo>
                  <a:pt x="4849872" y="2404643"/>
                </a:moveTo>
                <a:lnTo>
                  <a:pt x="4849872" y="2422582"/>
                </a:lnTo>
                <a:lnTo>
                  <a:pt x="4867813" y="2422582"/>
                </a:lnTo>
                <a:lnTo>
                  <a:pt x="4867813" y="2404643"/>
                </a:lnTo>
                <a:close/>
                <a:moveTo>
                  <a:pt x="5189105" y="2399130"/>
                </a:moveTo>
                <a:lnTo>
                  <a:pt x="5189105" y="2428104"/>
                </a:lnTo>
                <a:lnTo>
                  <a:pt x="5218081" y="2428104"/>
                </a:lnTo>
                <a:lnTo>
                  <a:pt x="5218081" y="2399130"/>
                </a:lnTo>
                <a:close/>
                <a:moveTo>
                  <a:pt x="5528522" y="2393616"/>
                </a:moveTo>
                <a:lnTo>
                  <a:pt x="5528522" y="2433625"/>
                </a:lnTo>
                <a:lnTo>
                  <a:pt x="5568539" y="2433625"/>
                </a:lnTo>
                <a:lnTo>
                  <a:pt x="5568539" y="2393616"/>
                </a:lnTo>
                <a:close/>
                <a:moveTo>
                  <a:pt x="5867738" y="2388105"/>
                </a:moveTo>
                <a:lnTo>
                  <a:pt x="5867738" y="2439155"/>
                </a:lnTo>
                <a:lnTo>
                  <a:pt x="5918807" y="2439155"/>
                </a:lnTo>
                <a:lnTo>
                  <a:pt x="5918807" y="2388105"/>
                </a:lnTo>
                <a:close/>
                <a:moveTo>
                  <a:pt x="6207005" y="2382379"/>
                </a:moveTo>
                <a:lnTo>
                  <a:pt x="6207005" y="2444662"/>
                </a:lnTo>
                <a:lnTo>
                  <a:pt x="6269248" y="2444662"/>
                </a:lnTo>
                <a:lnTo>
                  <a:pt x="6269248" y="2382379"/>
                </a:lnTo>
                <a:close/>
                <a:moveTo>
                  <a:pt x="6546216" y="2376865"/>
                </a:moveTo>
                <a:lnTo>
                  <a:pt x="6546216" y="2450184"/>
                </a:lnTo>
                <a:lnTo>
                  <a:pt x="6619523" y="2450184"/>
                </a:lnTo>
                <a:lnTo>
                  <a:pt x="6619523" y="2376865"/>
                </a:lnTo>
                <a:close/>
                <a:moveTo>
                  <a:pt x="6885650" y="2371354"/>
                </a:moveTo>
                <a:lnTo>
                  <a:pt x="6885650" y="2455703"/>
                </a:lnTo>
                <a:lnTo>
                  <a:pt x="6970020" y="2455703"/>
                </a:lnTo>
                <a:lnTo>
                  <a:pt x="6970020" y="2371354"/>
                </a:lnTo>
                <a:close/>
                <a:moveTo>
                  <a:pt x="7224861" y="2366038"/>
                </a:moveTo>
                <a:lnTo>
                  <a:pt x="7224861" y="2461431"/>
                </a:lnTo>
                <a:lnTo>
                  <a:pt x="7320294" y="2461431"/>
                </a:lnTo>
                <a:lnTo>
                  <a:pt x="7320294" y="2366038"/>
                </a:lnTo>
                <a:close/>
                <a:moveTo>
                  <a:pt x="7564295" y="2360507"/>
                </a:moveTo>
                <a:lnTo>
                  <a:pt x="7564295" y="2466942"/>
                </a:lnTo>
                <a:lnTo>
                  <a:pt x="7670735" y="2466942"/>
                </a:lnTo>
                <a:lnTo>
                  <a:pt x="7670735" y="2360507"/>
                </a:lnTo>
                <a:close/>
                <a:moveTo>
                  <a:pt x="7903338" y="2354793"/>
                </a:moveTo>
                <a:lnTo>
                  <a:pt x="7903338" y="2472471"/>
                </a:lnTo>
                <a:lnTo>
                  <a:pt x="8021008" y="2472471"/>
                </a:lnTo>
                <a:lnTo>
                  <a:pt x="8021008" y="2354793"/>
                </a:lnTo>
                <a:close/>
                <a:moveTo>
                  <a:pt x="8242772" y="2349288"/>
                </a:moveTo>
                <a:lnTo>
                  <a:pt x="8242772" y="2478014"/>
                </a:lnTo>
                <a:lnTo>
                  <a:pt x="8371450" y="2478014"/>
                </a:lnTo>
                <a:lnTo>
                  <a:pt x="8371450" y="2349288"/>
                </a:lnTo>
                <a:close/>
                <a:moveTo>
                  <a:pt x="8581983" y="2343775"/>
                </a:moveTo>
                <a:lnTo>
                  <a:pt x="8581983" y="2483548"/>
                </a:lnTo>
                <a:lnTo>
                  <a:pt x="8721724" y="2483548"/>
                </a:lnTo>
                <a:lnTo>
                  <a:pt x="8721724" y="2343775"/>
                </a:lnTo>
                <a:close/>
                <a:moveTo>
                  <a:pt x="10473651" y="2341619"/>
                </a:moveTo>
                <a:lnTo>
                  <a:pt x="10617583" y="2341619"/>
                </a:lnTo>
                <a:lnTo>
                  <a:pt x="10617583" y="2485740"/>
                </a:lnTo>
                <a:lnTo>
                  <a:pt x="10473651" y="2485740"/>
                </a:lnTo>
                <a:close/>
                <a:moveTo>
                  <a:pt x="8921417" y="2338247"/>
                </a:moveTo>
                <a:lnTo>
                  <a:pt x="8921417" y="2489050"/>
                </a:lnTo>
                <a:lnTo>
                  <a:pt x="9072221" y="2489050"/>
                </a:lnTo>
                <a:lnTo>
                  <a:pt x="9072221" y="2338247"/>
                </a:lnTo>
                <a:close/>
                <a:moveTo>
                  <a:pt x="10123209" y="2336084"/>
                </a:moveTo>
                <a:lnTo>
                  <a:pt x="10278539" y="2336084"/>
                </a:lnTo>
                <a:lnTo>
                  <a:pt x="10278539" y="2491234"/>
                </a:lnTo>
                <a:lnTo>
                  <a:pt x="10123209" y="2491234"/>
                </a:lnTo>
                <a:close/>
                <a:moveTo>
                  <a:pt x="9260460" y="2332533"/>
                </a:moveTo>
                <a:lnTo>
                  <a:pt x="9260460" y="2494570"/>
                </a:lnTo>
                <a:lnTo>
                  <a:pt x="9422494" y="2494570"/>
                </a:lnTo>
                <a:lnTo>
                  <a:pt x="9422494" y="2332533"/>
                </a:lnTo>
                <a:close/>
                <a:moveTo>
                  <a:pt x="9772936" y="2330564"/>
                </a:moveTo>
                <a:lnTo>
                  <a:pt x="9939105" y="2330564"/>
                </a:lnTo>
                <a:lnTo>
                  <a:pt x="9939105" y="2496733"/>
                </a:lnTo>
                <a:lnTo>
                  <a:pt x="9772936" y="2496733"/>
                </a:lnTo>
                <a:close/>
                <a:moveTo>
                  <a:pt x="4680356" y="2235138"/>
                </a:moveTo>
                <a:lnTo>
                  <a:pt x="4680356" y="2247357"/>
                </a:lnTo>
                <a:lnTo>
                  <a:pt x="4692576" y="2247357"/>
                </a:lnTo>
                <a:lnTo>
                  <a:pt x="4692576" y="2235138"/>
                </a:lnTo>
                <a:close/>
                <a:moveTo>
                  <a:pt x="5019589" y="2229425"/>
                </a:moveTo>
                <a:lnTo>
                  <a:pt x="5019589" y="2252886"/>
                </a:lnTo>
                <a:lnTo>
                  <a:pt x="5043045" y="2252886"/>
                </a:lnTo>
                <a:lnTo>
                  <a:pt x="5043045" y="2229425"/>
                </a:lnTo>
                <a:close/>
                <a:moveTo>
                  <a:pt x="5358816" y="2223896"/>
                </a:moveTo>
                <a:lnTo>
                  <a:pt x="5358816" y="2258393"/>
                </a:lnTo>
                <a:lnTo>
                  <a:pt x="5393313" y="2258393"/>
                </a:lnTo>
                <a:lnTo>
                  <a:pt x="5393313" y="2223896"/>
                </a:lnTo>
                <a:close/>
                <a:moveTo>
                  <a:pt x="5698217" y="2218389"/>
                </a:moveTo>
                <a:lnTo>
                  <a:pt x="5698217" y="2263922"/>
                </a:lnTo>
                <a:lnTo>
                  <a:pt x="5743754" y="2263922"/>
                </a:lnTo>
                <a:lnTo>
                  <a:pt x="5743754" y="2218389"/>
                </a:lnTo>
                <a:close/>
                <a:moveTo>
                  <a:pt x="6037483" y="2213073"/>
                </a:moveTo>
                <a:lnTo>
                  <a:pt x="6037483" y="2269646"/>
                </a:lnTo>
                <a:lnTo>
                  <a:pt x="6094027" y="2269646"/>
                </a:lnTo>
                <a:lnTo>
                  <a:pt x="6094027" y="2213073"/>
                </a:lnTo>
                <a:close/>
                <a:moveTo>
                  <a:pt x="6376694" y="2207359"/>
                </a:moveTo>
                <a:lnTo>
                  <a:pt x="6376694" y="2275167"/>
                </a:lnTo>
                <a:lnTo>
                  <a:pt x="6444525" y="2275167"/>
                </a:lnTo>
                <a:lnTo>
                  <a:pt x="6444525" y="2207359"/>
                </a:lnTo>
                <a:close/>
                <a:moveTo>
                  <a:pt x="6715905" y="2201855"/>
                </a:moveTo>
                <a:lnTo>
                  <a:pt x="6715905" y="2280695"/>
                </a:lnTo>
                <a:lnTo>
                  <a:pt x="6794743" y="2280695"/>
                </a:lnTo>
                <a:lnTo>
                  <a:pt x="6794743" y="2201855"/>
                </a:lnTo>
                <a:close/>
                <a:moveTo>
                  <a:pt x="7055339" y="2196326"/>
                </a:moveTo>
                <a:lnTo>
                  <a:pt x="7055339" y="2286201"/>
                </a:lnTo>
                <a:lnTo>
                  <a:pt x="7145240" y="2286201"/>
                </a:lnTo>
                <a:lnTo>
                  <a:pt x="7145240" y="2196326"/>
                </a:lnTo>
                <a:close/>
                <a:moveTo>
                  <a:pt x="7394606" y="2190808"/>
                </a:moveTo>
                <a:lnTo>
                  <a:pt x="7394606" y="2291729"/>
                </a:lnTo>
                <a:lnTo>
                  <a:pt x="7495515" y="2291729"/>
                </a:lnTo>
                <a:lnTo>
                  <a:pt x="7495515" y="2190808"/>
                </a:lnTo>
                <a:close/>
                <a:moveTo>
                  <a:pt x="7733817" y="2185105"/>
                </a:moveTo>
                <a:lnTo>
                  <a:pt x="7733817" y="2297256"/>
                </a:lnTo>
                <a:lnTo>
                  <a:pt x="7845956" y="2297256"/>
                </a:lnTo>
                <a:lnTo>
                  <a:pt x="7845956" y="2185105"/>
                </a:lnTo>
                <a:close/>
                <a:moveTo>
                  <a:pt x="8073027" y="2179573"/>
                </a:moveTo>
                <a:lnTo>
                  <a:pt x="8073027" y="2302757"/>
                </a:lnTo>
                <a:lnTo>
                  <a:pt x="8196229" y="2302757"/>
                </a:lnTo>
                <a:lnTo>
                  <a:pt x="8196229" y="2179573"/>
                </a:lnTo>
                <a:close/>
                <a:moveTo>
                  <a:pt x="8412461" y="2174059"/>
                </a:moveTo>
                <a:lnTo>
                  <a:pt x="8412461" y="2308289"/>
                </a:lnTo>
                <a:lnTo>
                  <a:pt x="8546726" y="2308289"/>
                </a:lnTo>
                <a:lnTo>
                  <a:pt x="8546726" y="2174059"/>
                </a:lnTo>
                <a:close/>
                <a:moveTo>
                  <a:pt x="10648927" y="2171914"/>
                </a:moveTo>
                <a:lnTo>
                  <a:pt x="10728325" y="2171914"/>
                </a:lnTo>
                <a:lnTo>
                  <a:pt x="10728325" y="2310473"/>
                </a:lnTo>
                <a:lnTo>
                  <a:pt x="10648927" y="2310473"/>
                </a:lnTo>
                <a:close/>
                <a:moveTo>
                  <a:pt x="8751728" y="2168545"/>
                </a:moveTo>
                <a:lnTo>
                  <a:pt x="8751728" y="2313810"/>
                </a:lnTo>
                <a:lnTo>
                  <a:pt x="8897000" y="2313810"/>
                </a:lnTo>
                <a:lnTo>
                  <a:pt x="8897000" y="2168545"/>
                </a:lnTo>
                <a:close/>
                <a:moveTo>
                  <a:pt x="10298431" y="2166382"/>
                </a:moveTo>
                <a:lnTo>
                  <a:pt x="10448228" y="2166382"/>
                </a:lnTo>
                <a:lnTo>
                  <a:pt x="10448228" y="2316178"/>
                </a:lnTo>
                <a:lnTo>
                  <a:pt x="10298431" y="2316178"/>
                </a:lnTo>
                <a:close/>
                <a:moveTo>
                  <a:pt x="9091106" y="2163229"/>
                </a:moveTo>
                <a:lnTo>
                  <a:pt x="9091106" y="2319527"/>
                </a:lnTo>
                <a:lnTo>
                  <a:pt x="9247441" y="2319527"/>
                </a:lnTo>
                <a:lnTo>
                  <a:pt x="9247441" y="2163229"/>
                </a:lnTo>
                <a:close/>
                <a:moveTo>
                  <a:pt x="9948157" y="2160877"/>
                </a:moveTo>
                <a:lnTo>
                  <a:pt x="10108794" y="2160877"/>
                </a:lnTo>
                <a:lnTo>
                  <a:pt x="10108794" y="2321712"/>
                </a:lnTo>
                <a:lnTo>
                  <a:pt x="9948157" y="2321712"/>
                </a:lnTo>
                <a:close/>
                <a:moveTo>
                  <a:pt x="9430150" y="2157522"/>
                </a:moveTo>
                <a:lnTo>
                  <a:pt x="9430150" y="2325060"/>
                </a:lnTo>
                <a:lnTo>
                  <a:pt x="9597716" y="2325060"/>
                </a:lnTo>
                <a:lnTo>
                  <a:pt x="9597716" y="2157522"/>
                </a:lnTo>
                <a:close/>
                <a:moveTo>
                  <a:pt x="4510650" y="2065441"/>
                </a:moveTo>
                <a:lnTo>
                  <a:pt x="4510650" y="2072146"/>
                </a:lnTo>
                <a:lnTo>
                  <a:pt x="4517355" y="2072146"/>
                </a:lnTo>
                <a:lnTo>
                  <a:pt x="4517355" y="2065441"/>
                </a:lnTo>
                <a:close/>
                <a:moveTo>
                  <a:pt x="4849872" y="2059712"/>
                </a:moveTo>
                <a:lnTo>
                  <a:pt x="4849872" y="2077647"/>
                </a:lnTo>
                <a:lnTo>
                  <a:pt x="4867813" y="2077647"/>
                </a:lnTo>
                <a:lnTo>
                  <a:pt x="4867813" y="2059712"/>
                </a:lnTo>
                <a:close/>
                <a:moveTo>
                  <a:pt x="5189105" y="2054396"/>
                </a:moveTo>
                <a:lnTo>
                  <a:pt x="5189105" y="2083372"/>
                </a:lnTo>
                <a:lnTo>
                  <a:pt x="5218081" y="2083372"/>
                </a:lnTo>
                <a:lnTo>
                  <a:pt x="5218081" y="2054396"/>
                </a:lnTo>
                <a:close/>
                <a:moveTo>
                  <a:pt x="5528522" y="2048890"/>
                </a:moveTo>
                <a:lnTo>
                  <a:pt x="5528522" y="2088900"/>
                </a:lnTo>
                <a:lnTo>
                  <a:pt x="5568539" y="2088900"/>
                </a:lnTo>
                <a:lnTo>
                  <a:pt x="5568539" y="2048890"/>
                </a:lnTo>
                <a:close/>
                <a:moveTo>
                  <a:pt x="5867738" y="2043373"/>
                </a:moveTo>
                <a:lnTo>
                  <a:pt x="5867738" y="2094424"/>
                </a:lnTo>
                <a:lnTo>
                  <a:pt x="5918807" y="2094424"/>
                </a:lnTo>
                <a:lnTo>
                  <a:pt x="5918807" y="2043373"/>
                </a:lnTo>
                <a:close/>
                <a:moveTo>
                  <a:pt x="6207005" y="2037671"/>
                </a:moveTo>
                <a:lnTo>
                  <a:pt x="6207005" y="2099951"/>
                </a:lnTo>
                <a:lnTo>
                  <a:pt x="6269248" y="2099951"/>
                </a:lnTo>
                <a:lnTo>
                  <a:pt x="6269248" y="2037671"/>
                </a:lnTo>
                <a:close/>
                <a:moveTo>
                  <a:pt x="6546216" y="2032143"/>
                </a:moveTo>
                <a:lnTo>
                  <a:pt x="6546216" y="2105458"/>
                </a:lnTo>
                <a:lnTo>
                  <a:pt x="6619523" y="2105458"/>
                </a:lnTo>
                <a:lnTo>
                  <a:pt x="6619523" y="2032143"/>
                </a:lnTo>
                <a:close/>
                <a:moveTo>
                  <a:pt x="6885650" y="2026625"/>
                </a:moveTo>
                <a:lnTo>
                  <a:pt x="6885650" y="2110979"/>
                </a:lnTo>
                <a:lnTo>
                  <a:pt x="6970020" y="2110979"/>
                </a:lnTo>
                <a:lnTo>
                  <a:pt x="6970020" y="2026625"/>
                </a:lnTo>
                <a:close/>
                <a:moveTo>
                  <a:pt x="7224861" y="2021118"/>
                </a:moveTo>
                <a:lnTo>
                  <a:pt x="7224861" y="2116504"/>
                </a:lnTo>
                <a:lnTo>
                  <a:pt x="7320294" y="2116504"/>
                </a:lnTo>
                <a:lnTo>
                  <a:pt x="7320294" y="2021118"/>
                </a:lnTo>
                <a:close/>
                <a:moveTo>
                  <a:pt x="7564295" y="2015587"/>
                </a:moveTo>
                <a:lnTo>
                  <a:pt x="7564295" y="2122018"/>
                </a:lnTo>
                <a:lnTo>
                  <a:pt x="7670735" y="2122018"/>
                </a:lnTo>
                <a:lnTo>
                  <a:pt x="7670735" y="2015587"/>
                </a:lnTo>
                <a:close/>
                <a:moveTo>
                  <a:pt x="7903338" y="2009873"/>
                </a:moveTo>
                <a:lnTo>
                  <a:pt x="7903338" y="2127540"/>
                </a:lnTo>
                <a:lnTo>
                  <a:pt x="8021008" y="2127540"/>
                </a:lnTo>
                <a:lnTo>
                  <a:pt x="8021008" y="2009873"/>
                </a:lnTo>
                <a:close/>
                <a:moveTo>
                  <a:pt x="8242772" y="2004557"/>
                </a:moveTo>
                <a:lnTo>
                  <a:pt x="8242772" y="2133260"/>
                </a:lnTo>
                <a:lnTo>
                  <a:pt x="8371450" y="2133260"/>
                </a:lnTo>
                <a:lnTo>
                  <a:pt x="8371450" y="2004557"/>
                </a:lnTo>
                <a:close/>
                <a:moveTo>
                  <a:pt x="8581983" y="1999050"/>
                </a:moveTo>
                <a:lnTo>
                  <a:pt x="8581983" y="2138786"/>
                </a:lnTo>
                <a:lnTo>
                  <a:pt x="8721724" y="2138786"/>
                </a:lnTo>
                <a:lnTo>
                  <a:pt x="8721724" y="1999050"/>
                </a:lnTo>
                <a:close/>
                <a:moveTo>
                  <a:pt x="10473651" y="1996895"/>
                </a:moveTo>
                <a:lnTo>
                  <a:pt x="10617583" y="1996895"/>
                </a:lnTo>
                <a:lnTo>
                  <a:pt x="10617583" y="2140973"/>
                </a:lnTo>
                <a:lnTo>
                  <a:pt x="10473651" y="2140973"/>
                </a:lnTo>
                <a:close/>
                <a:moveTo>
                  <a:pt x="8921417" y="1993544"/>
                </a:moveTo>
                <a:lnTo>
                  <a:pt x="8921417" y="2144317"/>
                </a:lnTo>
                <a:lnTo>
                  <a:pt x="9072221" y="2144317"/>
                </a:lnTo>
                <a:lnTo>
                  <a:pt x="9072221" y="1993544"/>
                </a:lnTo>
                <a:close/>
                <a:moveTo>
                  <a:pt x="10123209" y="1991373"/>
                </a:moveTo>
                <a:lnTo>
                  <a:pt x="10278539" y="1991373"/>
                </a:lnTo>
                <a:lnTo>
                  <a:pt x="10278539" y="2146480"/>
                </a:lnTo>
                <a:lnTo>
                  <a:pt x="10123209" y="2146480"/>
                </a:lnTo>
                <a:close/>
                <a:moveTo>
                  <a:pt x="9260460" y="1987826"/>
                </a:moveTo>
                <a:lnTo>
                  <a:pt x="9260460" y="2149821"/>
                </a:lnTo>
                <a:lnTo>
                  <a:pt x="9422494" y="2149821"/>
                </a:lnTo>
                <a:lnTo>
                  <a:pt x="9422494" y="1987826"/>
                </a:lnTo>
                <a:close/>
                <a:moveTo>
                  <a:pt x="9772936" y="1985664"/>
                </a:moveTo>
                <a:lnTo>
                  <a:pt x="9939105" y="1985664"/>
                </a:lnTo>
                <a:lnTo>
                  <a:pt x="9939105" y="2151997"/>
                </a:lnTo>
                <a:lnTo>
                  <a:pt x="9772936" y="2151997"/>
                </a:lnTo>
                <a:close/>
                <a:moveTo>
                  <a:pt x="4680356" y="1890402"/>
                </a:moveTo>
                <a:lnTo>
                  <a:pt x="4680356" y="1902621"/>
                </a:lnTo>
                <a:lnTo>
                  <a:pt x="4692576" y="1902621"/>
                </a:lnTo>
                <a:lnTo>
                  <a:pt x="4692576" y="1890402"/>
                </a:lnTo>
                <a:close/>
                <a:moveTo>
                  <a:pt x="5019589" y="1884695"/>
                </a:moveTo>
                <a:lnTo>
                  <a:pt x="5019589" y="1908151"/>
                </a:lnTo>
                <a:lnTo>
                  <a:pt x="5043045" y="1908151"/>
                </a:lnTo>
                <a:lnTo>
                  <a:pt x="5043045" y="1884695"/>
                </a:lnTo>
                <a:close/>
                <a:moveTo>
                  <a:pt x="5358816" y="1879185"/>
                </a:moveTo>
                <a:lnTo>
                  <a:pt x="5358816" y="1913680"/>
                </a:lnTo>
                <a:lnTo>
                  <a:pt x="5393313" y="1913680"/>
                </a:lnTo>
                <a:lnTo>
                  <a:pt x="5393313" y="1879185"/>
                </a:lnTo>
                <a:close/>
                <a:moveTo>
                  <a:pt x="5698217" y="1873657"/>
                </a:moveTo>
                <a:lnTo>
                  <a:pt x="5698217" y="1919186"/>
                </a:lnTo>
                <a:lnTo>
                  <a:pt x="5743754" y="1919186"/>
                </a:lnTo>
                <a:lnTo>
                  <a:pt x="5743754" y="1873657"/>
                </a:lnTo>
                <a:close/>
                <a:moveTo>
                  <a:pt x="6037483" y="1868151"/>
                </a:moveTo>
                <a:lnTo>
                  <a:pt x="6037483" y="1924716"/>
                </a:lnTo>
                <a:lnTo>
                  <a:pt x="6094027" y="1924716"/>
                </a:lnTo>
                <a:lnTo>
                  <a:pt x="6094027" y="1868151"/>
                </a:lnTo>
                <a:close/>
                <a:moveTo>
                  <a:pt x="6376694" y="1862439"/>
                </a:moveTo>
                <a:lnTo>
                  <a:pt x="6376694" y="1930246"/>
                </a:lnTo>
                <a:lnTo>
                  <a:pt x="6444525" y="1930246"/>
                </a:lnTo>
                <a:lnTo>
                  <a:pt x="6444525" y="1862439"/>
                </a:lnTo>
                <a:close/>
                <a:moveTo>
                  <a:pt x="6715905" y="1856934"/>
                </a:moveTo>
                <a:lnTo>
                  <a:pt x="6715905" y="1935775"/>
                </a:lnTo>
                <a:lnTo>
                  <a:pt x="6794743" y="1935775"/>
                </a:lnTo>
                <a:lnTo>
                  <a:pt x="6794743" y="1856934"/>
                </a:lnTo>
                <a:close/>
                <a:moveTo>
                  <a:pt x="7055339" y="1851401"/>
                </a:moveTo>
                <a:lnTo>
                  <a:pt x="7055339" y="1941282"/>
                </a:lnTo>
                <a:lnTo>
                  <a:pt x="7145240" y="1941282"/>
                </a:lnTo>
                <a:lnTo>
                  <a:pt x="7145240" y="1851401"/>
                </a:lnTo>
                <a:close/>
                <a:moveTo>
                  <a:pt x="7394606" y="1846079"/>
                </a:moveTo>
                <a:lnTo>
                  <a:pt x="7394606" y="1947001"/>
                </a:lnTo>
                <a:lnTo>
                  <a:pt x="7495515" y="1947001"/>
                </a:lnTo>
                <a:lnTo>
                  <a:pt x="7495515" y="1846079"/>
                </a:lnTo>
                <a:close/>
                <a:moveTo>
                  <a:pt x="7733817" y="1840378"/>
                </a:moveTo>
                <a:lnTo>
                  <a:pt x="7733817" y="1952531"/>
                </a:lnTo>
                <a:lnTo>
                  <a:pt x="7845956" y="1952531"/>
                </a:lnTo>
                <a:lnTo>
                  <a:pt x="7845956" y="1840378"/>
                </a:lnTo>
                <a:close/>
                <a:moveTo>
                  <a:pt x="8073027" y="1834862"/>
                </a:moveTo>
                <a:lnTo>
                  <a:pt x="8073027" y="1958056"/>
                </a:lnTo>
                <a:lnTo>
                  <a:pt x="8196229" y="1958056"/>
                </a:lnTo>
                <a:lnTo>
                  <a:pt x="8196229" y="1834862"/>
                </a:lnTo>
                <a:close/>
                <a:moveTo>
                  <a:pt x="8412461" y="1829334"/>
                </a:moveTo>
                <a:lnTo>
                  <a:pt x="8412461" y="1963566"/>
                </a:lnTo>
                <a:lnTo>
                  <a:pt x="8546726" y="1963570"/>
                </a:lnTo>
                <a:lnTo>
                  <a:pt x="8546726" y="1829334"/>
                </a:lnTo>
                <a:close/>
                <a:moveTo>
                  <a:pt x="10648927" y="1827191"/>
                </a:moveTo>
                <a:lnTo>
                  <a:pt x="10728325" y="1827191"/>
                </a:lnTo>
                <a:lnTo>
                  <a:pt x="10728325" y="1965577"/>
                </a:lnTo>
                <a:lnTo>
                  <a:pt x="10648927" y="1965577"/>
                </a:lnTo>
                <a:close/>
                <a:moveTo>
                  <a:pt x="8751728" y="1823829"/>
                </a:moveTo>
                <a:lnTo>
                  <a:pt x="8751728" y="1969103"/>
                </a:lnTo>
                <a:lnTo>
                  <a:pt x="8897000" y="1969103"/>
                </a:lnTo>
                <a:lnTo>
                  <a:pt x="8897000" y="1823829"/>
                </a:lnTo>
                <a:close/>
                <a:moveTo>
                  <a:pt x="10298431" y="1821684"/>
                </a:moveTo>
                <a:lnTo>
                  <a:pt x="10448228" y="1821684"/>
                </a:lnTo>
                <a:lnTo>
                  <a:pt x="10448228" y="1971287"/>
                </a:lnTo>
                <a:lnTo>
                  <a:pt x="10298431" y="1971287"/>
                </a:lnTo>
                <a:close/>
                <a:moveTo>
                  <a:pt x="9091106" y="1818319"/>
                </a:moveTo>
                <a:lnTo>
                  <a:pt x="9091106" y="1974631"/>
                </a:lnTo>
                <a:lnTo>
                  <a:pt x="9247441" y="1974631"/>
                </a:lnTo>
                <a:lnTo>
                  <a:pt x="9247441" y="1818319"/>
                </a:lnTo>
                <a:close/>
                <a:moveTo>
                  <a:pt x="9948157" y="1816162"/>
                </a:moveTo>
                <a:lnTo>
                  <a:pt x="10108794" y="1816162"/>
                </a:lnTo>
                <a:lnTo>
                  <a:pt x="10108794" y="1976816"/>
                </a:lnTo>
                <a:lnTo>
                  <a:pt x="9948157" y="1976816"/>
                </a:lnTo>
                <a:close/>
                <a:moveTo>
                  <a:pt x="9430150" y="1812612"/>
                </a:moveTo>
                <a:lnTo>
                  <a:pt x="9430150" y="1980157"/>
                </a:lnTo>
                <a:lnTo>
                  <a:pt x="9597716" y="1980157"/>
                </a:lnTo>
                <a:lnTo>
                  <a:pt x="9597716" y="1812612"/>
                </a:lnTo>
                <a:close/>
                <a:moveTo>
                  <a:pt x="4510644" y="1720704"/>
                </a:moveTo>
                <a:lnTo>
                  <a:pt x="4510644" y="1727409"/>
                </a:lnTo>
                <a:lnTo>
                  <a:pt x="4517349" y="1727409"/>
                </a:lnTo>
                <a:lnTo>
                  <a:pt x="4517349" y="1720704"/>
                </a:lnTo>
                <a:close/>
                <a:moveTo>
                  <a:pt x="4849872" y="1714998"/>
                </a:moveTo>
                <a:lnTo>
                  <a:pt x="4849872" y="1732933"/>
                </a:lnTo>
                <a:lnTo>
                  <a:pt x="4867813" y="1732933"/>
                </a:lnTo>
                <a:lnTo>
                  <a:pt x="4867813" y="1714998"/>
                </a:lnTo>
                <a:close/>
                <a:moveTo>
                  <a:pt x="5189105" y="1709470"/>
                </a:moveTo>
                <a:lnTo>
                  <a:pt x="5189105" y="1738439"/>
                </a:lnTo>
                <a:lnTo>
                  <a:pt x="5218081" y="1738439"/>
                </a:lnTo>
                <a:lnTo>
                  <a:pt x="5218081" y="1709470"/>
                </a:lnTo>
                <a:close/>
                <a:moveTo>
                  <a:pt x="5528522" y="1703960"/>
                </a:moveTo>
                <a:lnTo>
                  <a:pt x="5528522" y="1743974"/>
                </a:lnTo>
                <a:lnTo>
                  <a:pt x="5568539" y="1743974"/>
                </a:lnTo>
                <a:lnTo>
                  <a:pt x="5568539" y="1703960"/>
                </a:lnTo>
                <a:close/>
                <a:moveTo>
                  <a:pt x="5867738" y="1698449"/>
                </a:moveTo>
                <a:lnTo>
                  <a:pt x="5867738" y="1749497"/>
                </a:lnTo>
                <a:lnTo>
                  <a:pt x="5918807" y="1749497"/>
                </a:lnTo>
                <a:lnTo>
                  <a:pt x="5918807" y="1698449"/>
                </a:lnTo>
                <a:close/>
                <a:moveTo>
                  <a:pt x="6207005" y="1692743"/>
                </a:moveTo>
                <a:lnTo>
                  <a:pt x="6207005" y="1755027"/>
                </a:lnTo>
                <a:lnTo>
                  <a:pt x="6269248" y="1755027"/>
                </a:lnTo>
                <a:lnTo>
                  <a:pt x="6269248" y="1692743"/>
                </a:lnTo>
                <a:close/>
                <a:moveTo>
                  <a:pt x="6546216" y="1687405"/>
                </a:moveTo>
                <a:lnTo>
                  <a:pt x="6546216" y="1760729"/>
                </a:lnTo>
                <a:lnTo>
                  <a:pt x="6619523" y="1760729"/>
                </a:lnTo>
                <a:lnTo>
                  <a:pt x="6619523" y="1687405"/>
                </a:lnTo>
                <a:close/>
                <a:moveTo>
                  <a:pt x="6885650" y="1681894"/>
                </a:moveTo>
                <a:lnTo>
                  <a:pt x="6885650" y="1766252"/>
                </a:lnTo>
                <a:lnTo>
                  <a:pt x="6970020" y="1766252"/>
                </a:lnTo>
                <a:lnTo>
                  <a:pt x="6970020" y="1681894"/>
                </a:lnTo>
                <a:close/>
                <a:moveTo>
                  <a:pt x="7224861" y="1676388"/>
                </a:moveTo>
                <a:lnTo>
                  <a:pt x="7224861" y="1771782"/>
                </a:lnTo>
                <a:lnTo>
                  <a:pt x="7320294" y="1771782"/>
                </a:lnTo>
                <a:lnTo>
                  <a:pt x="7320294" y="1676388"/>
                </a:lnTo>
                <a:close/>
                <a:moveTo>
                  <a:pt x="7564295" y="1670869"/>
                </a:moveTo>
                <a:lnTo>
                  <a:pt x="7564295" y="1777312"/>
                </a:lnTo>
                <a:lnTo>
                  <a:pt x="7670735" y="1777312"/>
                </a:lnTo>
                <a:lnTo>
                  <a:pt x="7670735" y="1670869"/>
                </a:lnTo>
                <a:close/>
                <a:moveTo>
                  <a:pt x="7903338" y="1665145"/>
                </a:moveTo>
                <a:lnTo>
                  <a:pt x="7903338" y="1782819"/>
                </a:lnTo>
                <a:lnTo>
                  <a:pt x="8021008" y="1782819"/>
                </a:lnTo>
                <a:lnTo>
                  <a:pt x="8021008" y="1665145"/>
                </a:lnTo>
                <a:close/>
                <a:moveTo>
                  <a:pt x="8242772" y="1659638"/>
                </a:moveTo>
                <a:lnTo>
                  <a:pt x="8242772" y="1788347"/>
                </a:lnTo>
                <a:lnTo>
                  <a:pt x="8371450" y="1788347"/>
                </a:lnTo>
                <a:lnTo>
                  <a:pt x="8371450" y="1659638"/>
                </a:lnTo>
                <a:close/>
                <a:moveTo>
                  <a:pt x="8581983" y="1654122"/>
                </a:moveTo>
                <a:lnTo>
                  <a:pt x="8581983" y="1793871"/>
                </a:lnTo>
                <a:lnTo>
                  <a:pt x="8721724" y="1793871"/>
                </a:lnTo>
                <a:lnTo>
                  <a:pt x="8721724" y="1654122"/>
                </a:lnTo>
                <a:close/>
                <a:moveTo>
                  <a:pt x="10473651" y="1651972"/>
                </a:moveTo>
                <a:lnTo>
                  <a:pt x="10617583" y="1651972"/>
                </a:lnTo>
                <a:lnTo>
                  <a:pt x="10617583" y="1796251"/>
                </a:lnTo>
                <a:lnTo>
                  <a:pt x="10473651" y="1796251"/>
                </a:lnTo>
                <a:close/>
                <a:moveTo>
                  <a:pt x="8921417" y="1648616"/>
                </a:moveTo>
                <a:lnTo>
                  <a:pt x="8921417" y="1799405"/>
                </a:lnTo>
                <a:lnTo>
                  <a:pt x="9072221" y="1799405"/>
                </a:lnTo>
                <a:lnTo>
                  <a:pt x="9072221" y="1648616"/>
                </a:lnTo>
                <a:close/>
                <a:moveTo>
                  <a:pt x="10123209" y="1646442"/>
                </a:moveTo>
                <a:lnTo>
                  <a:pt x="10278539" y="1646442"/>
                </a:lnTo>
                <a:lnTo>
                  <a:pt x="10278539" y="1801762"/>
                </a:lnTo>
                <a:lnTo>
                  <a:pt x="10123209" y="1801762"/>
                </a:lnTo>
                <a:close/>
                <a:moveTo>
                  <a:pt x="9260460" y="1643083"/>
                </a:moveTo>
                <a:lnTo>
                  <a:pt x="9260460" y="1805101"/>
                </a:lnTo>
                <a:lnTo>
                  <a:pt x="9422494" y="1805101"/>
                </a:lnTo>
                <a:lnTo>
                  <a:pt x="9422494" y="1643083"/>
                </a:lnTo>
                <a:close/>
                <a:moveTo>
                  <a:pt x="9772936" y="1640930"/>
                </a:moveTo>
                <a:lnTo>
                  <a:pt x="9939105" y="1640930"/>
                </a:lnTo>
                <a:lnTo>
                  <a:pt x="9939105" y="1807081"/>
                </a:lnTo>
                <a:lnTo>
                  <a:pt x="9772936" y="1807081"/>
                </a:lnTo>
                <a:close/>
                <a:moveTo>
                  <a:pt x="4680356" y="1545476"/>
                </a:moveTo>
                <a:lnTo>
                  <a:pt x="4680356" y="1557695"/>
                </a:lnTo>
                <a:lnTo>
                  <a:pt x="4692576" y="1557695"/>
                </a:lnTo>
                <a:lnTo>
                  <a:pt x="4692576" y="1545476"/>
                </a:lnTo>
                <a:close/>
                <a:moveTo>
                  <a:pt x="5019589" y="1539769"/>
                </a:moveTo>
                <a:lnTo>
                  <a:pt x="5019589" y="1563225"/>
                </a:lnTo>
                <a:lnTo>
                  <a:pt x="5043045" y="1563225"/>
                </a:lnTo>
                <a:lnTo>
                  <a:pt x="5043045" y="1539769"/>
                </a:lnTo>
                <a:close/>
                <a:moveTo>
                  <a:pt x="5358816" y="1534448"/>
                </a:moveTo>
                <a:lnTo>
                  <a:pt x="5358816" y="1568938"/>
                </a:lnTo>
                <a:lnTo>
                  <a:pt x="5393313" y="1568938"/>
                </a:lnTo>
                <a:lnTo>
                  <a:pt x="5393313" y="1534448"/>
                </a:lnTo>
                <a:close/>
                <a:moveTo>
                  <a:pt x="5698217" y="1528942"/>
                </a:moveTo>
                <a:lnTo>
                  <a:pt x="5698217" y="1574472"/>
                </a:lnTo>
                <a:lnTo>
                  <a:pt x="5743754" y="1574472"/>
                </a:lnTo>
                <a:lnTo>
                  <a:pt x="5743754" y="1528942"/>
                </a:lnTo>
                <a:close/>
                <a:moveTo>
                  <a:pt x="6037483" y="1523409"/>
                </a:moveTo>
                <a:lnTo>
                  <a:pt x="6037483" y="1579979"/>
                </a:lnTo>
                <a:lnTo>
                  <a:pt x="6094027" y="1579979"/>
                </a:lnTo>
                <a:lnTo>
                  <a:pt x="6094027" y="1523409"/>
                </a:lnTo>
                <a:close/>
                <a:moveTo>
                  <a:pt x="6376694" y="1517702"/>
                </a:moveTo>
                <a:lnTo>
                  <a:pt x="6376694" y="1585501"/>
                </a:lnTo>
                <a:lnTo>
                  <a:pt x="6444525" y="1585501"/>
                </a:lnTo>
                <a:lnTo>
                  <a:pt x="6444525" y="1517702"/>
                </a:lnTo>
                <a:close/>
                <a:moveTo>
                  <a:pt x="6715905" y="1512192"/>
                </a:moveTo>
                <a:lnTo>
                  <a:pt x="6715905" y="1591038"/>
                </a:lnTo>
                <a:lnTo>
                  <a:pt x="6794743" y="1591038"/>
                </a:lnTo>
                <a:lnTo>
                  <a:pt x="6794743" y="1512192"/>
                </a:lnTo>
                <a:close/>
                <a:moveTo>
                  <a:pt x="7055339" y="1506680"/>
                </a:moveTo>
                <a:lnTo>
                  <a:pt x="7055339" y="1596561"/>
                </a:lnTo>
                <a:lnTo>
                  <a:pt x="7145240" y="1596561"/>
                </a:lnTo>
                <a:lnTo>
                  <a:pt x="7145240" y="1506680"/>
                </a:lnTo>
                <a:close/>
                <a:moveTo>
                  <a:pt x="7394606" y="1501153"/>
                </a:moveTo>
                <a:lnTo>
                  <a:pt x="7394606" y="1602068"/>
                </a:lnTo>
                <a:lnTo>
                  <a:pt x="7495515" y="1602068"/>
                </a:lnTo>
                <a:lnTo>
                  <a:pt x="7495515" y="1501153"/>
                </a:lnTo>
                <a:close/>
                <a:moveTo>
                  <a:pt x="7733817" y="1495446"/>
                </a:moveTo>
                <a:lnTo>
                  <a:pt x="7733817" y="1607604"/>
                </a:lnTo>
                <a:lnTo>
                  <a:pt x="7845956" y="1607604"/>
                </a:lnTo>
                <a:lnTo>
                  <a:pt x="7845956" y="1495446"/>
                </a:lnTo>
                <a:close/>
                <a:moveTo>
                  <a:pt x="8073027" y="1489935"/>
                </a:moveTo>
                <a:lnTo>
                  <a:pt x="8073027" y="1613128"/>
                </a:lnTo>
                <a:lnTo>
                  <a:pt x="8196229" y="1613128"/>
                </a:lnTo>
                <a:lnTo>
                  <a:pt x="8196229" y="1489935"/>
                </a:lnTo>
                <a:close/>
                <a:moveTo>
                  <a:pt x="8412461" y="1484620"/>
                </a:moveTo>
                <a:lnTo>
                  <a:pt x="8412461" y="1618847"/>
                </a:lnTo>
                <a:lnTo>
                  <a:pt x="8546726" y="1618847"/>
                </a:lnTo>
                <a:lnTo>
                  <a:pt x="8546726" y="1484620"/>
                </a:lnTo>
                <a:close/>
                <a:moveTo>
                  <a:pt x="10648927" y="1482475"/>
                </a:moveTo>
                <a:lnTo>
                  <a:pt x="10728325" y="1482475"/>
                </a:lnTo>
                <a:lnTo>
                  <a:pt x="10728325" y="1620826"/>
                </a:lnTo>
                <a:lnTo>
                  <a:pt x="10648927" y="1620826"/>
                </a:lnTo>
                <a:close/>
                <a:moveTo>
                  <a:pt x="8751728" y="1479091"/>
                </a:moveTo>
                <a:lnTo>
                  <a:pt x="8751728" y="1624357"/>
                </a:lnTo>
                <a:lnTo>
                  <a:pt x="8897000" y="1624357"/>
                </a:lnTo>
                <a:lnTo>
                  <a:pt x="8897000" y="1479091"/>
                </a:lnTo>
                <a:close/>
                <a:moveTo>
                  <a:pt x="10298431" y="1476756"/>
                </a:moveTo>
                <a:lnTo>
                  <a:pt x="10448228" y="1476756"/>
                </a:lnTo>
                <a:lnTo>
                  <a:pt x="10448228" y="1626553"/>
                </a:lnTo>
                <a:lnTo>
                  <a:pt x="10298431" y="1626553"/>
                </a:lnTo>
                <a:close/>
                <a:moveTo>
                  <a:pt x="9091106" y="1473574"/>
                </a:moveTo>
                <a:lnTo>
                  <a:pt x="9091106" y="1629880"/>
                </a:lnTo>
                <a:lnTo>
                  <a:pt x="9247441" y="1629880"/>
                </a:lnTo>
                <a:lnTo>
                  <a:pt x="9247441" y="1473574"/>
                </a:lnTo>
                <a:close/>
                <a:moveTo>
                  <a:pt x="9948157" y="1471228"/>
                </a:moveTo>
                <a:lnTo>
                  <a:pt x="10108794" y="1471228"/>
                </a:lnTo>
                <a:lnTo>
                  <a:pt x="10108794" y="1632064"/>
                </a:lnTo>
                <a:lnTo>
                  <a:pt x="9948157" y="1632064"/>
                </a:lnTo>
                <a:close/>
                <a:moveTo>
                  <a:pt x="9430150" y="1467874"/>
                </a:moveTo>
                <a:lnTo>
                  <a:pt x="9430150" y="1635408"/>
                </a:lnTo>
                <a:lnTo>
                  <a:pt x="9597716" y="1635408"/>
                </a:lnTo>
                <a:lnTo>
                  <a:pt x="9597716" y="1467874"/>
                </a:lnTo>
                <a:close/>
                <a:moveTo>
                  <a:pt x="4510644" y="1375968"/>
                </a:moveTo>
                <a:lnTo>
                  <a:pt x="4510644" y="1382673"/>
                </a:lnTo>
                <a:lnTo>
                  <a:pt x="4517349" y="1382673"/>
                </a:lnTo>
                <a:lnTo>
                  <a:pt x="4517349" y="1375968"/>
                </a:lnTo>
                <a:close/>
                <a:moveTo>
                  <a:pt x="4849872" y="1370261"/>
                </a:moveTo>
                <a:lnTo>
                  <a:pt x="4849872" y="1388196"/>
                </a:lnTo>
                <a:lnTo>
                  <a:pt x="4867813" y="1388196"/>
                </a:lnTo>
                <a:lnTo>
                  <a:pt x="4867813" y="1370261"/>
                </a:lnTo>
                <a:close/>
                <a:moveTo>
                  <a:pt x="5189105" y="1364751"/>
                </a:moveTo>
                <a:lnTo>
                  <a:pt x="5189105" y="1393726"/>
                </a:lnTo>
                <a:lnTo>
                  <a:pt x="5218081" y="1393726"/>
                </a:lnTo>
                <a:lnTo>
                  <a:pt x="5218081" y="1364751"/>
                </a:lnTo>
                <a:close/>
                <a:moveTo>
                  <a:pt x="5528522" y="1359223"/>
                </a:moveTo>
                <a:lnTo>
                  <a:pt x="5528522" y="1399232"/>
                </a:lnTo>
                <a:lnTo>
                  <a:pt x="5568539" y="1399238"/>
                </a:lnTo>
                <a:lnTo>
                  <a:pt x="5568539" y="1359223"/>
                </a:lnTo>
                <a:close/>
                <a:moveTo>
                  <a:pt x="5867738" y="1353712"/>
                </a:moveTo>
                <a:lnTo>
                  <a:pt x="5867738" y="1404761"/>
                </a:lnTo>
                <a:lnTo>
                  <a:pt x="5918807" y="1404761"/>
                </a:lnTo>
                <a:lnTo>
                  <a:pt x="5918807" y="1353712"/>
                </a:lnTo>
                <a:close/>
                <a:moveTo>
                  <a:pt x="6207005" y="1348006"/>
                </a:moveTo>
                <a:lnTo>
                  <a:pt x="6207005" y="1410291"/>
                </a:lnTo>
                <a:lnTo>
                  <a:pt x="6269248" y="1410291"/>
                </a:lnTo>
                <a:lnTo>
                  <a:pt x="6269248" y="1348006"/>
                </a:lnTo>
                <a:close/>
                <a:moveTo>
                  <a:pt x="6546216" y="1342479"/>
                </a:moveTo>
                <a:lnTo>
                  <a:pt x="6546216" y="1415798"/>
                </a:lnTo>
                <a:lnTo>
                  <a:pt x="6619523" y="1415798"/>
                </a:lnTo>
                <a:lnTo>
                  <a:pt x="6619523" y="1342479"/>
                </a:lnTo>
                <a:close/>
                <a:moveTo>
                  <a:pt x="6885650" y="1336968"/>
                </a:moveTo>
                <a:lnTo>
                  <a:pt x="6885650" y="1421326"/>
                </a:lnTo>
                <a:lnTo>
                  <a:pt x="6970020" y="1421326"/>
                </a:lnTo>
                <a:lnTo>
                  <a:pt x="6970020" y="1336968"/>
                </a:lnTo>
                <a:close/>
                <a:moveTo>
                  <a:pt x="7224861" y="1331458"/>
                </a:moveTo>
                <a:lnTo>
                  <a:pt x="7224861" y="1426856"/>
                </a:lnTo>
                <a:lnTo>
                  <a:pt x="7320294" y="1426856"/>
                </a:lnTo>
                <a:lnTo>
                  <a:pt x="7320294" y="1331458"/>
                </a:lnTo>
                <a:close/>
                <a:moveTo>
                  <a:pt x="7564295" y="1326142"/>
                </a:moveTo>
                <a:lnTo>
                  <a:pt x="7564295" y="1432575"/>
                </a:lnTo>
                <a:lnTo>
                  <a:pt x="7670735" y="1432575"/>
                </a:lnTo>
                <a:lnTo>
                  <a:pt x="7670735" y="1326142"/>
                </a:lnTo>
                <a:close/>
                <a:moveTo>
                  <a:pt x="7903338" y="1320436"/>
                </a:moveTo>
                <a:lnTo>
                  <a:pt x="7903338" y="1438104"/>
                </a:lnTo>
                <a:lnTo>
                  <a:pt x="8021008" y="1438104"/>
                </a:lnTo>
                <a:lnTo>
                  <a:pt x="8021008" y="1320436"/>
                </a:lnTo>
                <a:close/>
                <a:moveTo>
                  <a:pt x="8242772" y="1314908"/>
                </a:moveTo>
                <a:lnTo>
                  <a:pt x="8242772" y="1443610"/>
                </a:lnTo>
                <a:lnTo>
                  <a:pt x="8371450" y="1443610"/>
                </a:lnTo>
                <a:lnTo>
                  <a:pt x="8371450" y="1314908"/>
                </a:lnTo>
                <a:close/>
                <a:moveTo>
                  <a:pt x="8581983" y="1309392"/>
                </a:moveTo>
                <a:lnTo>
                  <a:pt x="8581983" y="1449133"/>
                </a:lnTo>
                <a:lnTo>
                  <a:pt x="8721724" y="1449133"/>
                </a:lnTo>
                <a:lnTo>
                  <a:pt x="8721724" y="1309392"/>
                </a:lnTo>
                <a:close/>
                <a:moveTo>
                  <a:pt x="10473651" y="1307242"/>
                </a:moveTo>
                <a:lnTo>
                  <a:pt x="10617583" y="1307242"/>
                </a:lnTo>
                <a:lnTo>
                  <a:pt x="10617583" y="1451324"/>
                </a:lnTo>
                <a:lnTo>
                  <a:pt x="10473651" y="1451324"/>
                </a:lnTo>
                <a:close/>
                <a:moveTo>
                  <a:pt x="8921417" y="1303887"/>
                </a:moveTo>
                <a:lnTo>
                  <a:pt x="8921417" y="1454667"/>
                </a:lnTo>
                <a:lnTo>
                  <a:pt x="9072221" y="1454667"/>
                </a:lnTo>
                <a:lnTo>
                  <a:pt x="9072221" y="1303887"/>
                </a:lnTo>
                <a:close/>
                <a:moveTo>
                  <a:pt x="10123209" y="1301737"/>
                </a:moveTo>
                <a:lnTo>
                  <a:pt x="10278539" y="1301737"/>
                </a:lnTo>
                <a:lnTo>
                  <a:pt x="10278539" y="1456830"/>
                </a:lnTo>
                <a:lnTo>
                  <a:pt x="10123209" y="1456830"/>
                </a:lnTo>
                <a:close/>
                <a:moveTo>
                  <a:pt x="9260460" y="1298159"/>
                </a:moveTo>
                <a:lnTo>
                  <a:pt x="9260460" y="1460175"/>
                </a:lnTo>
                <a:lnTo>
                  <a:pt x="9422494" y="1460175"/>
                </a:lnTo>
                <a:lnTo>
                  <a:pt x="9422494" y="1298159"/>
                </a:lnTo>
                <a:close/>
                <a:moveTo>
                  <a:pt x="9772936" y="1296207"/>
                </a:moveTo>
                <a:lnTo>
                  <a:pt x="9939105" y="1296207"/>
                </a:lnTo>
                <a:lnTo>
                  <a:pt x="9939105" y="1462362"/>
                </a:lnTo>
                <a:lnTo>
                  <a:pt x="9772936" y="1462362"/>
                </a:lnTo>
                <a:close/>
                <a:moveTo>
                  <a:pt x="4680356" y="1200756"/>
                </a:moveTo>
                <a:lnTo>
                  <a:pt x="4680356" y="1212981"/>
                </a:lnTo>
                <a:lnTo>
                  <a:pt x="4692576" y="1212981"/>
                </a:lnTo>
                <a:lnTo>
                  <a:pt x="4692576" y="1200756"/>
                </a:lnTo>
                <a:close/>
                <a:moveTo>
                  <a:pt x="5019589" y="1195033"/>
                </a:moveTo>
                <a:lnTo>
                  <a:pt x="5019589" y="1218488"/>
                </a:lnTo>
                <a:lnTo>
                  <a:pt x="5043045" y="1218488"/>
                </a:lnTo>
                <a:lnTo>
                  <a:pt x="5043045" y="1195033"/>
                </a:lnTo>
                <a:close/>
                <a:moveTo>
                  <a:pt x="5358816" y="1189523"/>
                </a:moveTo>
                <a:lnTo>
                  <a:pt x="5358816" y="1224012"/>
                </a:lnTo>
                <a:lnTo>
                  <a:pt x="5393313" y="1224012"/>
                </a:lnTo>
                <a:lnTo>
                  <a:pt x="5393313" y="1189523"/>
                </a:lnTo>
                <a:close/>
                <a:moveTo>
                  <a:pt x="5698217" y="1184012"/>
                </a:moveTo>
                <a:lnTo>
                  <a:pt x="5698217" y="1229541"/>
                </a:lnTo>
                <a:lnTo>
                  <a:pt x="5743754" y="1229541"/>
                </a:lnTo>
                <a:lnTo>
                  <a:pt x="5743754" y="1184012"/>
                </a:lnTo>
                <a:close/>
                <a:moveTo>
                  <a:pt x="6037483" y="1178485"/>
                </a:moveTo>
                <a:lnTo>
                  <a:pt x="6037483" y="1235054"/>
                </a:lnTo>
                <a:lnTo>
                  <a:pt x="6094027" y="1235054"/>
                </a:lnTo>
                <a:lnTo>
                  <a:pt x="6094027" y="1178485"/>
                </a:lnTo>
                <a:close/>
                <a:moveTo>
                  <a:pt x="6376694" y="1172773"/>
                </a:moveTo>
                <a:lnTo>
                  <a:pt x="6376694" y="1240577"/>
                </a:lnTo>
                <a:lnTo>
                  <a:pt x="6444525" y="1240577"/>
                </a:lnTo>
                <a:lnTo>
                  <a:pt x="6444525" y="1172773"/>
                </a:lnTo>
                <a:close/>
                <a:moveTo>
                  <a:pt x="6715905" y="1167459"/>
                </a:moveTo>
                <a:lnTo>
                  <a:pt x="6715905" y="1246298"/>
                </a:lnTo>
                <a:lnTo>
                  <a:pt x="6794743" y="1246298"/>
                </a:lnTo>
                <a:lnTo>
                  <a:pt x="6794743" y="1167459"/>
                </a:lnTo>
                <a:close/>
                <a:moveTo>
                  <a:pt x="7055339" y="1161954"/>
                </a:moveTo>
                <a:lnTo>
                  <a:pt x="7055339" y="1251833"/>
                </a:lnTo>
                <a:lnTo>
                  <a:pt x="7145240" y="1251833"/>
                </a:lnTo>
                <a:lnTo>
                  <a:pt x="7145240" y="1161954"/>
                </a:lnTo>
                <a:close/>
                <a:moveTo>
                  <a:pt x="7394606" y="1156443"/>
                </a:moveTo>
                <a:lnTo>
                  <a:pt x="7394606" y="1257357"/>
                </a:lnTo>
                <a:lnTo>
                  <a:pt x="7495515" y="1257357"/>
                </a:lnTo>
                <a:lnTo>
                  <a:pt x="7495515" y="1156443"/>
                </a:lnTo>
                <a:close/>
                <a:moveTo>
                  <a:pt x="7733817" y="1150715"/>
                </a:moveTo>
                <a:lnTo>
                  <a:pt x="7733817" y="1262863"/>
                </a:lnTo>
                <a:lnTo>
                  <a:pt x="7845956" y="1262863"/>
                </a:lnTo>
                <a:lnTo>
                  <a:pt x="7845956" y="1150715"/>
                </a:lnTo>
                <a:close/>
                <a:moveTo>
                  <a:pt x="8073027" y="1145205"/>
                </a:moveTo>
                <a:lnTo>
                  <a:pt x="8073027" y="1268392"/>
                </a:lnTo>
                <a:lnTo>
                  <a:pt x="8196229" y="1268392"/>
                </a:lnTo>
                <a:lnTo>
                  <a:pt x="8196229" y="1145205"/>
                </a:lnTo>
                <a:close/>
                <a:moveTo>
                  <a:pt x="8412461" y="1139700"/>
                </a:moveTo>
                <a:lnTo>
                  <a:pt x="8412461" y="1273922"/>
                </a:lnTo>
                <a:lnTo>
                  <a:pt x="8546726" y="1273922"/>
                </a:lnTo>
                <a:lnTo>
                  <a:pt x="8546726" y="1139700"/>
                </a:lnTo>
                <a:close/>
                <a:moveTo>
                  <a:pt x="10648927" y="1137561"/>
                </a:moveTo>
                <a:lnTo>
                  <a:pt x="10728325" y="1137561"/>
                </a:lnTo>
                <a:lnTo>
                  <a:pt x="10728325" y="1276116"/>
                </a:lnTo>
                <a:lnTo>
                  <a:pt x="10648927" y="1276116"/>
                </a:lnTo>
                <a:close/>
                <a:moveTo>
                  <a:pt x="8751728" y="1134168"/>
                </a:moveTo>
                <a:lnTo>
                  <a:pt x="8751728" y="1279429"/>
                </a:lnTo>
                <a:lnTo>
                  <a:pt x="8897000" y="1279429"/>
                </a:lnTo>
                <a:lnTo>
                  <a:pt x="8897000" y="1134168"/>
                </a:lnTo>
                <a:close/>
                <a:moveTo>
                  <a:pt x="10298431" y="1132032"/>
                </a:moveTo>
                <a:lnTo>
                  <a:pt x="10448228" y="1132032"/>
                </a:lnTo>
                <a:lnTo>
                  <a:pt x="10448228" y="1281632"/>
                </a:lnTo>
                <a:lnTo>
                  <a:pt x="10298431" y="1281632"/>
                </a:lnTo>
                <a:close/>
                <a:moveTo>
                  <a:pt x="9091106" y="1128657"/>
                </a:moveTo>
                <a:lnTo>
                  <a:pt x="9091106" y="1284958"/>
                </a:lnTo>
                <a:lnTo>
                  <a:pt x="9247441" y="1284958"/>
                </a:lnTo>
                <a:lnTo>
                  <a:pt x="9247441" y="1128657"/>
                </a:lnTo>
                <a:close/>
                <a:moveTo>
                  <a:pt x="9948157" y="1126502"/>
                </a:moveTo>
                <a:lnTo>
                  <a:pt x="10108794" y="1126502"/>
                </a:lnTo>
                <a:lnTo>
                  <a:pt x="10108794" y="1287143"/>
                </a:lnTo>
                <a:lnTo>
                  <a:pt x="9948157" y="1287143"/>
                </a:lnTo>
                <a:close/>
                <a:moveTo>
                  <a:pt x="9430150" y="1123148"/>
                </a:moveTo>
                <a:lnTo>
                  <a:pt x="9430150" y="1290678"/>
                </a:lnTo>
                <a:lnTo>
                  <a:pt x="9597716" y="1290678"/>
                </a:lnTo>
                <a:lnTo>
                  <a:pt x="9597716" y="1123148"/>
                </a:lnTo>
                <a:close/>
                <a:moveTo>
                  <a:pt x="4510644" y="1031042"/>
                </a:moveTo>
                <a:lnTo>
                  <a:pt x="4510644" y="1037741"/>
                </a:lnTo>
                <a:lnTo>
                  <a:pt x="4517349" y="1037741"/>
                </a:lnTo>
                <a:lnTo>
                  <a:pt x="4517349" y="1031042"/>
                </a:lnTo>
                <a:close/>
                <a:moveTo>
                  <a:pt x="4849872" y="1025328"/>
                </a:moveTo>
                <a:lnTo>
                  <a:pt x="4849872" y="1043268"/>
                </a:lnTo>
                <a:lnTo>
                  <a:pt x="4867813" y="1043268"/>
                </a:lnTo>
                <a:lnTo>
                  <a:pt x="4867813" y="1025328"/>
                </a:lnTo>
                <a:close/>
                <a:moveTo>
                  <a:pt x="5189105" y="1019822"/>
                </a:moveTo>
                <a:lnTo>
                  <a:pt x="5189105" y="1048800"/>
                </a:lnTo>
                <a:lnTo>
                  <a:pt x="5218081" y="1048800"/>
                </a:lnTo>
                <a:lnTo>
                  <a:pt x="5218081" y="1019822"/>
                </a:lnTo>
                <a:close/>
                <a:moveTo>
                  <a:pt x="5528522" y="1014294"/>
                </a:moveTo>
                <a:lnTo>
                  <a:pt x="5528522" y="1054308"/>
                </a:lnTo>
                <a:lnTo>
                  <a:pt x="5568539" y="1054308"/>
                </a:lnTo>
                <a:lnTo>
                  <a:pt x="5568539" y="1014294"/>
                </a:lnTo>
                <a:close/>
                <a:moveTo>
                  <a:pt x="5867738" y="1008978"/>
                </a:moveTo>
                <a:lnTo>
                  <a:pt x="5867738" y="1060034"/>
                </a:lnTo>
                <a:lnTo>
                  <a:pt x="5918807" y="1060034"/>
                </a:lnTo>
                <a:lnTo>
                  <a:pt x="5918807" y="1008978"/>
                </a:lnTo>
                <a:close/>
                <a:moveTo>
                  <a:pt x="6207005" y="1003265"/>
                </a:moveTo>
                <a:lnTo>
                  <a:pt x="6207005" y="1065557"/>
                </a:lnTo>
                <a:lnTo>
                  <a:pt x="6269248" y="1065557"/>
                </a:lnTo>
                <a:lnTo>
                  <a:pt x="6269248" y="1003265"/>
                </a:lnTo>
                <a:close/>
                <a:moveTo>
                  <a:pt x="6546216" y="997759"/>
                </a:moveTo>
                <a:lnTo>
                  <a:pt x="6546216" y="1071088"/>
                </a:lnTo>
                <a:lnTo>
                  <a:pt x="6619523" y="1071088"/>
                </a:lnTo>
                <a:lnTo>
                  <a:pt x="6619523" y="997759"/>
                </a:lnTo>
                <a:close/>
                <a:moveTo>
                  <a:pt x="6885650" y="992230"/>
                </a:moveTo>
                <a:lnTo>
                  <a:pt x="6885650" y="1076594"/>
                </a:lnTo>
                <a:lnTo>
                  <a:pt x="6970020" y="1076600"/>
                </a:lnTo>
                <a:lnTo>
                  <a:pt x="6970020" y="992230"/>
                </a:lnTo>
                <a:close/>
                <a:moveTo>
                  <a:pt x="7224861" y="986713"/>
                </a:moveTo>
                <a:lnTo>
                  <a:pt x="7224861" y="1082125"/>
                </a:lnTo>
                <a:lnTo>
                  <a:pt x="7320294" y="1082125"/>
                </a:lnTo>
                <a:lnTo>
                  <a:pt x="7320294" y="986713"/>
                </a:lnTo>
                <a:close/>
                <a:moveTo>
                  <a:pt x="7564295" y="981202"/>
                </a:moveTo>
                <a:lnTo>
                  <a:pt x="7564295" y="1087650"/>
                </a:lnTo>
                <a:lnTo>
                  <a:pt x="7670735" y="1087650"/>
                </a:lnTo>
                <a:lnTo>
                  <a:pt x="7670735" y="981202"/>
                </a:lnTo>
                <a:close/>
                <a:moveTo>
                  <a:pt x="7903338" y="975495"/>
                </a:moveTo>
                <a:lnTo>
                  <a:pt x="7903338" y="1093179"/>
                </a:lnTo>
                <a:lnTo>
                  <a:pt x="8021008" y="1093179"/>
                </a:lnTo>
                <a:lnTo>
                  <a:pt x="8021008" y="975495"/>
                </a:lnTo>
                <a:close/>
                <a:moveTo>
                  <a:pt x="8242772" y="969966"/>
                </a:moveTo>
                <a:lnTo>
                  <a:pt x="8242772" y="1098691"/>
                </a:lnTo>
                <a:lnTo>
                  <a:pt x="8371450" y="1098691"/>
                </a:lnTo>
                <a:lnTo>
                  <a:pt x="8371450" y="969966"/>
                </a:lnTo>
                <a:close/>
                <a:moveTo>
                  <a:pt x="8581983" y="964649"/>
                </a:moveTo>
                <a:lnTo>
                  <a:pt x="8581983" y="1104411"/>
                </a:lnTo>
                <a:lnTo>
                  <a:pt x="8721724" y="1104411"/>
                </a:lnTo>
                <a:lnTo>
                  <a:pt x="8721724" y="964649"/>
                </a:lnTo>
                <a:close/>
                <a:moveTo>
                  <a:pt x="10473651" y="962300"/>
                </a:moveTo>
                <a:lnTo>
                  <a:pt x="10617583" y="962300"/>
                </a:lnTo>
                <a:lnTo>
                  <a:pt x="10617583" y="1106600"/>
                </a:lnTo>
                <a:lnTo>
                  <a:pt x="10473651" y="1106600"/>
                </a:lnTo>
                <a:close/>
                <a:moveTo>
                  <a:pt x="8921417" y="959138"/>
                </a:moveTo>
                <a:lnTo>
                  <a:pt x="8921417" y="1109936"/>
                </a:lnTo>
                <a:lnTo>
                  <a:pt x="9072221" y="1109936"/>
                </a:lnTo>
                <a:lnTo>
                  <a:pt x="9072221" y="959138"/>
                </a:lnTo>
                <a:close/>
                <a:moveTo>
                  <a:pt x="10123209" y="956789"/>
                </a:moveTo>
                <a:lnTo>
                  <a:pt x="10278539" y="956789"/>
                </a:lnTo>
                <a:lnTo>
                  <a:pt x="10278539" y="1112127"/>
                </a:lnTo>
                <a:lnTo>
                  <a:pt x="10123209" y="1112127"/>
                </a:lnTo>
                <a:close/>
                <a:moveTo>
                  <a:pt x="9260460" y="953431"/>
                </a:moveTo>
                <a:lnTo>
                  <a:pt x="9260460" y="1115471"/>
                </a:lnTo>
                <a:lnTo>
                  <a:pt x="9422494" y="1115471"/>
                </a:lnTo>
                <a:lnTo>
                  <a:pt x="9422494" y="953431"/>
                </a:lnTo>
                <a:close/>
                <a:moveTo>
                  <a:pt x="9772936" y="951267"/>
                </a:moveTo>
                <a:lnTo>
                  <a:pt x="9939105" y="951267"/>
                </a:lnTo>
                <a:lnTo>
                  <a:pt x="9939105" y="1117637"/>
                </a:lnTo>
                <a:lnTo>
                  <a:pt x="9772936" y="1117637"/>
                </a:lnTo>
                <a:close/>
                <a:moveTo>
                  <a:pt x="4680356" y="856019"/>
                </a:moveTo>
                <a:lnTo>
                  <a:pt x="4680356" y="868238"/>
                </a:lnTo>
                <a:lnTo>
                  <a:pt x="4692576" y="868238"/>
                </a:lnTo>
                <a:lnTo>
                  <a:pt x="4692576" y="856019"/>
                </a:lnTo>
                <a:close/>
                <a:moveTo>
                  <a:pt x="5019589" y="850295"/>
                </a:moveTo>
                <a:lnTo>
                  <a:pt x="5019589" y="873750"/>
                </a:lnTo>
                <a:lnTo>
                  <a:pt x="5043045" y="873750"/>
                </a:lnTo>
                <a:lnTo>
                  <a:pt x="5043045" y="850295"/>
                </a:lnTo>
                <a:close/>
                <a:moveTo>
                  <a:pt x="5358816" y="844783"/>
                </a:moveTo>
                <a:lnTo>
                  <a:pt x="5358816" y="879278"/>
                </a:lnTo>
                <a:lnTo>
                  <a:pt x="5393313" y="879278"/>
                </a:lnTo>
                <a:lnTo>
                  <a:pt x="5393313" y="844783"/>
                </a:lnTo>
                <a:close/>
                <a:moveTo>
                  <a:pt x="5698217" y="839272"/>
                </a:moveTo>
                <a:lnTo>
                  <a:pt x="5698217" y="884801"/>
                </a:lnTo>
                <a:lnTo>
                  <a:pt x="5743754" y="884801"/>
                </a:lnTo>
                <a:lnTo>
                  <a:pt x="5743754" y="839272"/>
                </a:lnTo>
                <a:close/>
                <a:moveTo>
                  <a:pt x="6037483" y="833766"/>
                </a:moveTo>
                <a:lnTo>
                  <a:pt x="6037483" y="890336"/>
                </a:lnTo>
                <a:lnTo>
                  <a:pt x="6094027" y="890336"/>
                </a:lnTo>
                <a:lnTo>
                  <a:pt x="6094027" y="833766"/>
                </a:lnTo>
                <a:close/>
                <a:moveTo>
                  <a:pt x="6376694" y="828037"/>
                </a:moveTo>
                <a:lnTo>
                  <a:pt x="6376694" y="895842"/>
                </a:lnTo>
                <a:lnTo>
                  <a:pt x="6444525" y="895842"/>
                </a:lnTo>
                <a:lnTo>
                  <a:pt x="6444525" y="828037"/>
                </a:lnTo>
                <a:close/>
                <a:moveTo>
                  <a:pt x="6715905" y="822525"/>
                </a:moveTo>
                <a:lnTo>
                  <a:pt x="6715905" y="901365"/>
                </a:lnTo>
                <a:lnTo>
                  <a:pt x="6794743" y="901365"/>
                </a:lnTo>
                <a:lnTo>
                  <a:pt x="6794743" y="822525"/>
                </a:lnTo>
                <a:close/>
                <a:moveTo>
                  <a:pt x="7055339" y="817019"/>
                </a:moveTo>
                <a:lnTo>
                  <a:pt x="7055339" y="906892"/>
                </a:lnTo>
                <a:lnTo>
                  <a:pt x="7145240" y="906892"/>
                </a:lnTo>
                <a:lnTo>
                  <a:pt x="7145240" y="817019"/>
                </a:lnTo>
                <a:close/>
                <a:moveTo>
                  <a:pt x="7394606" y="811502"/>
                </a:moveTo>
                <a:lnTo>
                  <a:pt x="7394606" y="912421"/>
                </a:lnTo>
                <a:lnTo>
                  <a:pt x="7495515" y="912421"/>
                </a:lnTo>
                <a:lnTo>
                  <a:pt x="7495515" y="811502"/>
                </a:lnTo>
                <a:close/>
                <a:moveTo>
                  <a:pt x="7733817" y="805968"/>
                </a:moveTo>
                <a:lnTo>
                  <a:pt x="7733817" y="918117"/>
                </a:lnTo>
                <a:lnTo>
                  <a:pt x="7845956" y="918117"/>
                </a:lnTo>
                <a:lnTo>
                  <a:pt x="7845956" y="805968"/>
                </a:lnTo>
                <a:close/>
                <a:moveTo>
                  <a:pt x="8073027" y="800462"/>
                </a:moveTo>
                <a:lnTo>
                  <a:pt x="8073027" y="923646"/>
                </a:lnTo>
                <a:lnTo>
                  <a:pt x="8196229" y="923646"/>
                </a:lnTo>
                <a:lnTo>
                  <a:pt x="8196229" y="800462"/>
                </a:lnTo>
                <a:close/>
                <a:moveTo>
                  <a:pt x="8412461" y="794951"/>
                </a:moveTo>
                <a:lnTo>
                  <a:pt x="8412461" y="929175"/>
                </a:lnTo>
                <a:lnTo>
                  <a:pt x="8546726" y="929175"/>
                </a:lnTo>
                <a:lnTo>
                  <a:pt x="8546726" y="794951"/>
                </a:lnTo>
                <a:close/>
                <a:moveTo>
                  <a:pt x="10648927" y="792803"/>
                </a:moveTo>
                <a:lnTo>
                  <a:pt x="10728325" y="792803"/>
                </a:lnTo>
                <a:lnTo>
                  <a:pt x="10728325" y="931172"/>
                </a:lnTo>
                <a:lnTo>
                  <a:pt x="10648927" y="931172"/>
                </a:lnTo>
                <a:close/>
                <a:moveTo>
                  <a:pt x="8751728" y="789438"/>
                </a:moveTo>
                <a:lnTo>
                  <a:pt x="8751728" y="934702"/>
                </a:lnTo>
                <a:lnTo>
                  <a:pt x="8897000" y="934702"/>
                </a:lnTo>
                <a:lnTo>
                  <a:pt x="8897000" y="789438"/>
                </a:lnTo>
                <a:close/>
                <a:moveTo>
                  <a:pt x="10298431" y="787274"/>
                </a:moveTo>
                <a:lnTo>
                  <a:pt x="10448228" y="787274"/>
                </a:lnTo>
                <a:lnTo>
                  <a:pt x="10448228" y="936874"/>
                </a:lnTo>
                <a:lnTo>
                  <a:pt x="10298431" y="936874"/>
                </a:lnTo>
                <a:close/>
                <a:moveTo>
                  <a:pt x="9091106" y="783910"/>
                </a:moveTo>
                <a:lnTo>
                  <a:pt x="9091106" y="940209"/>
                </a:lnTo>
                <a:lnTo>
                  <a:pt x="9247441" y="940209"/>
                </a:lnTo>
                <a:lnTo>
                  <a:pt x="9247441" y="783910"/>
                </a:lnTo>
                <a:close/>
                <a:moveTo>
                  <a:pt x="9948157" y="781746"/>
                </a:moveTo>
                <a:lnTo>
                  <a:pt x="10108794" y="781746"/>
                </a:lnTo>
                <a:lnTo>
                  <a:pt x="10108794" y="942391"/>
                </a:lnTo>
                <a:lnTo>
                  <a:pt x="9948157" y="942391"/>
                </a:lnTo>
                <a:close/>
                <a:moveTo>
                  <a:pt x="9430150" y="778198"/>
                </a:moveTo>
                <a:lnTo>
                  <a:pt x="9430150" y="945738"/>
                </a:lnTo>
                <a:lnTo>
                  <a:pt x="9597716" y="945738"/>
                </a:lnTo>
                <a:lnTo>
                  <a:pt x="9597716" y="778198"/>
                </a:lnTo>
                <a:close/>
                <a:moveTo>
                  <a:pt x="4510644" y="686304"/>
                </a:moveTo>
                <a:lnTo>
                  <a:pt x="4510644" y="693003"/>
                </a:lnTo>
                <a:lnTo>
                  <a:pt x="4517349" y="693003"/>
                </a:lnTo>
                <a:lnTo>
                  <a:pt x="4517349" y="686304"/>
                </a:lnTo>
                <a:close/>
                <a:moveTo>
                  <a:pt x="4849872" y="680597"/>
                </a:moveTo>
                <a:lnTo>
                  <a:pt x="4849872" y="698532"/>
                </a:lnTo>
                <a:lnTo>
                  <a:pt x="4867813" y="698532"/>
                </a:lnTo>
                <a:lnTo>
                  <a:pt x="4867813" y="680597"/>
                </a:lnTo>
                <a:close/>
                <a:moveTo>
                  <a:pt x="5189105" y="675086"/>
                </a:moveTo>
                <a:lnTo>
                  <a:pt x="5189105" y="704061"/>
                </a:lnTo>
                <a:lnTo>
                  <a:pt x="5218081" y="704061"/>
                </a:lnTo>
                <a:lnTo>
                  <a:pt x="5218081" y="675086"/>
                </a:lnTo>
                <a:close/>
                <a:moveTo>
                  <a:pt x="5528522" y="669580"/>
                </a:moveTo>
                <a:lnTo>
                  <a:pt x="5528522" y="709589"/>
                </a:lnTo>
                <a:lnTo>
                  <a:pt x="5568539" y="709589"/>
                </a:lnTo>
                <a:lnTo>
                  <a:pt x="5568539" y="669580"/>
                </a:lnTo>
                <a:close/>
                <a:moveTo>
                  <a:pt x="5867738" y="664046"/>
                </a:moveTo>
                <a:lnTo>
                  <a:pt x="5867738" y="715096"/>
                </a:lnTo>
                <a:lnTo>
                  <a:pt x="5918807" y="715096"/>
                </a:lnTo>
                <a:lnTo>
                  <a:pt x="5918807" y="664046"/>
                </a:lnTo>
                <a:close/>
                <a:moveTo>
                  <a:pt x="6207005" y="658339"/>
                </a:moveTo>
                <a:lnTo>
                  <a:pt x="6207005" y="720624"/>
                </a:lnTo>
                <a:lnTo>
                  <a:pt x="6269248" y="720624"/>
                </a:lnTo>
                <a:lnTo>
                  <a:pt x="6269248" y="658339"/>
                </a:lnTo>
                <a:close/>
                <a:moveTo>
                  <a:pt x="6546216" y="652828"/>
                </a:moveTo>
                <a:lnTo>
                  <a:pt x="6546216" y="726153"/>
                </a:lnTo>
                <a:lnTo>
                  <a:pt x="6619523" y="726153"/>
                </a:lnTo>
                <a:lnTo>
                  <a:pt x="6619523" y="652828"/>
                </a:lnTo>
                <a:close/>
                <a:moveTo>
                  <a:pt x="6885650" y="647506"/>
                </a:moveTo>
                <a:lnTo>
                  <a:pt x="6885650" y="731866"/>
                </a:lnTo>
                <a:lnTo>
                  <a:pt x="6970020" y="731866"/>
                </a:lnTo>
                <a:lnTo>
                  <a:pt x="6970020" y="647506"/>
                </a:lnTo>
                <a:close/>
                <a:moveTo>
                  <a:pt x="7224861" y="641978"/>
                </a:moveTo>
                <a:lnTo>
                  <a:pt x="7224861" y="737378"/>
                </a:lnTo>
                <a:lnTo>
                  <a:pt x="7320294" y="737378"/>
                </a:lnTo>
                <a:lnTo>
                  <a:pt x="7320294" y="641978"/>
                </a:lnTo>
                <a:close/>
                <a:moveTo>
                  <a:pt x="7564295" y="636472"/>
                </a:moveTo>
                <a:lnTo>
                  <a:pt x="7564295" y="742907"/>
                </a:lnTo>
                <a:lnTo>
                  <a:pt x="7670735" y="742907"/>
                </a:lnTo>
                <a:lnTo>
                  <a:pt x="7670735" y="636472"/>
                </a:lnTo>
                <a:close/>
                <a:moveTo>
                  <a:pt x="7903338" y="630759"/>
                </a:moveTo>
                <a:lnTo>
                  <a:pt x="7903338" y="748429"/>
                </a:lnTo>
                <a:lnTo>
                  <a:pt x="8021008" y="748429"/>
                </a:lnTo>
                <a:lnTo>
                  <a:pt x="8021008" y="630759"/>
                </a:lnTo>
                <a:close/>
                <a:moveTo>
                  <a:pt x="8242772" y="625253"/>
                </a:moveTo>
                <a:lnTo>
                  <a:pt x="8242772" y="753958"/>
                </a:lnTo>
                <a:lnTo>
                  <a:pt x="8371450" y="753958"/>
                </a:lnTo>
                <a:lnTo>
                  <a:pt x="8371450" y="625253"/>
                </a:lnTo>
                <a:close/>
                <a:moveTo>
                  <a:pt x="8581983" y="619725"/>
                </a:moveTo>
                <a:lnTo>
                  <a:pt x="8581983" y="759470"/>
                </a:lnTo>
                <a:lnTo>
                  <a:pt x="8721724" y="759470"/>
                </a:lnTo>
                <a:lnTo>
                  <a:pt x="8721724" y="619725"/>
                </a:lnTo>
                <a:close/>
                <a:moveTo>
                  <a:pt x="10473651" y="617561"/>
                </a:moveTo>
                <a:lnTo>
                  <a:pt x="10617583" y="617561"/>
                </a:lnTo>
                <a:lnTo>
                  <a:pt x="10617583" y="761652"/>
                </a:lnTo>
                <a:lnTo>
                  <a:pt x="10473651" y="761652"/>
                </a:lnTo>
                <a:close/>
                <a:moveTo>
                  <a:pt x="8921417" y="614209"/>
                </a:moveTo>
                <a:lnTo>
                  <a:pt x="8921417" y="764992"/>
                </a:lnTo>
                <a:lnTo>
                  <a:pt x="9072221" y="764992"/>
                </a:lnTo>
                <a:lnTo>
                  <a:pt x="9072221" y="614209"/>
                </a:lnTo>
                <a:close/>
                <a:moveTo>
                  <a:pt x="10123209" y="612055"/>
                </a:moveTo>
                <a:lnTo>
                  <a:pt x="10278539" y="612055"/>
                </a:lnTo>
                <a:lnTo>
                  <a:pt x="10278539" y="767180"/>
                </a:lnTo>
                <a:lnTo>
                  <a:pt x="10123209" y="767180"/>
                </a:lnTo>
                <a:close/>
                <a:moveTo>
                  <a:pt x="9260460" y="608508"/>
                </a:moveTo>
                <a:lnTo>
                  <a:pt x="9260460" y="770521"/>
                </a:lnTo>
                <a:lnTo>
                  <a:pt x="9422494" y="770521"/>
                </a:lnTo>
                <a:lnTo>
                  <a:pt x="9422494" y="608508"/>
                </a:lnTo>
                <a:close/>
                <a:moveTo>
                  <a:pt x="9772936" y="606532"/>
                </a:moveTo>
                <a:lnTo>
                  <a:pt x="9939105" y="606532"/>
                </a:lnTo>
                <a:lnTo>
                  <a:pt x="9939105" y="772692"/>
                </a:lnTo>
                <a:lnTo>
                  <a:pt x="9772936" y="772692"/>
                </a:lnTo>
                <a:close/>
                <a:moveTo>
                  <a:pt x="4680356" y="511091"/>
                </a:moveTo>
                <a:lnTo>
                  <a:pt x="4680356" y="523312"/>
                </a:lnTo>
                <a:lnTo>
                  <a:pt x="4692576" y="523312"/>
                </a:lnTo>
                <a:lnTo>
                  <a:pt x="4692576" y="511091"/>
                </a:lnTo>
                <a:close/>
                <a:moveTo>
                  <a:pt x="5019589" y="505365"/>
                </a:moveTo>
                <a:lnTo>
                  <a:pt x="5019589" y="528820"/>
                </a:lnTo>
                <a:lnTo>
                  <a:pt x="5043045" y="528820"/>
                </a:lnTo>
                <a:lnTo>
                  <a:pt x="5043045" y="505365"/>
                </a:lnTo>
                <a:close/>
                <a:moveTo>
                  <a:pt x="5358816" y="499857"/>
                </a:moveTo>
                <a:lnTo>
                  <a:pt x="5358816" y="534350"/>
                </a:lnTo>
                <a:lnTo>
                  <a:pt x="5393313" y="534350"/>
                </a:lnTo>
                <a:lnTo>
                  <a:pt x="5393313" y="499857"/>
                </a:lnTo>
                <a:close/>
                <a:moveTo>
                  <a:pt x="5698217" y="494345"/>
                </a:moveTo>
                <a:lnTo>
                  <a:pt x="5698217" y="539875"/>
                </a:lnTo>
                <a:lnTo>
                  <a:pt x="5743754" y="539875"/>
                </a:lnTo>
                <a:lnTo>
                  <a:pt x="5743754" y="494345"/>
                </a:lnTo>
                <a:close/>
                <a:moveTo>
                  <a:pt x="6037483" y="489028"/>
                </a:moveTo>
                <a:lnTo>
                  <a:pt x="6037483" y="545596"/>
                </a:lnTo>
                <a:lnTo>
                  <a:pt x="6094027" y="545596"/>
                </a:lnTo>
                <a:lnTo>
                  <a:pt x="6094027" y="489028"/>
                </a:lnTo>
                <a:close/>
                <a:moveTo>
                  <a:pt x="6376694" y="483319"/>
                </a:moveTo>
                <a:lnTo>
                  <a:pt x="6376694" y="551122"/>
                </a:lnTo>
                <a:lnTo>
                  <a:pt x="6444525" y="551122"/>
                </a:lnTo>
                <a:lnTo>
                  <a:pt x="6444525" y="483319"/>
                </a:lnTo>
                <a:close/>
                <a:moveTo>
                  <a:pt x="6715905" y="477789"/>
                </a:moveTo>
                <a:lnTo>
                  <a:pt x="6715905" y="556629"/>
                </a:lnTo>
                <a:lnTo>
                  <a:pt x="6794743" y="556629"/>
                </a:lnTo>
                <a:lnTo>
                  <a:pt x="6794743" y="477789"/>
                </a:lnTo>
                <a:close/>
                <a:moveTo>
                  <a:pt x="7055339" y="472282"/>
                </a:moveTo>
                <a:lnTo>
                  <a:pt x="7055339" y="562159"/>
                </a:lnTo>
                <a:lnTo>
                  <a:pt x="7145240" y="562159"/>
                </a:lnTo>
                <a:lnTo>
                  <a:pt x="7145240" y="472282"/>
                </a:lnTo>
                <a:close/>
                <a:moveTo>
                  <a:pt x="7394606" y="466768"/>
                </a:moveTo>
                <a:lnTo>
                  <a:pt x="7394606" y="567686"/>
                </a:lnTo>
                <a:lnTo>
                  <a:pt x="7495515" y="567686"/>
                </a:lnTo>
                <a:lnTo>
                  <a:pt x="7495515" y="466768"/>
                </a:lnTo>
                <a:close/>
                <a:moveTo>
                  <a:pt x="7733817" y="461042"/>
                </a:moveTo>
                <a:lnTo>
                  <a:pt x="7733817" y="573193"/>
                </a:lnTo>
                <a:lnTo>
                  <a:pt x="7845956" y="573193"/>
                </a:lnTo>
                <a:lnTo>
                  <a:pt x="7845956" y="461042"/>
                </a:lnTo>
                <a:close/>
                <a:moveTo>
                  <a:pt x="8073027" y="455534"/>
                </a:moveTo>
                <a:lnTo>
                  <a:pt x="8073027" y="578722"/>
                </a:lnTo>
                <a:lnTo>
                  <a:pt x="8196229" y="578722"/>
                </a:lnTo>
                <a:lnTo>
                  <a:pt x="8196229" y="455534"/>
                </a:lnTo>
                <a:close/>
                <a:moveTo>
                  <a:pt x="8412461" y="450021"/>
                </a:moveTo>
                <a:lnTo>
                  <a:pt x="8412461" y="584245"/>
                </a:lnTo>
                <a:lnTo>
                  <a:pt x="8546726" y="584245"/>
                </a:lnTo>
                <a:lnTo>
                  <a:pt x="8546726" y="450021"/>
                </a:lnTo>
                <a:close/>
                <a:moveTo>
                  <a:pt x="10648927" y="447876"/>
                </a:moveTo>
                <a:lnTo>
                  <a:pt x="10728325" y="447876"/>
                </a:lnTo>
                <a:lnTo>
                  <a:pt x="10728325" y="586439"/>
                </a:lnTo>
                <a:lnTo>
                  <a:pt x="10648927" y="586439"/>
                </a:lnTo>
                <a:close/>
                <a:moveTo>
                  <a:pt x="8751728" y="444706"/>
                </a:moveTo>
                <a:lnTo>
                  <a:pt x="8751728" y="589970"/>
                </a:lnTo>
                <a:lnTo>
                  <a:pt x="8897000" y="589970"/>
                </a:lnTo>
                <a:lnTo>
                  <a:pt x="8897000" y="444706"/>
                </a:lnTo>
                <a:close/>
                <a:moveTo>
                  <a:pt x="10298431" y="442351"/>
                </a:moveTo>
                <a:lnTo>
                  <a:pt x="10448228" y="442351"/>
                </a:lnTo>
                <a:lnTo>
                  <a:pt x="10448228" y="592146"/>
                </a:lnTo>
                <a:lnTo>
                  <a:pt x="10298431" y="592146"/>
                </a:lnTo>
                <a:close/>
                <a:moveTo>
                  <a:pt x="9091106" y="439192"/>
                </a:moveTo>
                <a:lnTo>
                  <a:pt x="9091106" y="595492"/>
                </a:lnTo>
                <a:lnTo>
                  <a:pt x="9247441" y="595492"/>
                </a:lnTo>
                <a:lnTo>
                  <a:pt x="9247441" y="439192"/>
                </a:lnTo>
                <a:close/>
                <a:moveTo>
                  <a:pt x="9948157" y="436821"/>
                </a:moveTo>
                <a:lnTo>
                  <a:pt x="10108794" y="436821"/>
                </a:lnTo>
                <a:lnTo>
                  <a:pt x="10108794" y="597658"/>
                </a:lnTo>
                <a:lnTo>
                  <a:pt x="9948157" y="597658"/>
                </a:lnTo>
                <a:close/>
                <a:moveTo>
                  <a:pt x="9430150" y="433466"/>
                </a:moveTo>
                <a:lnTo>
                  <a:pt x="9430150" y="601004"/>
                </a:lnTo>
                <a:lnTo>
                  <a:pt x="9597716" y="601004"/>
                </a:lnTo>
                <a:lnTo>
                  <a:pt x="9597716" y="433466"/>
                </a:lnTo>
                <a:close/>
                <a:moveTo>
                  <a:pt x="4510644" y="341375"/>
                </a:moveTo>
                <a:lnTo>
                  <a:pt x="4510644" y="348076"/>
                </a:lnTo>
                <a:lnTo>
                  <a:pt x="4517349" y="348076"/>
                </a:lnTo>
                <a:lnTo>
                  <a:pt x="4517349" y="341375"/>
                </a:lnTo>
                <a:close/>
                <a:moveTo>
                  <a:pt x="4849872" y="335860"/>
                </a:moveTo>
                <a:lnTo>
                  <a:pt x="4849872" y="353796"/>
                </a:lnTo>
                <a:lnTo>
                  <a:pt x="4867813" y="353796"/>
                </a:lnTo>
                <a:lnTo>
                  <a:pt x="4867813" y="335860"/>
                </a:lnTo>
                <a:close/>
                <a:moveTo>
                  <a:pt x="5189105" y="330348"/>
                </a:moveTo>
                <a:lnTo>
                  <a:pt x="5189105" y="359323"/>
                </a:lnTo>
                <a:lnTo>
                  <a:pt x="5218081" y="359323"/>
                </a:lnTo>
                <a:lnTo>
                  <a:pt x="5218081" y="330348"/>
                </a:lnTo>
                <a:close/>
                <a:moveTo>
                  <a:pt x="5528522" y="324841"/>
                </a:moveTo>
                <a:lnTo>
                  <a:pt x="5528522" y="364853"/>
                </a:lnTo>
                <a:lnTo>
                  <a:pt x="5568539" y="364853"/>
                </a:lnTo>
                <a:lnTo>
                  <a:pt x="5568539" y="324841"/>
                </a:lnTo>
                <a:close/>
                <a:moveTo>
                  <a:pt x="5867738" y="319328"/>
                </a:moveTo>
                <a:lnTo>
                  <a:pt x="5867738" y="370378"/>
                </a:lnTo>
                <a:lnTo>
                  <a:pt x="5918807" y="370378"/>
                </a:lnTo>
                <a:lnTo>
                  <a:pt x="5918807" y="319328"/>
                </a:lnTo>
                <a:close/>
                <a:moveTo>
                  <a:pt x="6207005" y="313601"/>
                </a:moveTo>
                <a:lnTo>
                  <a:pt x="6207005" y="375885"/>
                </a:lnTo>
                <a:lnTo>
                  <a:pt x="6269248" y="375885"/>
                </a:lnTo>
                <a:lnTo>
                  <a:pt x="6269248" y="313601"/>
                </a:lnTo>
                <a:close/>
                <a:moveTo>
                  <a:pt x="6546216" y="308094"/>
                </a:moveTo>
                <a:lnTo>
                  <a:pt x="6546216" y="381416"/>
                </a:lnTo>
                <a:lnTo>
                  <a:pt x="6619523" y="381416"/>
                </a:lnTo>
                <a:lnTo>
                  <a:pt x="6619523" y="308094"/>
                </a:lnTo>
                <a:close/>
                <a:moveTo>
                  <a:pt x="6885650" y="302581"/>
                </a:moveTo>
                <a:lnTo>
                  <a:pt x="6885650" y="386941"/>
                </a:lnTo>
                <a:lnTo>
                  <a:pt x="6970020" y="386941"/>
                </a:lnTo>
                <a:lnTo>
                  <a:pt x="6970020" y="302581"/>
                </a:lnTo>
                <a:close/>
                <a:moveTo>
                  <a:pt x="7224861" y="297052"/>
                </a:moveTo>
                <a:lnTo>
                  <a:pt x="7224861" y="392448"/>
                </a:lnTo>
                <a:lnTo>
                  <a:pt x="7320294" y="392448"/>
                </a:lnTo>
                <a:lnTo>
                  <a:pt x="7320294" y="297052"/>
                </a:lnTo>
                <a:close/>
                <a:moveTo>
                  <a:pt x="7564295" y="291545"/>
                </a:moveTo>
                <a:lnTo>
                  <a:pt x="7564295" y="397979"/>
                </a:lnTo>
                <a:lnTo>
                  <a:pt x="7670735" y="397979"/>
                </a:lnTo>
                <a:lnTo>
                  <a:pt x="7670735" y="291545"/>
                </a:lnTo>
                <a:close/>
                <a:moveTo>
                  <a:pt x="7903338" y="286025"/>
                </a:moveTo>
                <a:lnTo>
                  <a:pt x="7903338" y="403694"/>
                </a:lnTo>
                <a:lnTo>
                  <a:pt x="8021008" y="403694"/>
                </a:lnTo>
                <a:lnTo>
                  <a:pt x="8021008" y="286025"/>
                </a:lnTo>
                <a:close/>
                <a:moveTo>
                  <a:pt x="8242772" y="280518"/>
                </a:moveTo>
                <a:lnTo>
                  <a:pt x="8242772" y="409226"/>
                </a:lnTo>
                <a:lnTo>
                  <a:pt x="8371450" y="409226"/>
                </a:lnTo>
                <a:lnTo>
                  <a:pt x="8371450" y="280518"/>
                </a:lnTo>
                <a:close/>
                <a:moveTo>
                  <a:pt x="8581983" y="275006"/>
                </a:moveTo>
                <a:lnTo>
                  <a:pt x="8581983" y="414751"/>
                </a:lnTo>
                <a:lnTo>
                  <a:pt x="8721724" y="414751"/>
                </a:lnTo>
                <a:lnTo>
                  <a:pt x="8721724" y="275006"/>
                </a:lnTo>
                <a:close/>
                <a:moveTo>
                  <a:pt x="10473651" y="272851"/>
                </a:moveTo>
                <a:lnTo>
                  <a:pt x="10617583" y="272851"/>
                </a:lnTo>
                <a:lnTo>
                  <a:pt x="10617583" y="416916"/>
                </a:lnTo>
                <a:lnTo>
                  <a:pt x="10473651" y="416916"/>
                </a:lnTo>
                <a:close/>
                <a:moveTo>
                  <a:pt x="8921417" y="269476"/>
                </a:moveTo>
                <a:lnTo>
                  <a:pt x="8921417" y="420258"/>
                </a:lnTo>
                <a:lnTo>
                  <a:pt x="9072221" y="420258"/>
                </a:lnTo>
                <a:lnTo>
                  <a:pt x="9072221" y="269476"/>
                </a:lnTo>
                <a:close/>
                <a:moveTo>
                  <a:pt x="10123209" y="267321"/>
                </a:moveTo>
                <a:lnTo>
                  <a:pt x="10278539" y="267321"/>
                </a:lnTo>
                <a:lnTo>
                  <a:pt x="10278539" y="422445"/>
                </a:lnTo>
                <a:lnTo>
                  <a:pt x="10123209" y="422445"/>
                </a:lnTo>
                <a:close/>
                <a:moveTo>
                  <a:pt x="9260460" y="263772"/>
                </a:moveTo>
                <a:lnTo>
                  <a:pt x="9260460" y="425789"/>
                </a:lnTo>
                <a:lnTo>
                  <a:pt x="9422494" y="425789"/>
                </a:lnTo>
                <a:lnTo>
                  <a:pt x="9422494" y="263772"/>
                </a:lnTo>
                <a:close/>
                <a:moveTo>
                  <a:pt x="9772936" y="261605"/>
                </a:moveTo>
                <a:lnTo>
                  <a:pt x="9939105" y="261605"/>
                </a:lnTo>
                <a:lnTo>
                  <a:pt x="9939105" y="427958"/>
                </a:lnTo>
                <a:lnTo>
                  <a:pt x="9772936" y="427958"/>
                </a:lnTo>
                <a:close/>
                <a:moveTo>
                  <a:pt x="4680356" y="166354"/>
                </a:moveTo>
                <a:lnTo>
                  <a:pt x="4680356" y="178575"/>
                </a:lnTo>
                <a:lnTo>
                  <a:pt x="4692576" y="178575"/>
                </a:lnTo>
                <a:lnTo>
                  <a:pt x="4692576" y="166354"/>
                </a:lnTo>
                <a:close/>
                <a:moveTo>
                  <a:pt x="5019589" y="160649"/>
                </a:moveTo>
                <a:lnTo>
                  <a:pt x="5019589" y="184104"/>
                </a:lnTo>
                <a:lnTo>
                  <a:pt x="5043045" y="184104"/>
                </a:lnTo>
                <a:lnTo>
                  <a:pt x="5043045" y="160649"/>
                </a:lnTo>
                <a:close/>
                <a:moveTo>
                  <a:pt x="5358816" y="155121"/>
                </a:moveTo>
                <a:lnTo>
                  <a:pt x="5358816" y="189614"/>
                </a:lnTo>
                <a:lnTo>
                  <a:pt x="5393313" y="189614"/>
                </a:lnTo>
                <a:lnTo>
                  <a:pt x="5393313" y="155121"/>
                </a:lnTo>
                <a:close/>
                <a:moveTo>
                  <a:pt x="5698217" y="149608"/>
                </a:moveTo>
                <a:lnTo>
                  <a:pt x="5698217" y="195139"/>
                </a:lnTo>
                <a:lnTo>
                  <a:pt x="5743754" y="195139"/>
                </a:lnTo>
                <a:lnTo>
                  <a:pt x="5743754" y="149608"/>
                </a:lnTo>
                <a:close/>
                <a:moveTo>
                  <a:pt x="6037483" y="144100"/>
                </a:moveTo>
                <a:lnTo>
                  <a:pt x="6037483" y="200668"/>
                </a:lnTo>
                <a:lnTo>
                  <a:pt x="6094027" y="200668"/>
                </a:lnTo>
                <a:lnTo>
                  <a:pt x="6094027" y="144100"/>
                </a:lnTo>
                <a:close/>
                <a:moveTo>
                  <a:pt x="6376694" y="138390"/>
                </a:moveTo>
                <a:lnTo>
                  <a:pt x="6376694" y="206193"/>
                </a:lnTo>
                <a:lnTo>
                  <a:pt x="6444525" y="206193"/>
                </a:lnTo>
                <a:lnTo>
                  <a:pt x="6444525" y="138390"/>
                </a:lnTo>
                <a:close/>
                <a:moveTo>
                  <a:pt x="6715905" y="132862"/>
                </a:moveTo>
                <a:lnTo>
                  <a:pt x="6715905" y="211703"/>
                </a:lnTo>
                <a:lnTo>
                  <a:pt x="6794743" y="211703"/>
                </a:lnTo>
                <a:lnTo>
                  <a:pt x="6794743" y="132862"/>
                </a:lnTo>
                <a:close/>
                <a:moveTo>
                  <a:pt x="7055339" y="127545"/>
                </a:moveTo>
                <a:lnTo>
                  <a:pt x="7055339" y="217424"/>
                </a:lnTo>
                <a:lnTo>
                  <a:pt x="7145240" y="217424"/>
                </a:lnTo>
                <a:lnTo>
                  <a:pt x="7145240" y="127545"/>
                </a:lnTo>
                <a:close/>
                <a:moveTo>
                  <a:pt x="7394606" y="122031"/>
                </a:moveTo>
                <a:lnTo>
                  <a:pt x="7394606" y="222948"/>
                </a:lnTo>
                <a:lnTo>
                  <a:pt x="7495515" y="222948"/>
                </a:lnTo>
                <a:lnTo>
                  <a:pt x="7495515" y="122031"/>
                </a:lnTo>
                <a:close/>
                <a:moveTo>
                  <a:pt x="7733817" y="116328"/>
                </a:moveTo>
                <a:lnTo>
                  <a:pt x="7733817" y="228478"/>
                </a:lnTo>
                <a:lnTo>
                  <a:pt x="7845956" y="228478"/>
                </a:lnTo>
                <a:lnTo>
                  <a:pt x="7845956" y="116328"/>
                </a:lnTo>
                <a:close/>
                <a:moveTo>
                  <a:pt x="8073027" y="110799"/>
                </a:moveTo>
                <a:lnTo>
                  <a:pt x="8073027" y="233987"/>
                </a:lnTo>
                <a:lnTo>
                  <a:pt x="8196229" y="233987"/>
                </a:lnTo>
                <a:lnTo>
                  <a:pt x="8196229" y="110799"/>
                </a:lnTo>
                <a:close/>
                <a:moveTo>
                  <a:pt x="8412461" y="105286"/>
                </a:moveTo>
                <a:lnTo>
                  <a:pt x="8412461" y="239512"/>
                </a:lnTo>
                <a:lnTo>
                  <a:pt x="8546726" y="239512"/>
                </a:lnTo>
                <a:lnTo>
                  <a:pt x="8546726" y="105286"/>
                </a:lnTo>
                <a:close/>
                <a:moveTo>
                  <a:pt x="10648927" y="103143"/>
                </a:moveTo>
                <a:lnTo>
                  <a:pt x="10728325" y="103143"/>
                </a:lnTo>
                <a:lnTo>
                  <a:pt x="10728325" y="241513"/>
                </a:lnTo>
                <a:lnTo>
                  <a:pt x="10648927" y="241513"/>
                </a:lnTo>
                <a:close/>
                <a:moveTo>
                  <a:pt x="8751728" y="99779"/>
                </a:moveTo>
                <a:lnTo>
                  <a:pt x="8751728" y="245043"/>
                </a:lnTo>
                <a:lnTo>
                  <a:pt x="8897000" y="245043"/>
                </a:lnTo>
                <a:lnTo>
                  <a:pt x="8897000" y="99780"/>
                </a:lnTo>
                <a:close/>
                <a:moveTo>
                  <a:pt x="10298431" y="97619"/>
                </a:moveTo>
                <a:lnTo>
                  <a:pt x="10448228" y="97619"/>
                </a:lnTo>
                <a:lnTo>
                  <a:pt x="10448228" y="247222"/>
                </a:lnTo>
                <a:lnTo>
                  <a:pt x="10298431" y="247222"/>
                </a:lnTo>
                <a:close/>
                <a:moveTo>
                  <a:pt x="9091106" y="94266"/>
                </a:moveTo>
                <a:lnTo>
                  <a:pt x="9091106" y="250566"/>
                </a:lnTo>
                <a:lnTo>
                  <a:pt x="9247441" y="250566"/>
                </a:lnTo>
                <a:lnTo>
                  <a:pt x="9247441" y="94266"/>
                </a:lnTo>
                <a:close/>
                <a:moveTo>
                  <a:pt x="9948157" y="92110"/>
                </a:moveTo>
                <a:lnTo>
                  <a:pt x="10108794" y="92110"/>
                </a:lnTo>
                <a:lnTo>
                  <a:pt x="10108794" y="252730"/>
                </a:lnTo>
                <a:lnTo>
                  <a:pt x="9948157" y="252730"/>
                </a:lnTo>
                <a:close/>
                <a:moveTo>
                  <a:pt x="9430150" y="88540"/>
                </a:moveTo>
                <a:lnTo>
                  <a:pt x="9430150" y="256075"/>
                </a:lnTo>
                <a:lnTo>
                  <a:pt x="9597716" y="256075"/>
                </a:lnTo>
                <a:lnTo>
                  <a:pt x="9597716" y="88540"/>
                </a:lnTo>
                <a:close/>
                <a:moveTo>
                  <a:pt x="10473651" y="0"/>
                </a:moveTo>
                <a:lnTo>
                  <a:pt x="10617583" y="0"/>
                </a:lnTo>
                <a:lnTo>
                  <a:pt x="10617583" y="72203"/>
                </a:lnTo>
                <a:lnTo>
                  <a:pt x="10473651" y="72203"/>
                </a:lnTo>
                <a:close/>
                <a:moveTo>
                  <a:pt x="10123209" y="0"/>
                </a:moveTo>
                <a:lnTo>
                  <a:pt x="10278539" y="0"/>
                </a:lnTo>
                <a:lnTo>
                  <a:pt x="10278539" y="77711"/>
                </a:lnTo>
                <a:lnTo>
                  <a:pt x="10123209" y="77711"/>
                </a:lnTo>
                <a:close/>
                <a:moveTo>
                  <a:pt x="9772936" y="0"/>
                </a:moveTo>
                <a:lnTo>
                  <a:pt x="9939105" y="0"/>
                </a:lnTo>
                <a:lnTo>
                  <a:pt x="9939105" y="83033"/>
                </a:lnTo>
                <a:lnTo>
                  <a:pt x="9772936" y="83033"/>
                </a:lnTo>
                <a:close/>
                <a:moveTo>
                  <a:pt x="0" y="0"/>
                </a:moveTo>
                <a:lnTo>
                  <a:pt x="4510644" y="0"/>
                </a:lnTo>
                <a:lnTo>
                  <a:pt x="4510644" y="3423"/>
                </a:lnTo>
                <a:lnTo>
                  <a:pt x="4517349" y="3423"/>
                </a:lnTo>
                <a:lnTo>
                  <a:pt x="4517349" y="0"/>
                </a:lnTo>
                <a:lnTo>
                  <a:pt x="4849872" y="0"/>
                </a:lnTo>
                <a:lnTo>
                  <a:pt x="4849872" y="8869"/>
                </a:lnTo>
                <a:lnTo>
                  <a:pt x="4867813" y="8869"/>
                </a:lnTo>
                <a:lnTo>
                  <a:pt x="4867813" y="0"/>
                </a:lnTo>
                <a:lnTo>
                  <a:pt x="5189105" y="0"/>
                </a:lnTo>
                <a:lnTo>
                  <a:pt x="5189105" y="14395"/>
                </a:lnTo>
                <a:lnTo>
                  <a:pt x="5218081" y="14395"/>
                </a:lnTo>
                <a:lnTo>
                  <a:pt x="5218081" y="0"/>
                </a:lnTo>
                <a:lnTo>
                  <a:pt x="5528522" y="0"/>
                </a:lnTo>
                <a:lnTo>
                  <a:pt x="5528522" y="19926"/>
                </a:lnTo>
                <a:lnTo>
                  <a:pt x="5568539" y="19926"/>
                </a:lnTo>
                <a:lnTo>
                  <a:pt x="5568539" y="0"/>
                </a:lnTo>
                <a:lnTo>
                  <a:pt x="5867738" y="0"/>
                </a:lnTo>
                <a:lnTo>
                  <a:pt x="5867738" y="25450"/>
                </a:lnTo>
                <a:lnTo>
                  <a:pt x="5918807" y="25450"/>
                </a:lnTo>
                <a:lnTo>
                  <a:pt x="5918807" y="0"/>
                </a:lnTo>
                <a:lnTo>
                  <a:pt x="6207005" y="0"/>
                </a:lnTo>
                <a:lnTo>
                  <a:pt x="6207005" y="31156"/>
                </a:lnTo>
                <a:lnTo>
                  <a:pt x="6269248" y="31156"/>
                </a:lnTo>
                <a:lnTo>
                  <a:pt x="6269248" y="0"/>
                </a:lnTo>
                <a:lnTo>
                  <a:pt x="6546216" y="0"/>
                </a:lnTo>
                <a:lnTo>
                  <a:pt x="6546216" y="36681"/>
                </a:lnTo>
                <a:lnTo>
                  <a:pt x="6619523" y="36681"/>
                </a:lnTo>
                <a:lnTo>
                  <a:pt x="6619523" y="0"/>
                </a:lnTo>
                <a:lnTo>
                  <a:pt x="6885650" y="0"/>
                </a:lnTo>
                <a:lnTo>
                  <a:pt x="6885650" y="42206"/>
                </a:lnTo>
                <a:lnTo>
                  <a:pt x="6970020" y="42206"/>
                </a:lnTo>
                <a:lnTo>
                  <a:pt x="6970020" y="0"/>
                </a:lnTo>
                <a:lnTo>
                  <a:pt x="7224861" y="0"/>
                </a:lnTo>
                <a:lnTo>
                  <a:pt x="7224861" y="47736"/>
                </a:lnTo>
                <a:lnTo>
                  <a:pt x="7320294" y="47736"/>
                </a:lnTo>
                <a:lnTo>
                  <a:pt x="7320294" y="0"/>
                </a:lnTo>
                <a:lnTo>
                  <a:pt x="7564295" y="0"/>
                </a:lnTo>
                <a:lnTo>
                  <a:pt x="7564295" y="53245"/>
                </a:lnTo>
                <a:lnTo>
                  <a:pt x="7670735" y="53245"/>
                </a:lnTo>
                <a:lnTo>
                  <a:pt x="7670735" y="0"/>
                </a:lnTo>
                <a:lnTo>
                  <a:pt x="7903338" y="0"/>
                </a:lnTo>
                <a:lnTo>
                  <a:pt x="7903338" y="58769"/>
                </a:lnTo>
                <a:lnTo>
                  <a:pt x="8021008" y="58769"/>
                </a:lnTo>
                <a:lnTo>
                  <a:pt x="8021008" y="0"/>
                </a:lnTo>
                <a:lnTo>
                  <a:pt x="8242772" y="0"/>
                </a:lnTo>
                <a:lnTo>
                  <a:pt x="8242772" y="64300"/>
                </a:lnTo>
                <a:lnTo>
                  <a:pt x="8371450" y="64300"/>
                </a:lnTo>
                <a:lnTo>
                  <a:pt x="8371450" y="0"/>
                </a:lnTo>
                <a:lnTo>
                  <a:pt x="8581983" y="0"/>
                </a:lnTo>
                <a:lnTo>
                  <a:pt x="8581983" y="69825"/>
                </a:lnTo>
                <a:lnTo>
                  <a:pt x="8721724" y="69825"/>
                </a:lnTo>
                <a:lnTo>
                  <a:pt x="8721724" y="0"/>
                </a:lnTo>
                <a:lnTo>
                  <a:pt x="8921417" y="0"/>
                </a:lnTo>
                <a:lnTo>
                  <a:pt x="8921417" y="75529"/>
                </a:lnTo>
                <a:lnTo>
                  <a:pt x="9072221" y="75529"/>
                </a:lnTo>
                <a:lnTo>
                  <a:pt x="9072221" y="0"/>
                </a:lnTo>
                <a:lnTo>
                  <a:pt x="9260460" y="0"/>
                </a:lnTo>
                <a:lnTo>
                  <a:pt x="9260460" y="81055"/>
                </a:lnTo>
                <a:lnTo>
                  <a:pt x="9422494" y="81055"/>
                </a:lnTo>
                <a:lnTo>
                  <a:pt x="9422494" y="0"/>
                </a:lnTo>
                <a:lnTo>
                  <a:pt x="9599895" y="0"/>
                </a:lnTo>
                <a:lnTo>
                  <a:pt x="9599895" y="86579"/>
                </a:lnTo>
                <a:lnTo>
                  <a:pt x="9769584" y="86579"/>
                </a:lnTo>
                <a:lnTo>
                  <a:pt x="9769584" y="258258"/>
                </a:lnTo>
                <a:lnTo>
                  <a:pt x="9599895" y="258258"/>
                </a:lnTo>
                <a:lnTo>
                  <a:pt x="9599895" y="431313"/>
                </a:lnTo>
                <a:lnTo>
                  <a:pt x="9769584" y="431313"/>
                </a:lnTo>
                <a:lnTo>
                  <a:pt x="9769584" y="602979"/>
                </a:lnTo>
                <a:lnTo>
                  <a:pt x="9599895" y="602979"/>
                </a:lnTo>
                <a:lnTo>
                  <a:pt x="9599895" y="776032"/>
                </a:lnTo>
                <a:lnTo>
                  <a:pt x="9769584" y="776032"/>
                </a:lnTo>
                <a:lnTo>
                  <a:pt x="9769584" y="947903"/>
                </a:lnTo>
                <a:lnTo>
                  <a:pt x="9599895" y="947903"/>
                </a:lnTo>
                <a:lnTo>
                  <a:pt x="9599895" y="1120978"/>
                </a:lnTo>
                <a:lnTo>
                  <a:pt x="9769584" y="1120978"/>
                </a:lnTo>
                <a:lnTo>
                  <a:pt x="9769584" y="1292649"/>
                </a:lnTo>
                <a:lnTo>
                  <a:pt x="9599895" y="1292649"/>
                </a:lnTo>
                <a:lnTo>
                  <a:pt x="9599895" y="1465699"/>
                </a:lnTo>
                <a:lnTo>
                  <a:pt x="9769584" y="1465699"/>
                </a:lnTo>
                <a:lnTo>
                  <a:pt x="9769584" y="1637568"/>
                </a:lnTo>
                <a:lnTo>
                  <a:pt x="9599895" y="1637568"/>
                </a:lnTo>
                <a:lnTo>
                  <a:pt x="9599895" y="1810624"/>
                </a:lnTo>
                <a:lnTo>
                  <a:pt x="9769584" y="1810624"/>
                </a:lnTo>
                <a:lnTo>
                  <a:pt x="9769584" y="1982320"/>
                </a:lnTo>
                <a:lnTo>
                  <a:pt x="9599895" y="1982320"/>
                </a:lnTo>
                <a:lnTo>
                  <a:pt x="9599895" y="2155349"/>
                </a:lnTo>
                <a:lnTo>
                  <a:pt x="9769584" y="2155349"/>
                </a:lnTo>
                <a:lnTo>
                  <a:pt x="9769584" y="2327028"/>
                </a:lnTo>
                <a:lnTo>
                  <a:pt x="9599895" y="2327028"/>
                </a:lnTo>
                <a:lnTo>
                  <a:pt x="9599895" y="2500094"/>
                </a:lnTo>
                <a:lnTo>
                  <a:pt x="9769584" y="2500094"/>
                </a:lnTo>
                <a:lnTo>
                  <a:pt x="9769584" y="2671969"/>
                </a:lnTo>
                <a:lnTo>
                  <a:pt x="9599895" y="2671969"/>
                </a:lnTo>
                <a:lnTo>
                  <a:pt x="9599895" y="2845003"/>
                </a:lnTo>
                <a:lnTo>
                  <a:pt x="9769584" y="2845003"/>
                </a:lnTo>
                <a:lnTo>
                  <a:pt x="9769584" y="3016636"/>
                </a:lnTo>
                <a:lnTo>
                  <a:pt x="9599895" y="3016636"/>
                </a:lnTo>
                <a:lnTo>
                  <a:pt x="9599895" y="3189691"/>
                </a:lnTo>
                <a:lnTo>
                  <a:pt x="9769584" y="3189691"/>
                </a:lnTo>
                <a:lnTo>
                  <a:pt x="9769584" y="3361568"/>
                </a:lnTo>
                <a:lnTo>
                  <a:pt x="9599895" y="3361568"/>
                </a:lnTo>
                <a:lnTo>
                  <a:pt x="9599895" y="3534623"/>
                </a:lnTo>
                <a:lnTo>
                  <a:pt x="9769584" y="3534623"/>
                </a:lnTo>
                <a:lnTo>
                  <a:pt x="9769584" y="3706304"/>
                </a:lnTo>
                <a:lnTo>
                  <a:pt x="9599895" y="3706304"/>
                </a:lnTo>
                <a:lnTo>
                  <a:pt x="9599895" y="3879359"/>
                </a:lnTo>
                <a:lnTo>
                  <a:pt x="9769584" y="3879359"/>
                </a:lnTo>
                <a:lnTo>
                  <a:pt x="9769584" y="4051040"/>
                </a:lnTo>
                <a:lnTo>
                  <a:pt x="9599895" y="4051040"/>
                </a:lnTo>
                <a:lnTo>
                  <a:pt x="9599895" y="4224095"/>
                </a:lnTo>
                <a:lnTo>
                  <a:pt x="9769584" y="4224095"/>
                </a:lnTo>
                <a:lnTo>
                  <a:pt x="9769584" y="4395967"/>
                </a:lnTo>
                <a:lnTo>
                  <a:pt x="9599895" y="4395967"/>
                </a:lnTo>
                <a:lnTo>
                  <a:pt x="9599895" y="4569022"/>
                </a:lnTo>
                <a:lnTo>
                  <a:pt x="9769584" y="4569022"/>
                </a:lnTo>
                <a:lnTo>
                  <a:pt x="9769584" y="4740703"/>
                </a:lnTo>
                <a:lnTo>
                  <a:pt x="9599895" y="4740703"/>
                </a:lnTo>
                <a:lnTo>
                  <a:pt x="9599895" y="4913758"/>
                </a:lnTo>
                <a:lnTo>
                  <a:pt x="9769584" y="4913758"/>
                </a:lnTo>
                <a:lnTo>
                  <a:pt x="9769584" y="5085440"/>
                </a:lnTo>
                <a:lnTo>
                  <a:pt x="9599895" y="5085440"/>
                </a:lnTo>
                <a:lnTo>
                  <a:pt x="9599895" y="5258495"/>
                </a:lnTo>
                <a:lnTo>
                  <a:pt x="9769584" y="5258495"/>
                </a:lnTo>
                <a:lnTo>
                  <a:pt x="9769584" y="5430366"/>
                </a:lnTo>
                <a:lnTo>
                  <a:pt x="9599895" y="5430366"/>
                </a:lnTo>
                <a:lnTo>
                  <a:pt x="9599895" y="5603433"/>
                </a:lnTo>
                <a:lnTo>
                  <a:pt x="9769584" y="5603433"/>
                </a:lnTo>
                <a:lnTo>
                  <a:pt x="9769584" y="5775069"/>
                </a:lnTo>
                <a:lnTo>
                  <a:pt x="9599895" y="5775069"/>
                </a:lnTo>
                <a:lnTo>
                  <a:pt x="9599895" y="5948158"/>
                </a:lnTo>
                <a:lnTo>
                  <a:pt x="9769584" y="5948158"/>
                </a:lnTo>
                <a:lnTo>
                  <a:pt x="9769584" y="6034088"/>
                </a:lnTo>
                <a:lnTo>
                  <a:pt x="9597716" y="6034088"/>
                </a:lnTo>
                <a:lnTo>
                  <a:pt x="9597716" y="5950337"/>
                </a:lnTo>
                <a:lnTo>
                  <a:pt x="9430150" y="5950337"/>
                </a:lnTo>
                <a:lnTo>
                  <a:pt x="9430150" y="6034088"/>
                </a:lnTo>
                <a:lnTo>
                  <a:pt x="9247441" y="6034088"/>
                </a:lnTo>
                <a:lnTo>
                  <a:pt x="9247441" y="5956036"/>
                </a:lnTo>
                <a:lnTo>
                  <a:pt x="9091106" y="5956036"/>
                </a:lnTo>
                <a:lnTo>
                  <a:pt x="9091106" y="6034088"/>
                </a:lnTo>
                <a:lnTo>
                  <a:pt x="8897000" y="6034088"/>
                </a:lnTo>
                <a:lnTo>
                  <a:pt x="8897000" y="5961511"/>
                </a:lnTo>
                <a:lnTo>
                  <a:pt x="8751728" y="5961511"/>
                </a:lnTo>
                <a:lnTo>
                  <a:pt x="8751728" y="6034088"/>
                </a:lnTo>
                <a:lnTo>
                  <a:pt x="8546726" y="6034088"/>
                </a:lnTo>
                <a:lnTo>
                  <a:pt x="8546726" y="5967098"/>
                </a:lnTo>
                <a:lnTo>
                  <a:pt x="8412461" y="5967098"/>
                </a:lnTo>
                <a:lnTo>
                  <a:pt x="8412461" y="6034088"/>
                </a:lnTo>
                <a:lnTo>
                  <a:pt x="8196229" y="6034088"/>
                </a:lnTo>
                <a:lnTo>
                  <a:pt x="8196229" y="5972405"/>
                </a:lnTo>
                <a:lnTo>
                  <a:pt x="8073027" y="5972405"/>
                </a:lnTo>
                <a:lnTo>
                  <a:pt x="8073027" y="6034088"/>
                </a:lnTo>
                <a:lnTo>
                  <a:pt x="7845956" y="6034088"/>
                </a:lnTo>
                <a:lnTo>
                  <a:pt x="7845956" y="5977881"/>
                </a:lnTo>
                <a:lnTo>
                  <a:pt x="7733817" y="5977881"/>
                </a:lnTo>
                <a:lnTo>
                  <a:pt x="7733817" y="6034088"/>
                </a:lnTo>
                <a:lnTo>
                  <a:pt x="7495515" y="6034088"/>
                </a:lnTo>
                <a:lnTo>
                  <a:pt x="7495515" y="5983636"/>
                </a:lnTo>
                <a:lnTo>
                  <a:pt x="7394606" y="5983636"/>
                </a:lnTo>
                <a:lnTo>
                  <a:pt x="7394606" y="6034088"/>
                </a:lnTo>
                <a:lnTo>
                  <a:pt x="7145240" y="6034088"/>
                </a:lnTo>
                <a:lnTo>
                  <a:pt x="7145240" y="5989167"/>
                </a:lnTo>
                <a:lnTo>
                  <a:pt x="7055339" y="5989167"/>
                </a:lnTo>
                <a:lnTo>
                  <a:pt x="7055339" y="6034088"/>
                </a:lnTo>
                <a:lnTo>
                  <a:pt x="6794743" y="6034088"/>
                </a:lnTo>
                <a:lnTo>
                  <a:pt x="6794743" y="5994642"/>
                </a:lnTo>
                <a:lnTo>
                  <a:pt x="6715905" y="5994642"/>
                </a:lnTo>
                <a:lnTo>
                  <a:pt x="6715905" y="6034088"/>
                </a:lnTo>
                <a:lnTo>
                  <a:pt x="6444525" y="6034088"/>
                </a:lnTo>
                <a:lnTo>
                  <a:pt x="6444525" y="6000174"/>
                </a:lnTo>
                <a:lnTo>
                  <a:pt x="6376694" y="6000174"/>
                </a:lnTo>
                <a:lnTo>
                  <a:pt x="6376694" y="6034088"/>
                </a:lnTo>
                <a:lnTo>
                  <a:pt x="6094027" y="6034088"/>
                </a:lnTo>
                <a:lnTo>
                  <a:pt x="6094027" y="6005872"/>
                </a:lnTo>
                <a:lnTo>
                  <a:pt x="6037483" y="6005872"/>
                </a:lnTo>
                <a:lnTo>
                  <a:pt x="6037483" y="6034088"/>
                </a:lnTo>
                <a:lnTo>
                  <a:pt x="5743754" y="6034088"/>
                </a:lnTo>
                <a:lnTo>
                  <a:pt x="5743754" y="6011403"/>
                </a:lnTo>
                <a:lnTo>
                  <a:pt x="5698217" y="6011403"/>
                </a:lnTo>
                <a:lnTo>
                  <a:pt x="5698217" y="6034088"/>
                </a:lnTo>
                <a:lnTo>
                  <a:pt x="5393313" y="6034088"/>
                </a:lnTo>
                <a:lnTo>
                  <a:pt x="5393313" y="6016712"/>
                </a:lnTo>
                <a:lnTo>
                  <a:pt x="5358822" y="6016712"/>
                </a:lnTo>
                <a:lnTo>
                  <a:pt x="5358822" y="6034088"/>
                </a:lnTo>
                <a:lnTo>
                  <a:pt x="5043045" y="6034088"/>
                </a:lnTo>
                <a:lnTo>
                  <a:pt x="5043045" y="6022243"/>
                </a:lnTo>
                <a:lnTo>
                  <a:pt x="5019589" y="6022243"/>
                </a:lnTo>
                <a:lnTo>
                  <a:pt x="5019589" y="6034088"/>
                </a:lnTo>
                <a:lnTo>
                  <a:pt x="4692576" y="6034088"/>
                </a:lnTo>
                <a:lnTo>
                  <a:pt x="4692576" y="6027942"/>
                </a:lnTo>
                <a:lnTo>
                  <a:pt x="4680356" y="6027942"/>
                </a:lnTo>
                <a:lnTo>
                  <a:pt x="4680356" y="6034088"/>
                </a:lnTo>
                <a:lnTo>
                  <a:pt x="0" y="6034088"/>
                </a:lnTo>
                <a:close/>
              </a:path>
            </a:pathLst>
          </a:custGeom>
          <a:solidFill>
            <a:schemeClr val="bg1">
              <a:lumMod val="85000"/>
            </a:schemeClr>
          </a:solidFill>
        </p:spPr>
        <p:txBody>
          <a:bodyPr wrap="square" anchor="ctr">
            <a:noAutofit/>
          </a:bodyP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lvl1pPr>
              <a:defRPr>
                <a:solidFill>
                  <a:schemeClr val="bg1"/>
                </a:solidFill>
              </a:defRPr>
            </a:lvl1pPr>
          </a:lstStyle>
          <a:p>
            <a:r>
              <a:rPr lang="de-DE"/>
              <a:t>Mastertitelformat bearbeiten</a:t>
            </a:r>
          </a:p>
        </p:txBody>
      </p:sp>
      <p:sp>
        <p:nvSpPr>
          <p:cNvPr id="12" name="Textplatzhalter 8">
            <a:extLst>
              <a:ext uri="{FF2B5EF4-FFF2-40B4-BE49-F238E27FC236}">
                <a16:creationId xmlns:a16="http://schemas.microsoft.com/office/drawing/2014/main" id="{D5BA8535-2C8F-45D6-9EC4-2BC48EF43C6D}"/>
              </a:ext>
            </a:extLst>
          </p:cNvPr>
          <p:cNvSpPr>
            <a:spLocks noGrp="1"/>
          </p:cNvSpPr>
          <p:nvPr>
            <p:ph type="body" sz="quarter" idx="14"/>
          </p:nvPr>
        </p:nvSpPr>
        <p:spPr>
          <a:xfrm>
            <a:off x="287339" y="604776"/>
            <a:ext cx="10153648"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7" name="Textplatzhalter 8">
            <a:extLst>
              <a:ext uri="{FF2B5EF4-FFF2-40B4-BE49-F238E27FC236}">
                <a16:creationId xmlns:a16="http://schemas.microsoft.com/office/drawing/2014/main" id="{E2808491-40CB-75AA-D14B-ADAAA9E4C8D0}"/>
              </a:ext>
            </a:extLst>
          </p:cNvPr>
          <p:cNvSpPr>
            <a:spLocks noGrp="1"/>
          </p:cNvSpPr>
          <p:nvPr>
            <p:ph type="body" sz="quarter" idx="13" hasCustomPrompt="1"/>
          </p:nvPr>
        </p:nvSpPr>
        <p:spPr>
          <a:xfrm>
            <a:off x="290190" y="5756345"/>
            <a:ext cx="496887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3972474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ollbild">
    <p:bg bwMode="gray">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8E3E76D-15C5-47E9-A6C0-60754CDCCCE3}"/>
              </a:ext>
            </a:extLst>
          </p:cNvPr>
          <p:cNvSpPr>
            <a:spLocks noGrp="1"/>
          </p:cNvSpPr>
          <p:nvPr>
            <p:ph type="pic" sz="quarter" idx="18"/>
          </p:nvPr>
        </p:nvSpPr>
        <p:spPr>
          <a:xfrm>
            <a:off x="0" y="0"/>
            <a:ext cx="10728325" cy="60340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6" name="Textplatzhalter 8">
            <a:extLst>
              <a:ext uri="{FF2B5EF4-FFF2-40B4-BE49-F238E27FC236}">
                <a16:creationId xmlns:a16="http://schemas.microsoft.com/office/drawing/2014/main" id="{8DE70CBC-B36D-7DF4-ED46-B3FFE28415C8}"/>
              </a:ext>
            </a:extLst>
          </p:cNvPr>
          <p:cNvSpPr>
            <a:spLocks noGrp="1"/>
          </p:cNvSpPr>
          <p:nvPr>
            <p:ph type="body" sz="quarter" idx="13" hasCustomPrompt="1"/>
          </p:nvPr>
        </p:nvSpPr>
        <p:spPr>
          <a:xfrm>
            <a:off x="290190" y="5756345"/>
            <a:ext cx="496887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Tree>
    <p:extLst>
      <p:ext uri="{BB962C8B-B14F-4D97-AF65-F5344CB8AC3E}">
        <p14:creationId xmlns:p14="http://schemas.microsoft.com/office/powerpoint/2010/main" val="3785481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Textfelder">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p>
            <a:r>
              <a:rPr lang="de-DE"/>
              <a:t>Mastertitelformat bearbeiten</a:t>
            </a:r>
          </a:p>
        </p:txBody>
      </p:sp>
      <p:sp>
        <p:nvSpPr>
          <p:cNvPr id="11" name="Textplatzhalter 8">
            <a:extLst>
              <a:ext uri="{FF2B5EF4-FFF2-40B4-BE49-F238E27FC236}">
                <a16:creationId xmlns:a16="http://schemas.microsoft.com/office/drawing/2014/main" id="{43DACF10-9353-4A29-AFA5-EA422CC98023}"/>
              </a:ext>
            </a:extLst>
          </p:cNvPr>
          <p:cNvSpPr>
            <a:spLocks noGrp="1"/>
          </p:cNvSpPr>
          <p:nvPr>
            <p:ph type="body" sz="quarter" idx="18"/>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7" name="Textplatzhalter 11">
            <a:extLst>
              <a:ext uri="{FF2B5EF4-FFF2-40B4-BE49-F238E27FC236}">
                <a16:creationId xmlns:a16="http://schemas.microsoft.com/office/drawing/2014/main" id="{520DE74E-333F-41E6-8D5D-5639A192DA4C}"/>
              </a:ext>
            </a:extLst>
          </p:cNvPr>
          <p:cNvSpPr>
            <a:spLocks noGrp="1"/>
          </p:cNvSpPr>
          <p:nvPr>
            <p:ph type="body" sz="quarter" idx="14"/>
          </p:nvPr>
        </p:nvSpPr>
        <p:spPr bwMode="gray">
          <a:xfrm>
            <a:off x="287338" y="1360860"/>
            <a:ext cx="4968875" cy="431403"/>
          </a:xfrm>
          <a:solidFill>
            <a:schemeClr val="accent1"/>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15" name="Textplatzhalter 14">
            <a:extLst>
              <a:ext uri="{FF2B5EF4-FFF2-40B4-BE49-F238E27FC236}">
                <a16:creationId xmlns:a16="http://schemas.microsoft.com/office/drawing/2014/main" id="{2D2406FB-91BE-45AA-91F9-BA34B4824865}"/>
              </a:ext>
            </a:extLst>
          </p:cNvPr>
          <p:cNvSpPr>
            <a:spLocks noGrp="1"/>
          </p:cNvSpPr>
          <p:nvPr>
            <p:ph type="body" sz="quarter" idx="15"/>
          </p:nvPr>
        </p:nvSpPr>
        <p:spPr>
          <a:xfrm>
            <a:off x="287338" y="2080939"/>
            <a:ext cx="4968875" cy="3492773"/>
          </a:xfrm>
          <a:noFill/>
        </p:spPr>
        <p:txBody>
          <a:bodyPr lIns="0" tIns="0" rIns="0" bIns="0"/>
          <a:lstStyle/>
          <a:p>
            <a:pPr lvl="0"/>
            <a:r>
              <a:rPr lang="de-DE"/>
              <a:t>Mastertextformat bearbeiten</a:t>
            </a:r>
          </a:p>
        </p:txBody>
      </p:sp>
      <p:sp>
        <p:nvSpPr>
          <p:cNvPr id="16" name="Textplatzhalter 11">
            <a:extLst>
              <a:ext uri="{FF2B5EF4-FFF2-40B4-BE49-F238E27FC236}">
                <a16:creationId xmlns:a16="http://schemas.microsoft.com/office/drawing/2014/main" id="{05F97FFD-CFE9-4E99-A355-F82C52CC54B3}"/>
              </a:ext>
            </a:extLst>
          </p:cNvPr>
          <p:cNvSpPr>
            <a:spLocks noGrp="1"/>
          </p:cNvSpPr>
          <p:nvPr>
            <p:ph type="body" sz="quarter" idx="16"/>
          </p:nvPr>
        </p:nvSpPr>
        <p:spPr bwMode="gray">
          <a:xfrm>
            <a:off x="5472112" y="1360860"/>
            <a:ext cx="4968876" cy="431403"/>
          </a:xfrm>
          <a:solidFill>
            <a:schemeClr val="accent2"/>
          </a:solidFill>
        </p:spPr>
        <p:txBody>
          <a:bodyPr lIns="144000" rIns="144000" anchor="ctr" anchorCtr="0"/>
          <a:lstStyle>
            <a:lvl1pPr marL="0" indent="0">
              <a:spcBef>
                <a:spcPts val="0"/>
              </a:spcBef>
              <a:buNone/>
              <a:defRPr b="1">
                <a:solidFill>
                  <a:schemeClr val="bg2"/>
                </a:solidFill>
              </a:defRPr>
            </a:lvl1pPr>
            <a:lvl2pPr marL="361950" indent="0">
              <a:buNone/>
              <a:defRPr/>
            </a:lvl2pPr>
          </a:lstStyle>
          <a:p>
            <a:pPr lvl="0"/>
            <a:r>
              <a:rPr lang="de-DE"/>
              <a:t>Mastertextformat bearbeiten</a:t>
            </a:r>
          </a:p>
        </p:txBody>
      </p:sp>
      <p:sp>
        <p:nvSpPr>
          <p:cNvPr id="17" name="Textplatzhalter 14">
            <a:extLst>
              <a:ext uri="{FF2B5EF4-FFF2-40B4-BE49-F238E27FC236}">
                <a16:creationId xmlns:a16="http://schemas.microsoft.com/office/drawing/2014/main" id="{5A89EDB8-5D89-415B-A064-9F26CF03A014}"/>
              </a:ext>
            </a:extLst>
          </p:cNvPr>
          <p:cNvSpPr>
            <a:spLocks noGrp="1"/>
          </p:cNvSpPr>
          <p:nvPr>
            <p:ph type="body" sz="quarter" idx="17"/>
          </p:nvPr>
        </p:nvSpPr>
        <p:spPr>
          <a:xfrm>
            <a:off x="5472113" y="2080939"/>
            <a:ext cx="4966492" cy="3492773"/>
          </a:xfrm>
          <a:noFill/>
        </p:spPr>
        <p:txBody>
          <a:bodyPr lIns="0" tIns="0" rIns="0" bIns="0"/>
          <a:lstStyle>
            <a:lvl1pPr marL="180975" indent="-180975">
              <a:defRPr/>
            </a:lvl1pPr>
          </a:lstStyle>
          <a:p>
            <a:pPr lvl="0"/>
            <a:r>
              <a:rPr lang="de-DE" dirty="0"/>
              <a:t>Mastertextformat bearbeiten</a:t>
            </a:r>
          </a:p>
        </p:txBody>
      </p:sp>
      <p:sp>
        <p:nvSpPr>
          <p:cNvPr id="3" name="Foliennummernplatzhalter 2">
            <a:extLst>
              <a:ext uri="{FF2B5EF4-FFF2-40B4-BE49-F238E27FC236}">
                <a16:creationId xmlns:a16="http://schemas.microsoft.com/office/drawing/2014/main" id="{1674C739-748B-48E6-B46A-7AD62F3B323E}"/>
              </a:ext>
            </a:extLst>
          </p:cNvPr>
          <p:cNvSpPr>
            <a:spLocks noGrp="1"/>
          </p:cNvSpPr>
          <p:nvPr>
            <p:ph type="sldNum" sz="quarter" idx="19"/>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0BA0C392-A899-965C-716D-B9C3D1CB3F95}"/>
              </a:ext>
            </a:extLst>
          </p:cNvPr>
          <p:cNvSpPr>
            <a:spLocks noGrp="1"/>
          </p:cNvSpPr>
          <p:nvPr>
            <p:ph type="ftr" sz="quarter" idx="20"/>
          </p:nvPr>
        </p:nvSpPr>
        <p:spPr/>
        <p:txBody>
          <a:bodyPr/>
          <a:lstStyle/>
          <a:p>
            <a:r>
              <a:rPr lang="de-DE"/>
              <a:t>DevSecOps Perspektive: Menschen</a:t>
            </a:r>
            <a:endParaRPr lang="de-DE" dirty="0"/>
          </a:p>
        </p:txBody>
      </p:sp>
    </p:spTree>
    <p:extLst>
      <p:ext uri="{BB962C8B-B14F-4D97-AF65-F5344CB8AC3E}">
        <p14:creationId xmlns:p14="http://schemas.microsoft.com/office/powerpoint/2010/main" val="412913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Textfelder">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a:xfrm>
            <a:off x="287338" y="226395"/>
            <a:ext cx="10153650" cy="378381"/>
          </a:xfrm>
        </p:spPr>
        <p:txBody>
          <a:bodyPr/>
          <a:lstStyle/>
          <a:p>
            <a:r>
              <a:rPr lang="de-DE"/>
              <a:t>Mastertitelformat bearbeiten</a:t>
            </a:r>
          </a:p>
        </p:txBody>
      </p:sp>
      <p:sp>
        <p:nvSpPr>
          <p:cNvPr id="11" name="Textplatzhalter 8">
            <a:extLst>
              <a:ext uri="{FF2B5EF4-FFF2-40B4-BE49-F238E27FC236}">
                <a16:creationId xmlns:a16="http://schemas.microsoft.com/office/drawing/2014/main" id="{43DACF10-9353-4A29-AFA5-EA422CC98023}"/>
              </a:ext>
            </a:extLst>
          </p:cNvPr>
          <p:cNvSpPr>
            <a:spLocks noGrp="1"/>
          </p:cNvSpPr>
          <p:nvPr>
            <p:ph type="body" sz="quarter" idx="18"/>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7" name="Textplatzhalter 11">
            <a:extLst>
              <a:ext uri="{FF2B5EF4-FFF2-40B4-BE49-F238E27FC236}">
                <a16:creationId xmlns:a16="http://schemas.microsoft.com/office/drawing/2014/main" id="{520DE74E-333F-41E6-8D5D-5639A192DA4C}"/>
              </a:ext>
            </a:extLst>
          </p:cNvPr>
          <p:cNvSpPr>
            <a:spLocks noGrp="1"/>
          </p:cNvSpPr>
          <p:nvPr>
            <p:ph type="body" sz="quarter" idx="14"/>
          </p:nvPr>
        </p:nvSpPr>
        <p:spPr bwMode="gray">
          <a:xfrm>
            <a:off x="287337" y="1360860"/>
            <a:ext cx="3243525" cy="431403"/>
          </a:xfrm>
          <a:solidFill>
            <a:schemeClr val="accent1"/>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15" name="Textplatzhalter 14">
            <a:extLst>
              <a:ext uri="{FF2B5EF4-FFF2-40B4-BE49-F238E27FC236}">
                <a16:creationId xmlns:a16="http://schemas.microsoft.com/office/drawing/2014/main" id="{2D2406FB-91BE-45AA-91F9-BA34B4824865}"/>
              </a:ext>
            </a:extLst>
          </p:cNvPr>
          <p:cNvSpPr>
            <a:spLocks noGrp="1"/>
          </p:cNvSpPr>
          <p:nvPr>
            <p:ph type="body" sz="quarter" idx="15"/>
          </p:nvPr>
        </p:nvSpPr>
        <p:spPr>
          <a:xfrm>
            <a:off x="287338" y="2080939"/>
            <a:ext cx="3243526" cy="3492773"/>
          </a:xfrm>
          <a:noFill/>
        </p:spPr>
        <p:txBody>
          <a:bodyPr lIns="0" tIns="0" rIns="0" bIns="0"/>
          <a:lstStyle/>
          <a:p>
            <a:pPr lvl="0"/>
            <a:r>
              <a:rPr lang="de-DE"/>
              <a:t>Mastertextformat bearbeiten</a:t>
            </a:r>
          </a:p>
        </p:txBody>
      </p:sp>
      <p:sp>
        <p:nvSpPr>
          <p:cNvPr id="16" name="Textplatzhalter 11">
            <a:extLst>
              <a:ext uri="{FF2B5EF4-FFF2-40B4-BE49-F238E27FC236}">
                <a16:creationId xmlns:a16="http://schemas.microsoft.com/office/drawing/2014/main" id="{05F97FFD-CFE9-4E99-A355-F82C52CC54B3}"/>
              </a:ext>
            </a:extLst>
          </p:cNvPr>
          <p:cNvSpPr>
            <a:spLocks noGrp="1"/>
          </p:cNvSpPr>
          <p:nvPr>
            <p:ph type="body" sz="quarter" idx="16"/>
          </p:nvPr>
        </p:nvSpPr>
        <p:spPr bwMode="gray">
          <a:xfrm>
            <a:off x="3741207" y="1360860"/>
            <a:ext cx="3243526" cy="431403"/>
          </a:xfrm>
          <a:solidFill>
            <a:schemeClr val="accent2"/>
          </a:solidFill>
        </p:spPr>
        <p:txBody>
          <a:bodyPr lIns="144000" rIns="144000" anchor="ctr" anchorCtr="0"/>
          <a:lstStyle>
            <a:lvl1pPr marL="0" indent="0">
              <a:spcBef>
                <a:spcPts val="0"/>
              </a:spcBef>
              <a:buNone/>
              <a:defRPr b="1">
                <a:solidFill>
                  <a:schemeClr val="bg2"/>
                </a:solidFill>
              </a:defRPr>
            </a:lvl1pPr>
            <a:lvl2pPr marL="361950" indent="0">
              <a:buNone/>
              <a:defRPr/>
            </a:lvl2pPr>
          </a:lstStyle>
          <a:p>
            <a:pPr lvl="0"/>
            <a:r>
              <a:rPr lang="de-DE"/>
              <a:t>Mastertextformat bearbeiten</a:t>
            </a:r>
          </a:p>
        </p:txBody>
      </p:sp>
      <p:sp>
        <p:nvSpPr>
          <p:cNvPr id="17" name="Textplatzhalter 14">
            <a:extLst>
              <a:ext uri="{FF2B5EF4-FFF2-40B4-BE49-F238E27FC236}">
                <a16:creationId xmlns:a16="http://schemas.microsoft.com/office/drawing/2014/main" id="{5A89EDB8-5D89-415B-A064-9F26CF03A014}"/>
              </a:ext>
            </a:extLst>
          </p:cNvPr>
          <p:cNvSpPr>
            <a:spLocks noGrp="1"/>
          </p:cNvSpPr>
          <p:nvPr>
            <p:ph type="body" sz="quarter" idx="17"/>
          </p:nvPr>
        </p:nvSpPr>
        <p:spPr>
          <a:xfrm>
            <a:off x="3741208" y="2080939"/>
            <a:ext cx="3243526" cy="3492773"/>
          </a:xfrm>
          <a:noFill/>
        </p:spPr>
        <p:txBody>
          <a:bodyPr lIns="0" tIns="0" rIns="0" bIns="0"/>
          <a:lstStyle/>
          <a:p>
            <a:pPr lvl="0"/>
            <a:r>
              <a:rPr lang="de-DE"/>
              <a:t>Mastertextformat bearbeiten</a:t>
            </a:r>
          </a:p>
        </p:txBody>
      </p:sp>
      <p:sp>
        <p:nvSpPr>
          <p:cNvPr id="3" name="Foliennummernplatzhalter 2">
            <a:extLst>
              <a:ext uri="{FF2B5EF4-FFF2-40B4-BE49-F238E27FC236}">
                <a16:creationId xmlns:a16="http://schemas.microsoft.com/office/drawing/2014/main" id="{1674C739-748B-48E6-B46A-7AD62F3B323E}"/>
              </a:ext>
            </a:extLst>
          </p:cNvPr>
          <p:cNvSpPr>
            <a:spLocks noGrp="1"/>
          </p:cNvSpPr>
          <p:nvPr>
            <p:ph type="sldNum" sz="quarter" idx="19"/>
          </p:nvPr>
        </p:nvSpPr>
        <p:spPr/>
        <p:txBody>
          <a:bodyPr/>
          <a:lstStyle/>
          <a:p>
            <a:fld id="{5678FFC5-4430-43BC-9807-D0C6EB405569}" type="slidenum">
              <a:rPr lang="de-DE" smtClean="0"/>
              <a:pPr/>
              <a:t>‹Nr.›</a:t>
            </a:fld>
            <a:endParaRPr lang="de-DE" dirty="0"/>
          </a:p>
        </p:txBody>
      </p:sp>
      <p:sp>
        <p:nvSpPr>
          <p:cNvPr id="19" name="Textplatzhalter 11">
            <a:extLst>
              <a:ext uri="{FF2B5EF4-FFF2-40B4-BE49-F238E27FC236}">
                <a16:creationId xmlns:a16="http://schemas.microsoft.com/office/drawing/2014/main" id="{2173C42A-0EF8-4A91-858C-4098F80CCB29}"/>
              </a:ext>
            </a:extLst>
          </p:cNvPr>
          <p:cNvSpPr>
            <a:spLocks noGrp="1"/>
          </p:cNvSpPr>
          <p:nvPr>
            <p:ph type="body" sz="quarter" idx="20"/>
          </p:nvPr>
        </p:nvSpPr>
        <p:spPr bwMode="gray">
          <a:xfrm>
            <a:off x="7195078" y="1360860"/>
            <a:ext cx="3243528" cy="431403"/>
          </a:xfrm>
          <a:solidFill>
            <a:schemeClr val="accent3"/>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20" name="Textplatzhalter 14">
            <a:extLst>
              <a:ext uri="{FF2B5EF4-FFF2-40B4-BE49-F238E27FC236}">
                <a16:creationId xmlns:a16="http://schemas.microsoft.com/office/drawing/2014/main" id="{9D7CFD1E-781C-4A35-9198-A1A4C1B16BC3}"/>
              </a:ext>
            </a:extLst>
          </p:cNvPr>
          <p:cNvSpPr>
            <a:spLocks noGrp="1"/>
          </p:cNvSpPr>
          <p:nvPr>
            <p:ph type="body" sz="quarter" idx="21"/>
          </p:nvPr>
        </p:nvSpPr>
        <p:spPr>
          <a:xfrm>
            <a:off x="7195078" y="2080939"/>
            <a:ext cx="3243528" cy="3492773"/>
          </a:xfrm>
          <a:noFill/>
        </p:spPr>
        <p:txBody>
          <a:bodyPr lIns="0" tIns="0" rIns="0" bIns="0"/>
          <a:lstStyle/>
          <a:p>
            <a:pPr lvl="0"/>
            <a:r>
              <a:rPr lang="de-DE"/>
              <a:t>Mastertextformat bearbeiten</a:t>
            </a:r>
          </a:p>
        </p:txBody>
      </p:sp>
      <p:sp>
        <p:nvSpPr>
          <p:cNvPr id="5" name="Fußzeilenplatzhalter 4">
            <a:extLst>
              <a:ext uri="{FF2B5EF4-FFF2-40B4-BE49-F238E27FC236}">
                <a16:creationId xmlns:a16="http://schemas.microsoft.com/office/drawing/2014/main" id="{3CEFE7E2-6049-B7E4-BA5A-BC3244C305FA}"/>
              </a:ext>
            </a:extLst>
          </p:cNvPr>
          <p:cNvSpPr>
            <a:spLocks noGrp="1"/>
          </p:cNvSpPr>
          <p:nvPr>
            <p:ph type="ftr" sz="quarter" idx="22"/>
          </p:nvPr>
        </p:nvSpPr>
        <p:spPr/>
        <p:txBody>
          <a:bodyPr/>
          <a:lstStyle/>
          <a:p>
            <a:r>
              <a:rPr lang="de-DE"/>
              <a:t>DevSecOps Perspektive: Menschen</a:t>
            </a:r>
            <a:endParaRPr lang="de-DE" dirty="0"/>
          </a:p>
        </p:txBody>
      </p:sp>
    </p:spTree>
    <p:extLst>
      <p:ext uri="{BB962C8B-B14F-4D97-AF65-F5344CB8AC3E}">
        <p14:creationId xmlns:p14="http://schemas.microsoft.com/office/powerpoint/2010/main" val="669571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Textfelder">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p>
            <a:r>
              <a:rPr lang="de-DE"/>
              <a:t>Mastertitelformat bearbeiten</a:t>
            </a:r>
          </a:p>
        </p:txBody>
      </p:sp>
      <p:sp>
        <p:nvSpPr>
          <p:cNvPr id="11" name="Textplatzhalter 8">
            <a:extLst>
              <a:ext uri="{FF2B5EF4-FFF2-40B4-BE49-F238E27FC236}">
                <a16:creationId xmlns:a16="http://schemas.microsoft.com/office/drawing/2014/main" id="{43DACF10-9353-4A29-AFA5-EA422CC98023}"/>
              </a:ext>
            </a:extLst>
          </p:cNvPr>
          <p:cNvSpPr>
            <a:spLocks noGrp="1"/>
          </p:cNvSpPr>
          <p:nvPr>
            <p:ph type="body" sz="quarter" idx="18"/>
          </p:nvPr>
        </p:nvSpPr>
        <p:spPr>
          <a:xfrm>
            <a:off x="287338" y="604776"/>
            <a:ext cx="10153650" cy="332901"/>
          </a:xfrm>
        </p:spPr>
        <p:txBody>
          <a:bodyPr/>
          <a:lstStyle>
            <a:lvl1pPr marL="0" indent="0">
              <a:lnSpc>
                <a:spcPct val="95000"/>
              </a:lnSpc>
              <a:spcBef>
                <a:spcPts val="0"/>
              </a:spcBef>
              <a:buNone/>
              <a:defRPr sz="1800">
                <a:solidFill>
                  <a:schemeClr val="accent1"/>
                </a:solidFill>
              </a:defRPr>
            </a:lvl1pPr>
          </a:lstStyle>
          <a:p>
            <a:pPr lvl="0"/>
            <a:r>
              <a:rPr lang="de-DE"/>
              <a:t>Mastertextformat bearbeiten</a:t>
            </a:r>
          </a:p>
        </p:txBody>
      </p:sp>
      <p:sp>
        <p:nvSpPr>
          <p:cNvPr id="7" name="Textplatzhalter 11">
            <a:extLst>
              <a:ext uri="{FF2B5EF4-FFF2-40B4-BE49-F238E27FC236}">
                <a16:creationId xmlns:a16="http://schemas.microsoft.com/office/drawing/2014/main" id="{520DE74E-333F-41E6-8D5D-5639A192DA4C}"/>
              </a:ext>
            </a:extLst>
          </p:cNvPr>
          <p:cNvSpPr>
            <a:spLocks noGrp="1"/>
          </p:cNvSpPr>
          <p:nvPr>
            <p:ph type="body" sz="quarter" idx="14"/>
          </p:nvPr>
        </p:nvSpPr>
        <p:spPr bwMode="gray">
          <a:xfrm>
            <a:off x="287335" y="1360860"/>
            <a:ext cx="2376490" cy="431403"/>
          </a:xfrm>
          <a:solidFill>
            <a:schemeClr val="accent1"/>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15" name="Textplatzhalter 14">
            <a:extLst>
              <a:ext uri="{FF2B5EF4-FFF2-40B4-BE49-F238E27FC236}">
                <a16:creationId xmlns:a16="http://schemas.microsoft.com/office/drawing/2014/main" id="{2D2406FB-91BE-45AA-91F9-BA34B4824865}"/>
              </a:ext>
            </a:extLst>
          </p:cNvPr>
          <p:cNvSpPr>
            <a:spLocks noGrp="1"/>
          </p:cNvSpPr>
          <p:nvPr>
            <p:ph type="body" sz="quarter" idx="15"/>
          </p:nvPr>
        </p:nvSpPr>
        <p:spPr>
          <a:xfrm>
            <a:off x="287335" y="2080939"/>
            <a:ext cx="2376490" cy="3492773"/>
          </a:xfrm>
          <a:noFill/>
        </p:spPr>
        <p:txBody>
          <a:bodyPr lIns="0" tIns="0" rIns="0" bIns="0"/>
          <a:lstStyle/>
          <a:p>
            <a:pPr lvl="0"/>
            <a:r>
              <a:rPr lang="de-DE"/>
              <a:t>Mastertextformat bearbeiten</a:t>
            </a:r>
          </a:p>
        </p:txBody>
      </p:sp>
      <p:sp>
        <p:nvSpPr>
          <p:cNvPr id="16" name="Textplatzhalter 11">
            <a:extLst>
              <a:ext uri="{FF2B5EF4-FFF2-40B4-BE49-F238E27FC236}">
                <a16:creationId xmlns:a16="http://schemas.microsoft.com/office/drawing/2014/main" id="{05F97FFD-CFE9-4E99-A355-F82C52CC54B3}"/>
              </a:ext>
            </a:extLst>
          </p:cNvPr>
          <p:cNvSpPr>
            <a:spLocks noGrp="1"/>
          </p:cNvSpPr>
          <p:nvPr>
            <p:ph type="body" sz="quarter" idx="16"/>
          </p:nvPr>
        </p:nvSpPr>
        <p:spPr bwMode="gray">
          <a:xfrm>
            <a:off x="2879726" y="1360860"/>
            <a:ext cx="2376490" cy="431403"/>
          </a:xfrm>
          <a:solidFill>
            <a:schemeClr val="accent2"/>
          </a:solidFill>
        </p:spPr>
        <p:txBody>
          <a:bodyPr lIns="144000" rIns="144000" anchor="ctr" anchorCtr="0"/>
          <a:lstStyle>
            <a:lvl1pPr marL="0" indent="0">
              <a:spcBef>
                <a:spcPts val="0"/>
              </a:spcBef>
              <a:buNone/>
              <a:defRPr b="1">
                <a:solidFill>
                  <a:schemeClr val="bg2"/>
                </a:solidFill>
              </a:defRPr>
            </a:lvl1pPr>
            <a:lvl2pPr marL="361950" indent="0">
              <a:buNone/>
              <a:defRPr/>
            </a:lvl2pPr>
          </a:lstStyle>
          <a:p>
            <a:pPr lvl="0"/>
            <a:r>
              <a:rPr lang="de-DE"/>
              <a:t>Mastertextformat bearbeiten</a:t>
            </a:r>
          </a:p>
        </p:txBody>
      </p:sp>
      <p:sp>
        <p:nvSpPr>
          <p:cNvPr id="17" name="Textplatzhalter 14">
            <a:extLst>
              <a:ext uri="{FF2B5EF4-FFF2-40B4-BE49-F238E27FC236}">
                <a16:creationId xmlns:a16="http://schemas.microsoft.com/office/drawing/2014/main" id="{5A89EDB8-5D89-415B-A064-9F26CF03A014}"/>
              </a:ext>
            </a:extLst>
          </p:cNvPr>
          <p:cNvSpPr>
            <a:spLocks noGrp="1"/>
          </p:cNvSpPr>
          <p:nvPr>
            <p:ph type="body" sz="quarter" idx="17"/>
          </p:nvPr>
        </p:nvSpPr>
        <p:spPr>
          <a:xfrm>
            <a:off x="2879726" y="2080939"/>
            <a:ext cx="2376490" cy="3492773"/>
          </a:xfrm>
          <a:noFill/>
        </p:spPr>
        <p:txBody>
          <a:bodyPr lIns="0" tIns="0" rIns="0" bIns="0"/>
          <a:lstStyle/>
          <a:p>
            <a:pPr lvl="0"/>
            <a:r>
              <a:rPr lang="de-DE"/>
              <a:t>Mastertextformat bearbeiten</a:t>
            </a:r>
          </a:p>
        </p:txBody>
      </p:sp>
      <p:sp>
        <p:nvSpPr>
          <p:cNvPr id="3" name="Foliennummernplatzhalter 2">
            <a:extLst>
              <a:ext uri="{FF2B5EF4-FFF2-40B4-BE49-F238E27FC236}">
                <a16:creationId xmlns:a16="http://schemas.microsoft.com/office/drawing/2014/main" id="{1674C739-748B-48E6-B46A-7AD62F3B323E}"/>
              </a:ext>
            </a:extLst>
          </p:cNvPr>
          <p:cNvSpPr>
            <a:spLocks noGrp="1"/>
          </p:cNvSpPr>
          <p:nvPr>
            <p:ph type="sldNum" sz="quarter" idx="19"/>
          </p:nvPr>
        </p:nvSpPr>
        <p:spPr/>
        <p:txBody>
          <a:bodyPr/>
          <a:lstStyle/>
          <a:p>
            <a:fld id="{5678FFC5-4430-43BC-9807-D0C6EB405569}" type="slidenum">
              <a:rPr lang="de-DE" smtClean="0"/>
              <a:pPr/>
              <a:t>‹Nr.›</a:t>
            </a:fld>
            <a:endParaRPr lang="de-DE" dirty="0"/>
          </a:p>
        </p:txBody>
      </p:sp>
      <p:sp>
        <p:nvSpPr>
          <p:cNvPr id="9" name="Textplatzhalter 11">
            <a:extLst>
              <a:ext uri="{FF2B5EF4-FFF2-40B4-BE49-F238E27FC236}">
                <a16:creationId xmlns:a16="http://schemas.microsoft.com/office/drawing/2014/main" id="{23026E3A-4B05-4E62-8212-3FDD74CDFEBD}"/>
              </a:ext>
            </a:extLst>
          </p:cNvPr>
          <p:cNvSpPr>
            <a:spLocks noGrp="1"/>
          </p:cNvSpPr>
          <p:nvPr>
            <p:ph type="body" sz="quarter" idx="20"/>
          </p:nvPr>
        </p:nvSpPr>
        <p:spPr bwMode="gray">
          <a:xfrm>
            <a:off x="5472112" y="1360860"/>
            <a:ext cx="2376489" cy="431403"/>
          </a:xfrm>
          <a:solidFill>
            <a:schemeClr val="accent3"/>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10" name="Textplatzhalter 14">
            <a:extLst>
              <a:ext uri="{FF2B5EF4-FFF2-40B4-BE49-F238E27FC236}">
                <a16:creationId xmlns:a16="http://schemas.microsoft.com/office/drawing/2014/main" id="{5BD4DB29-252A-469D-9022-798DAF895C03}"/>
              </a:ext>
            </a:extLst>
          </p:cNvPr>
          <p:cNvSpPr>
            <a:spLocks noGrp="1"/>
          </p:cNvSpPr>
          <p:nvPr>
            <p:ph type="body" sz="quarter" idx="21"/>
          </p:nvPr>
        </p:nvSpPr>
        <p:spPr>
          <a:xfrm>
            <a:off x="5472112" y="2080939"/>
            <a:ext cx="2376489" cy="3492773"/>
          </a:xfrm>
          <a:noFill/>
        </p:spPr>
        <p:txBody>
          <a:bodyPr lIns="0" tIns="0" rIns="0" bIns="0"/>
          <a:lstStyle/>
          <a:p>
            <a:pPr lvl="0"/>
            <a:r>
              <a:rPr lang="de-DE"/>
              <a:t>Mastertextformat bearbeiten</a:t>
            </a:r>
          </a:p>
        </p:txBody>
      </p:sp>
      <p:sp>
        <p:nvSpPr>
          <p:cNvPr id="12" name="Textplatzhalter 11">
            <a:extLst>
              <a:ext uri="{FF2B5EF4-FFF2-40B4-BE49-F238E27FC236}">
                <a16:creationId xmlns:a16="http://schemas.microsoft.com/office/drawing/2014/main" id="{0555837F-769A-4E1A-BBBB-2F50E0B7689A}"/>
              </a:ext>
            </a:extLst>
          </p:cNvPr>
          <p:cNvSpPr>
            <a:spLocks noGrp="1"/>
          </p:cNvSpPr>
          <p:nvPr>
            <p:ph type="body" sz="quarter" idx="22"/>
          </p:nvPr>
        </p:nvSpPr>
        <p:spPr bwMode="gray">
          <a:xfrm>
            <a:off x="8064500" y="1360860"/>
            <a:ext cx="2376488" cy="431403"/>
          </a:xfrm>
          <a:solidFill>
            <a:srgbClr val="6D767D"/>
          </a:solidFill>
        </p:spPr>
        <p:txBody>
          <a:bodyPr lIns="144000" rIns="144000" anchor="ctr" anchorCtr="0"/>
          <a:lstStyle>
            <a:lvl1pPr marL="0" indent="0">
              <a:spcBef>
                <a:spcPts val="0"/>
              </a:spcBef>
              <a:buNone/>
              <a:defRPr b="1">
                <a:solidFill>
                  <a:schemeClr val="bg1"/>
                </a:solidFill>
              </a:defRPr>
            </a:lvl1pPr>
            <a:lvl2pPr marL="361950" indent="0">
              <a:buNone/>
              <a:defRPr/>
            </a:lvl2pPr>
          </a:lstStyle>
          <a:p>
            <a:pPr lvl="0"/>
            <a:r>
              <a:rPr lang="de-DE"/>
              <a:t>Mastertextformat bearbeiten</a:t>
            </a:r>
          </a:p>
        </p:txBody>
      </p:sp>
      <p:sp>
        <p:nvSpPr>
          <p:cNvPr id="13" name="Textplatzhalter 14">
            <a:extLst>
              <a:ext uri="{FF2B5EF4-FFF2-40B4-BE49-F238E27FC236}">
                <a16:creationId xmlns:a16="http://schemas.microsoft.com/office/drawing/2014/main" id="{B64544A2-90DC-444C-883C-C0DEB947F12D}"/>
              </a:ext>
            </a:extLst>
          </p:cNvPr>
          <p:cNvSpPr>
            <a:spLocks noGrp="1"/>
          </p:cNvSpPr>
          <p:nvPr>
            <p:ph type="body" sz="quarter" idx="23"/>
          </p:nvPr>
        </p:nvSpPr>
        <p:spPr>
          <a:xfrm>
            <a:off x="8064500" y="2080939"/>
            <a:ext cx="2376488" cy="3492773"/>
          </a:xfrm>
          <a:noFill/>
        </p:spPr>
        <p:txBody>
          <a:bodyPr lIns="0" tIns="0" rIns="0" bIns="0"/>
          <a:lstStyle/>
          <a:p>
            <a:pPr lvl="0"/>
            <a:r>
              <a:rPr lang="de-DE"/>
              <a:t>Mastertextformat bearbeiten</a:t>
            </a:r>
          </a:p>
        </p:txBody>
      </p:sp>
      <p:sp>
        <p:nvSpPr>
          <p:cNvPr id="5" name="Fußzeilenplatzhalter 4">
            <a:extLst>
              <a:ext uri="{FF2B5EF4-FFF2-40B4-BE49-F238E27FC236}">
                <a16:creationId xmlns:a16="http://schemas.microsoft.com/office/drawing/2014/main" id="{4763BA95-61E9-886C-0560-8BD5CF1B584C}"/>
              </a:ext>
            </a:extLst>
          </p:cNvPr>
          <p:cNvSpPr>
            <a:spLocks noGrp="1"/>
          </p:cNvSpPr>
          <p:nvPr>
            <p:ph type="ftr" sz="quarter" idx="24"/>
          </p:nvPr>
        </p:nvSpPr>
        <p:spPr/>
        <p:txBody>
          <a:bodyPr/>
          <a:lstStyle/>
          <a:p>
            <a:r>
              <a:rPr lang="de-DE"/>
              <a:t>DevSecOps Perspektive: Menschen</a:t>
            </a:r>
            <a:endParaRPr lang="de-DE" dirty="0"/>
          </a:p>
        </p:txBody>
      </p:sp>
    </p:spTree>
    <p:extLst>
      <p:ext uri="{BB962C8B-B14F-4D97-AF65-F5344CB8AC3E}">
        <p14:creationId xmlns:p14="http://schemas.microsoft.com/office/powerpoint/2010/main" val="178583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weiß)">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a:xfrm>
            <a:off x="287338" y="592785"/>
            <a:ext cx="10153650" cy="1632171"/>
          </a:xfrm>
        </p:spPr>
        <p:txBody>
          <a:bodyPr/>
          <a:lstStyle>
            <a:lvl1pPr>
              <a:defRPr sz="3200"/>
            </a:lvl1pPr>
          </a:lstStyle>
          <a:p>
            <a:r>
              <a:rPr lang="de-DE"/>
              <a:t>Mastertitelformat bearbeiten</a:t>
            </a:r>
            <a:endParaRPr lang="de-DE" dirty="0"/>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F5DBA9BC-DBFA-6DCE-0F33-5C7DE72EB559}"/>
              </a:ext>
            </a:extLst>
          </p:cNvPr>
          <p:cNvSpPr>
            <a:spLocks noGrp="1"/>
          </p:cNvSpPr>
          <p:nvPr>
            <p:ph type="ftr" sz="quarter" idx="18"/>
          </p:nvPr>
        </p:nvSpPr>
        <p:spPr/>
        <p:txBody>
          <a:bodyPr/>
          <a:lstStyle/>
          <a:p>
            <a:r>
              <a:rPr lang="de-DE"/>
              <a:t>DevSecOps Perspektive: Menschen</a:t>
            </a:r>
            <a:endParaRPr lang="de-DE" dirty="0"/>
          </a:p>
        </p:txBody>
      </p:sp>
    </p:spTree>
    <p:extLst>
      <p:ext uri="{BB962C8B-B14F-4D97-AF65-F5344CB8AC3E}">
        <p14:creationId xmlns:p14="http://schemas.microsoft.com/office/powerpoint/2010/main" val="943764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tatement mit Bild (weiß)">
    <p:bg bwMode="gray">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8E3E76D-15C5-47E9-A6C0-60754CDCCCE3}"/>
              </a:ext>
            </a:extLst>
          </p:cNvPr>
          <p:cNvSpPr>
            <a:spLocks noGrp="1"/>
          </p:cNvSpPr>
          <p:nvPr>
            <p:ph type="pic" sz="quarter" idx="18"/>
          </p:nvPr>
        </p:nvSpPr>
        <p:spPr>
          <a:xfrm>
            <a:off x="0" y="0"/>
            <a:ext cx="10728325" cy="3881140"/>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a:xfrm>
            <a:off x="611188" y="928812"/>
            <a:ext cx="9505950" cy="864096"/>
          </a:xfrm>
        </p:spPr>
        <p:txBody>
          <a:bodyPr/>
          <a:lstStyle>
            <a:lvl1pPr algn="ctr">
              <a:defRPr sz="3200">
                <a:solidFill>
                  <a:schemeClr val="bg1"/>
                </a:solidFill>
              </a:defRPr>
            </a:lvl1pPr>
          </a:lstStyle>
          <a:p>
            <a:r>
              <a:rPr lang="de-DE"/>
              <a:t>Mastertitelformat bearbeiten</a:t>
            </a:r>
            <a:endParaRPr lang="de-DE" dirty="0"/>
          </a:p>
        </p:txBody>
      </p:sp>
      <p:sp>
        <p:nvSpPr>
          <p:cNvPr id="7" name="Textplatzhalter 8">
            <a:extLst>
              <a:ext uri="{FF2B5EF4-FFF2-40B4-BE49-F238E27FC236}">
                <a16:creationId xmlns:a16="http://schemas.microsoft.com/office/drawing/2014/main" id="{E2808491-40CB-75AA-D14B-ADAAA9E4C8D0}"/>
              </a:ext>
            </a:extLst>
          </p:cNvPr>
          <p:cNvSpPr>
            <a:spLocks noGrp="1"/>
          </p:cNvSpPr>
          <p:nvPr>
            <p:ph type="body" sz="quarter" idx="13" hasCustomPrompt="1"/>
          </p:nvPr>
        </p:nvSpPr>
        <p:spPr>
          <a:xfrm rot="16200000">
            <a:off x="8741114" y="1934260"/>
            <a:ext cx="345613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
        <p:nvSpPr>
          <p:cNvPr id="4" name="Fußzeilenplatzhalter 3">
            <a:extLst>
              <a:ext uri="{FF2B5EF4-FFF2-40B4-BE49-F238E27FC236}">
                <a16:creationId xmlns:a16="http://schemas.microsoft.com/office/drawing/2014/main" id="{8995711A-BFF2-B5C9-7E68-17D8DAC8D91C}"/>
              </a:ext>
            </a:extLst>
          </p:cNvPr>
          <p:cNvSpPr>
            <a:spLocks noGrp="1"/>
          </p:cNvSpPr>
          <p:nvPr>
            <p:ph type="ftr" sz="quarter" idx="19"/>
          </p:nvPr>
        </p:nvSpPr>
        <p:spPr/>
        <p:txBody>
          <a:bodyPr/>
          <a:lstStyle/>
          <a:p>
            <a:r>
              <a:rPr lang="de-DE"/>
              <a:t>DevSecOps Perspektive: Menschen</a:t>
            </a:r>
            <a:endParaRPr lang="de-DE" dirty="0"/>
          </a:p>
        </p:txBody>
      </p:sp>
      <p:sp>
        <p:nvSpPr>
          <p:cNvPr id="6" name="Foliennummernplatzhalter 5">
            <a:extLst>
              <a:ext uri="{FF2B5EF4-FFF2-40B4-BE49-F238E27FC236}">
                <a16:creationId xmlns:a16="http://schemas.microsoft.com/office/drawing/2014/main" id="{FD4F91C1-21F0-0BF0-2293-836B71CC7A64}"/>
              </a:ext>
            </a:extLst>
          </p:cNvPr>
          <p:cNvSpPr>
            <a:spLocks noGrp="1"/>
          </p:cNvSpPr>
          <p:nvPr>
            <p:ph type="sldNum" sz="quarter" idx="20"/>
          </p:nvPr>
        </p:nvSpPr>
        <p:spPr/>
        <p:txBody>
          <a:bodyPr/>
          <a:lstStyle/>
          <a:p>
            <a:fld id="{5678FFC5-4430-43BC-9807-D0C6EB405569}" type="slidenum">
              <a:rPr lang="de-DE" smtClean="0"/>
              <a:pPr/>
              <a:t>‹Nr.›</a:t>
            </a:fld>
            <a:endParaRPr lang="de-DE" dirty="0"/>
          </a:p>
        </p:txBody>
      </p:sp>
    </p:spTree>
    <p:extLst>
      <p:ext uri="{BB962C8B-B14F-4D97-AF65-F5344CB8AC3E}">
        <p14:creationId xmlns:p14="http://schemas.microsoft.com/office/powerpoint/2010/main" val="40411538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Nur Titel (blau)">
    <p:bg bwMode="gray">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p:txBody>
          <a:bodyPr/>
          <a:lstStyle>
            <a:lvl1pPr>
              <a:defRPr>
                <a:solidFill>
                  <a:schemeClr val="bg1"/>
                </a:solidFill>
              </a:defRPr>
            </a:lvl1pPr>
          </a:lstStyle>
          <a:p>
            <a:r>
              <a:rPr lang="de-DE"/>
              <a:t>Mastertitelformat bearbeiten</a:t>
            </a:r>
          </a:p>
        </p:txBody>
      </p:sp>
      <p:sp>
        <p:nvSpPr>
          <p:cNvPr id="7" name="Textplatzhalter 8">
            <a:extLst>
              <a:ext uri="{FF2B5EF4-FFF2-40B4-BE49-F238E27FC236}">
                <a16:creationId xmlns:a16="http://schemas.microsoft.com/office/drawing/2014/main" id="{DFAD501C-EF85-4FDB-9C84-740225F3EF15}"/>
              </a:ext>
            </a:extLst>
          </p:cNvPr>
          <p:cNvSpPr>
            <a:spLocks noGrp="1"/>
          </p:cNvSpPr>
          <p:nvPr>
            <p:ph type="body" sz="quarter" idx="14"/>
          </p:nvPr>
        </p:nvSpPr>
        <p:spPr>
          <a:xfrm>
            <a:off x="287339" y="604776"/>
            <a:ext cx="10153648" cy="332901"/>
          </a:xfrm>
        </p:spPr>
        <p:txBody>
          <a:bodyPr/>
          <a:lstStyle>
            <a:lvl1pPr marL="0" indent="0">
              <a:lnSpc>
                <a:spcPct val="95000"/>
              </a:lnSpc>
              <a:spcBef>
                <a:spcPts val="0"/>
              </a:spcBef>
              <a:buNone/>
              <a:defRPr sz="1800">
                <a:solidFill>
                  <a:schemeClr val="bg1"/>
                </a:solidFill>
              </a:defRPr>
            </a:lvl1pPr>
          </a:lstStyle>
          <a:p>
            <a:pPr lvl="0"/>
            <a:r>
              <a:rPr lang="de-DE"/>
              <a:t>Mastertextformat bearbeiten</a:t>
            </a:r>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lvl1pPr>
              <a:defRPr>
                <a:solidFill>
                  <a:schemeClr val="bg1"/>
                </a:solidFill>
              </a:defRPr>
            </a:lvl1p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F5DBA9BC-DBFA-6DCE-0F33-5C7DE72EB559}"/>
              </a:ext>
            </a:extLst>
          </p:cNvPr>
          <p:cNvSpPr>
            <a:spLocks noGrp="1"/>
          </p:cNvSpPr>
          <p:nvPr>
            <p:ph type="ftr" sz="quarter" idx="18"/>
          </p:nvPr>
        </p:nvSpPr>
        <p:spPr>
          <a:xfrm>
            <a:off x="884944" y="5655600"/>
            <a:ext cx="8906755" cy="251653"/>
          </a:xfrm>
        </p:spPr>
        <p:txBody>
          <a:bodyPr/>
          <a:lstStyle>
            <a:lvl1pPr>
              <a:defRPr>
                <a:solidFill>
                  <a:schemeClr val="bg1"/>
                </a:solidFill>
              </a:defRPr>
            </a:lvl1pPr>
          </a:lstStyle>
          <a:p>
            <a:r>
              <a:rPr lang="de-DE"/>
              <a:t>DevSecOps Perspektive: Menschen</a:t>
            </a:r>
            <a:endParaRPr lang="de-DE" dirty="0"/>
          </a:p>
        </p:txBody>
      </p:sp>
      <p:pic>
        <p:nvPicPr>
          <p:cNvPr id="13" name="Grafik 12">
            <a:extLst>
              <a:ext uri="{FF2B5EF4-FFF2-40B4-BE49-F238E27FC236}">
                <a16:creationId xmlns:a16="http://schemas.microsoft.com/office/drawing/2014/main" id="{D6B3719D-354B-3446-17AA-2DA88E11BF4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6800" y="5576400"/>
            <a:ext cx="748145" cy="457199"/>
          </a:xfrm>
          <a:prstGeom prst="rect">
            <a:avLst/>
          </a:prstGeom>
        </p:spPr>
      </p:pic>
    </p:spTree>
    <p:extLst>
      <p:ext uri="{BB962C8B-B14F-4D97-AF65-F5344CB8AC3E}">
        <p14:creationId xmlns:p14="http://schemas.microsoft.com/office/powerpoint/2010/main" val="1291447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blau)">
    <p:bg bwMode="gray">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a:xfrm>
            <a:off x="287338" y="592785"/>
            <a:ext cx="10153650" cy="1632171"/>
          </a:xfrm>
        </p:spPr>
        <p:txBody>
          <a:bodyPr/>
          <a:lstStyle>
            <a:lvl1pPr>
              <a:defRPr sz="3200">
                <a:solidFill>
                  <a:schemeClr val="bg1"/>
                </a:solidFill>
              </a:defRPr>
            </a:lvl1pPr>
          </a:lstStyle>
          <a:p>
            <a:r>
              <a:rPr lang="de-DE"/>
              <a:t>Mastertitelformat bearbeiten</a:t>
            </a:r>
            <a:endParaRPr lang="de-DE" dirty="0"/>
          </a:p>
        </p:txBody>
      </p:sp>
      <p:sp>
        <p:nvSpPr>
          <p:cNvPr id="3" name="Foliennummernplatzhalter 2">
            <a:extLst>
              <a:ext uri="{FF2B5EF4-FFF2-40B4-BE49-F238E27FC236}">
                <a16:creationId xmlns:a16="http://schemas.microsoft.com/office/drawing/2014/main" id="{89EE7259-1BE8-413B-B393-B7BCAC7B745F}"/>
              </a:ext>
            </a:extLst>
          </p:cNvPr>
          <p:cNvSpPr>
            <a:spLocks noGrp="1"/>
          </p:cNvSpPr>
          <p:nvPr>
            <p:ph type="sldNum" sz="quarter" idx="17"/>
          </p:nvPr>
        </p:nvSpPr>
        <p:spPr/>
        <p:txBody>
          <a:bodyPr/>
          <a:lstStyle>
            <a:lvl1pPr>
              <a:defRPr>
                <a:solidFill>
                  <a:schemeClr val="bg1"/>
                </a:solidFill>
              </a:defRPr>
            </a:lvl1pPr>
          </a:lstStyle>
          <a:p>
            <a:fld id="{5678FFC5-4430-43BC-9807-D0C6EB405569}" type="slidenum">
              <a:rPr lang="de-DE" smtClean="0"/>
              <a:pPr/>
              <a:t>‹Nr.›</a:t>
            </a:fld>
            <a:endParaRPr lang="de-DE" dirty="0"/>
          </a:p>
        </p:txBody>
      </p:sp>
      <p:sp>
        <p:nvSpPr>
          <p:cNvPr id="5" name="Fußzeilenplatzhalter 4">
            <a:extLst>
              <a:ext uri="{FF2B5EF4-FFF2-40B4-BE49-F238E27FC236}">
                <a16:creationId xmlns:a16="http://schemas.microsoft.com/office/drawing/2014/main" id="{F5DBA9BC-DBFA-6DCE-0F33-5C7DE72EB559}"/>
              </a:ext>
            </a:extLst>
          </p:cNvPr>
          <p:cNvSpPr>
            <a:spLocks noGrp="1"/>
          </p:cNvSpPr>
          <p:nvPr>
            <p:ph type="ftr" sz="quarter" idx="18"/>
          </p:nvPr>
        </p:nvSpPr>
        <p:spPr/>
        <p:txBody>
          <a:bodyPr/>
          <a:lstStyle>
            <a:lvl1pPr>
              <a:defRPr>
                <a:solidFill>
                  <a:schemeClr val="bg1"/>
                </a:solidFill>
              </a:defRPr>
            </a:lvl1pPr>
          </a:lstStyle>
          <a:p>
            <a:r>
              <a:rPr lang="de-DE"/>
              <a:t>DevSecOps Perspektive: Menschen</a:t>
            </a:r>
            <a:endParaRPr lang="de-DE" dirty="0"/>
          </a:p>
        </p:txBody>
      </p:sp>
      <p:pic>
        <p:nvPicPr>
          <p:cNvPr id="4" name="Grafik 3">
            <a:extLst>
              <a:ext uri="{FF2B5EF4-FFF2-40B4-BE49-F238E27FC236}">
                <a16:creationId xmlns:a16="http://schemas.microsoft.com/office/drawing/2014/main" id="{B12B1EF4-ED34-007B-234A-6F27EAFE1D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6800" y="5576400"/>
            <a:ext cx="748145" cy="457199"/>
          </a:xfrm>
          <a:prstGeom prst="rect">
            <a:avLst/>
          </a:prstGeom>
        </p:spPr>
      </p:pic>
    </p:spTree>
    <p:extLst>
      <p:ext uri="{BB962C8B-B14F-4D97-AF65-F5344CB8AC3E}">
        <p14:creationId xmlns:p14="http://schemas.microsoft.com/office/powerpoint/2010/main" val="1718986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tement mit Bild (blau)">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18E3E76D-15C5-47E9-A6C0-60754CDCCCE3}"/>
              </a:ext>
            </a:extLst>
          </p:cNvPr>
          <p:cNvSpPr>
            <a:spLocks noGrp="1"/>
          </p:cNvSpPr>
          <p:nvPr>
            <p:ph type="pic" sz="quarter" idx="18"/>
          </p:nvPr>
        </p:nvSpPr>
        <p:spPr>
          <a:xfrm>
            <a:off x="0" y="0"/>
            <a:ext cx="10728325" cy="3881140"/>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2" name="Titel 1">
            <a:extLst>
              <a:ext uri="{FF2B5EF4-FFF2-40B4-BE49-F238E27FC236}">
                <a16:creationId xmlns:a16="http://schemas.microsoft.com/office/drawing/2014/main" id="{3C1F1FDF-06CC-4B46-8A18-DB19993DB89F}"/>
              </a:ext>
            </a:extLst>
          </p:cNvPr>
          <p:cNvSpPr>
            <a:spLocks noGrp="1"/>
          </p:cNvSpPr>
          <p:nvPr>
            <p:ph type="title"/>
          </p:nvPr>
        </p:nvSpPr>
        <p:spPr bwMode="gray">
          <a:xfrm>
            <a:off x="611188" y="928812"/>
            <a:ext cx="9505950" cy="864000"/>
          </a:xfrm>
        </p:spPr>
        <p:txBody>
          <a:bodyPr/>
          <a:lstStyle>
            <a:lvl1pPr algn="ctr">
              <a:defRPr sz="3200">
                <a:solidFill>
                  <a:schemeClr val="bg1"/>
                </a:solidFill>
              </a:defRPr>
            </a:lvl1pPr>
          </a:lstStyle>
          <a:p>
            <a:r>
              <a:rPr lang="de-DE"/>
              <a:t>Mastertitelformat bearbeiten</a:t>
            </a:r>
            <a:endParaRPr lang="de-DE" dirty="0"/>
          </a:p>
        </p:txBody>
      </p:sp>
      <p:sp>
        <p:nvSpPr>
          <p:cNvPr id="7" name="Textplatzhalter 8">
            <a:extLst>
              <a:ext uri="{FF2B5EF4-FFF2-40B4-BE49-F238E27FC236}">
                <a16:creationId xmlns:a16="http://schemas.microsoft.com/office/drawing/2014/main" id="{E2808491-40CB-75AA-D14B-ADAAA9E4C8D0}"/>
              </a:ext>
            </a:extLst>
          </p:cNvPr>
          <p:cNvSpPr>
            <a:spLocks noGrp="1"/>
          </p:cNvSpPr>
          <p:nvPr>
            <p:ph type="body" sz="quarter" idx="13" hasCustomPrompt="1"/>
          </p:nvPr>
        </p:nvSpPr>
        <p:spPr>
          <a:xfrm rot="16200000">
            <a:off x="8741114" y="1934260"/>
            <a:ext cx="3456136" cy="149591"/>
          </a:xfrm>
        </p:spPr>
        <p:txBody>
          <a:bodyPr anchor="b" anchorCtr="0"/>
          <a:lstStyle>
            <a:lvl1pPr marL="0" indent="0" algn="l">
              <a:lnSpc>
                <a:spcPct val="100000"/>
              </a:lnSpc>
              <a:spcBef>
                <a:spcPts val="0"/>
              </a:spcBef>
              <a:buNone/>
              <a:defRPr sz="700">
                <a:solidFill>
                  <a:schemeClr val="bg1"/>
                </a:solidFill>
              </a:defRPr>
            </a:lvl1pPr>
          </a:lstStyle>
          <a:p>
            <a:pPr lvl="0"/>
            <a:r>
              <a:rPr lang="de-DE" dirty="0"/>
              <a:t>Quelle</a:t>
            </a:r>
          </a:p>
        </p:txBody>
      </p:sp>
      <p:sp>
        <p:nvSpPr>
          <p:cNvPr id="12" name="Fußzeilenplatzhalter 11">
            <a:extLst>
              <a:ext uri="{FF2B5EF4-FFF2-40B4-BE49-F238E27FC236}">
                <a16:creationId xmlns:a16="http://schemas.microsoft.com/office/drawing/2014/main" id="{E7D784AF-CC27-C365-BB40-25A5790CE814}"/>
              </a:ext>
            </a:extLst>
          </p:cNvPr>
          <p:cNvSpPr>
            <a:spLocks noGrp="1"/>
          </p:cNvSpPr>
          <p:nvPr>
            <p:ph type="ftr" sz="quarter" idx="19"/>
          </p:nvPr>
        </p:nvSpPr>
        <p:spPr/>
        <p:txBody>
          <a:bodyPr/>
          <a:lstStyle>
            <a:lvl1pPr>
              <a:defRPr>
                <a:solidFill>
                  <a:schemeClr val="tx1"/>
                </a:solidFill>
              </a:defRPr>
            </a:lvl1pPr>
          </a:lstStyle>
          <a:p>
            <a:r>
              <a:rPr lang="de-DE"/>
              <a:t>DevSecOps Perspektive: Menschen</a:t>
            </a:r>
            <a:endParaRPr lang="de-DE" dirty="0"/>
          </a:p>
        </p:txBody>
      </p:sp>
      <p:sp>
        <p:nvSpPr>
          <p:cNvPr id="13" name="Foliennummernplatzhalter 12">
            <a:extLst>
              <a:ext uri="{FF2B5EF4-FFF2-40B4-BE49-F238E27FC236}">
                <a16:creationId xmlns:a16="http://schemas.microsoft.com/office/drawing/2014/main" id="{C3C12829-1A40-33FE-AD69-1C27F81E8C02}"/>
              </a:ext>
            </a:extLst>
          </p:cNvPr>
          <p:cNvSpPr>
            <a:spLocks noGrp="1"/>
          </p:cNvSpPr>
          <p:nvPr>
            <p:ph type="sldNum" sz="quarter" idx="20"/>
          </p:nvPr>
        </p:nvSpPr>
        <p:spPr/>
        <p:txBody>
          <a:bodyPr/>
          <a:lstStyle>
            <a:lvl1pPr>
              <a:defRPr>
                <a:solidFill>
                  <a:schemeClr val="tx1"/>
                </a:solidFill>
              </a:defRPr>
            </a:lvl1pPr>
          </a:lstStyle>
          <a:p>
            <a:fld id="{5678FFC5-4430-43BC-9807-D0C6EB405569}" type="slidenum">
              <a:rPr lang="de-DE" smtClean="0"/>
              <a:pPr/>
              <a:t>‹Nr.›</a:t>
            </a:fld>
            <a:endParaRPr lang="de-DE" dirty="0"/>
          </a:p>
        </p:txBody>
      </p:sp>
    </p:spTree>
    <p:extLst>
      <p:ext uri="{BB962C8B-B14F-4D97-AF65-F5344CB8AC3E}">
        <p14:creationId xmlns:p14="http://schemas.microsoft.com/office/powerpoint/2010/main" val="16732105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apiteltrenner Blau">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7FD10DE9-87AD-3B2F-C828-15CCA79CCA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728325" cy="6034088"/>
          </a:xfrm>
          <a:prstGeom prst="rect">
            <a:avLst/>
          </a:prstGeom>
        </p:spPr>
      </p:pic>
      <p:sp>
        <p:nvSpPr>
          <p:cNvPr id="13" name="Titel 12">
            <a:extLst>
              <a:ext uri="{FF2B5EF4-FFF2-40B4-BE49-F238E27FC236}">
                <a16:creationId xmlns:a16="http://schemas.microsoft.com/office/drawing/2014/main" id="{75F0A48A-6C54-45D8-B974-8309A661ABFD}"/>
              </a:ext>
            </a:extLst>
          </p:cNvPr>
          <p:cNvSpPr>
            <a:spLocks noGrp="1"/>
          </p:cNvSpPr>
          <p:nvPr>
            <p:ph type="title"/>
          </p:nvPr>
        </p:nvSpPr>
        <p:spPr bwMode="gray">
          <a:xfrm>
            <a:off x="611634" y="2440980"/>
            <a:ext cx="9829354" cy="3132733"/>
          </a:xfrm>
          <a:prstGeom prst="rect">
            <a:avLst/>
          </a:prstGeom>
          <a:noFill/>
        </p:spPr>
        <p:txBody>
          <a:bodyPr wrap="square" lIns="0" bIns="0" anchor="t" anchorCtr="0">
            <a:noAutofit/>
          </a:bodyPr>
          <a:lstStyle>
            <a:lvl1pPr marL="0" indent="0" algn="l">
              <a:lnSpc>
                <a:spcPct val="95000"/>
              </a:lnSpc>
              <a:defRPr sz="3900" b="1">
                <a:solidFill>
                  <a:schemeClr val="accent2"/>
                </a:solidFill>
              </a:defRPr>
            </a:lvl1pPr>
          </a:lstStyle>
          <a:p>
            <a:r>
              <a:rPr lang="de-DE"/>
              <a:t>Mastertitelformat bearbeiten</a:t>
            </a:r>
            <a:endParaRPr lang="de-DE" dirty="0"/>
          </a:p>
        </p:txBody>
      </p:sp>
    </p:spTree>
    <p:extLst>
      <p:ext uri="{BB962C8B-B14F-4D97-AF65-F5344CB8AC3E}">
        <p14:creationId xmlns:p14="http://schemas.microsoft.com/office/powerpoint/2010/main" val="1014996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Kapiteltrenner Grün">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C959ABD-18D0-EF1A-61F4-A128ADF0ED96}"/>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0"/>
            <a:ext cx="10728324" cy="6034088"/>
          </a:xfrm>
          <a:prstGeom prst="rect">
            <a:avLst/>
          </a:prstGeom>
        </p:spPr>
      </p:pic>
      <p:sp>
        <p:nvSpPr>
          <p:cNvPr id="13" name="Titel 12">
            <a:extLst>
              <a:ext uri="{FF2B5EF4-FFF2-40B4-BE49-F238E27FC236}">
                <a16:creationId xmlns:a16="http://schemas.microsoft.com/office/drawing/2014/main" id="{75F0A48A-6C54-45D8-B974-8309A661ABFD}"/>
              </a:ext>
            </a:extLst>
          </p:cNvPr>
          <p:cNvSpPr>
            <a:spLocks noGrp="1"/>
          </p:cNvSpPr>
          <p:nvPr>
            <p:ph type="title"/>
          </p:nvPr>
        </p:nvSpPr>
        <p:spPr bwMode="gray">
          <a:xfrm>
            <a:off x="611634" y="2440980"/>
            <a:ext cx="9829354" cy="3132733"/>
          </a:xfrm>
          <a:prstGeom prst="rect">
            <a:avLst/>
          </a:prstGeom>
          <a:noFill/>
        </p:spPr>
        <p:txBody>
          <a:bodyPr wrap="square" lIns="0" bIns="0" anchor="t" anchorCtr="0">
            <a:noAutofit/>
          </a:bodyPr>
          <a:lstStyle>
            <a:lvl1pPr marL="0" indent="0" algn="l">
              <a:lnSpc>
                <a:spcPct val="95000"/>
              </a:lnSpc>
              <a:defRPr sz="3900" b="1">
                <a:solidFill>
                  <a:schemeClr val="accent1"/>
                </a:solidFill>
              </a:defRPr>
            </a:lvl1pPr>
          </a:lstStyle>
          <a:p>
            <a:r>
              <a:rPr lang="de-DE"/>
              <a:t>Mastertitelformat bearbeiten</a:t>
            </a:r>
            <a:endParaRPr lang="de-DE" dirty="0"/>
          </a:p>
        </p:txBody>
      </p:sp>
    </p:spTree>
    <p:extLst>
      <p:ext uri="{BB962C8B-B14F-4D97-AF65-F5344CB8AC3E}">
        <p14:creationId xmlns:p14="http://schemas.microsoft.com/office/powerpoint/2010/main" val="2429146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e">
    <p:bg bwMode="gray">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C3348F-97F3-76F1-1618-7615AC9058CD}"/>
              </a:ext>
            </a:extLst>
          </p:cNvPr>
          <p:cNvSpPr>
            <a:spLocks noGrp="1"/>
          </p:cNvSpPr>
          <p:nvPr>
            <p:ph type="title"/>
          </p:nvPr>
        </p:nvSpPr>
        <p:spPr>
          <a:xfrm>
            <a:off x="287338" y="1612889"/>
            <a:ext cx="10153650" cy="2850275"/>
          </a:xfrm>
        </p:spPr>
        <p:txBody>
          <a:bodyPr anchor="ctr"/>
          <a:lstStyle>
            <a:lvl1pPr algn="ctr">
              <a:defRPr sz="6200">
                <a:solidFill>
                  <a:schemeClr val="accent2"/>
                </a:solidFill>
              </a:defRPr>
            </a:lvl1pPr>
          </a:lstStyle>
          <a:p>
            <a:r>
              <a:rPr lang="de-DE"/>
              <a:t>Mastertitelformat bearbeiten</a:t>
            </a:r>
            <a:endParaRPr lang="de-DE" dirty="0"/>
          </a:p>
        </p:txBody>
      </p:sp>
      <p:pic>
        <p:nvPicPr>
          <p:cNvPr id="3" name="Grafik 2" descr="Logo KfW">
            <a:extLst>
              <a:ext uri="{FF2B5EF4-FFF2-40B4-BE49-F238E27FC236}">
                <a16:creationId xmlns:a16="http://schemas.microsoft.com/office/drawing/2014/main" id="{466FFC5B-EB3A-3474-C027-D616A3E35A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396"/>
            <a:ext cx="3322800" cy="914261"/>
          </a:xfrm>
          <a:prstGeom prst="rect">
            <a:avLst/>
          </a:prstGeom>
        </p:spPr>
      </p:pic>
    </p:spTree>
    <p:extLst>
      <p:ext uri="{BB962C8B-B14F-4D97-AF65-F5344CB8AC3E}">
        <p14:creationId xmlns:p14="http://schemas.microsoft.com/office/powerpoint/2010/main" val="1719929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1AA927B-F252-4989-9C0C-AFB5E25820A1}"/>
              </a:ext>
            </a:extLst>
          </p:cNvPr>
          <p:cNvSpPr>
            <a:spLocks noGrp="1"/>
          </p:cNvSpPr>
          <p:nvPr>
            <p:ph type="title"/>
          </p:nvPr>
        </p:nvSpPr>
        <p:spPr bwMode="gray">
          <a:xfrm>
            <a:off x="287338" y="226395"/>
            <a:ext cx="10153650" cy="378381"/>
          </a:xfrm>
          <a:prstGeom prst="rect">
            <a:avLst/>
          </a:prstGeom>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B9A95045-32A6-4026-8795-9B9110869B04}"/>
              </a:ext>
            </a:extLst>
          </p:cNvPr>
          <p:cNvSpPr>
            <a:spLocks noGrp="1"/>
          </p:cNvSpPr>
          <p:nvPr>
            <p:ph type="body" idx="1"/>
          </p:nvPr>
        </p:nvSpPr>
        <p:spPr bwMode="gray">
          <a:xfrm>
            <a:off x="287338" y="1319498"/>
            <a:ext cx="10153649" cy="4254215"/>
          </a:xfrm>
          <a:prstGeom prst="rect">
            <a:avLst/>
          </a:prstGeom>
        </p:spPr>
        <p:txBody>
          <a:bodyPr vert="horz" lIns="0" tIns="0" rIns="0" bIns="0" rtlCol="0" anchor="t" anchorCtr="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060930E1-56A8-42B6-A6E6-0A1B3A49B13D}"/>
              </a:ext>
            </a:extLst>
          </p:cNvPr>
          <p:cNvSpPr>
            <a:spLocks noGrp="1"/>
          </p:cNvSpPr>
          <p:nvPr>
            <p:ph type="sldNum" sz="quarter" idx="4"/>
          </p:nvPr>
        </p:nvSpPr>
        <p:spPr bwMode="gray">
          <a:xfrm>
            <a:off x="10043317" y="5655600"/>
            <a:ext cx="395289" cy="251653"/>
          </a:xfrm>
          <a:prstGeom prst="rect">
            <a:avLst/>
          </a:prstGeom>
        </p:spPr>
        <p:txBody>
          <a:bodyPr vert="horz" lIns="0" tIns="0" rIns="0" bIns="0" rtlCol="0" anchor="b" anchorCtr="0">
            <a:noAutofit/>
          </a:bodyPr>
          <a:lstStyle>
            <a:lvl1pPr algn="r">
              <a:lnSpc>
                <a:spcPct val="100000"/>
              </a:lnSpc>
              <a:defRPr sz="900">
                <a:solidFill>
                  <a:schemeClr val="tx1"/>
                </a:solidFill>
              </a:defRPr>
            </a:lvl1pPr>
          </a:lstStyle>
          <a:p>
            <a:fld id="{5678FFC5-4430-43BC-9807-D0C6EB405569}" type="slidenum">
              <a:rPr lang="de-DE" smtClean="0"/>
              <a:pPr/>
              <a:t>‹Nr.›</a:t>
            </a:fld>
            <a:endParaRPr lang="de-DE" dirty="0"/>
          </a:p>
        </p:txBody>
      </p:sp>
      <p:sp>
        <p:nvSpPr>
          <p:cNvPr id="13" name="Fußzeilenplatzhalter 12">
            <a:extLst>
              <a:ext uri="{FF2B5EF4-FFF2-40B4-BE49-F238E27FC236}">
                <a16:creationId xmlns:a16="http://schemas.microsoft.com/office/drawing/2014/main" id="{0F384E22-0C07-C5A4-E22E-E0EA15BB106B}"/>
              </a:ext>
            </a:extLst>
          </p:cNvPr>
          <p:cNvSpPr>
            <a:spLocks noGrp="1"/>
          </p:cNvSpPr>
          <p:nvPr>
            <p:ph type="ftr" sz="quarter" idx="3"/>
          </p:nvPr>
        </p:nvSpPr>
        <p:spPr>
          <a:xfrm>
            <a:off x="884944" y="5655600"/>
            <a:ext cx="8906755" cy="251653"/>
          </a:xfrm>
          <a:prstGeom prst="rect">
            <a:avLst/>
          </a:prstGeom>
        </p:spPr>
        <p:txBody>
          <a:bodyPr vert="horz" lIns="0" tIns="0" rIns="0" bIns="0" rtlCol="0" anchor="b" anchorCtr="0"/>
          <a:lstStyle>
            <a:lvl1pPr algn="l">
              <a:defRPr sz="900">
                <a:solidFill>
                  <a:schemeClr val="tx1"/>
                </a:solidFill>
              </a:defRPr>
            </a:lvl1pPr>
          </a:lstStyle>
          <a:p>
            <a:r>
              <a:rPr lang="de-DE"/>
              <a:t>DevSecOps Perspektive: Menschen</a:t>
            </a:r>
            <a:endParaRPr lang="de-DE" dirty="0"/>
          </a:p>
        </p:txBody>
      </p:sp>
      <p:pic>
        <p:nvPicPr>
          <p:cNvPr id="5" name="Grafik 4">
            <a:extLst>
              <a:ext uri="{FF2B5EF4-FFF2-40B4-BE49-F238E27FC236}">
                <a16:creationId xmlns:a16="http://schemas.microsoft.com/office/drawing/2014/main" id="{176C6023-14D8-0C0D-F5A7-3984B41BC71B}"/>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800" y="5576400"/>
            <a:ext cx="748145" cy="457200"/>
          </a:xfrm>
          <a:prstGeom prst="rect">
            <a:avLst/>
          </a:prstGeom>
        </p:spPr>
      </p:pic>
    </p:spTree>
    <p:extLst>
      <p:ext uri="{BB962C8B-B14F-4D97-AF65-F5344CB8AC3E}">
        <p14:creationId xmlns:p14="http://schemas.microsoft.com/office/powerpoint/2010/main" val="3450017880"/>
      </p:ext>
    </p:extLst>
  </p:cSld>
  <p:clrMap bg1="lt1" tx1="dk1" bg2="lt2" tx2="dk2" accent1="accent1" accent2="accent2" accent3="accent3" accent4="accent4" accent5="accent5" accent6="accent6" hlink="hlink" folHlink="folHlink"/>
  <p:sldLayoutIdLst>
    <p:sldLayoutId id="2147483649" r:id="rId1"/>
    <p:sldLayoutId id="2147483694" r:id="rId2"/>
    <p:sldLayoutId id="2147483709" r:id="rId3"/>
    <p:sldLayoutId id="2147483650" r:id="rId4"/>
    <p:sldLayoutId id="2147483654" r:id="rId5"/>
    <p:sldLayoutId id="2147483685" r:id="rId6"/>
    <p:sldLayoutId id="2147483691" r:id="rId7"/>
    <p:sldLayoutId id="2147483701" r:id="rId8"/>
    <p:sldLayoutId id="2147483702" r:id="rId9"/>
    <p:sldLayoutId id="2147483686" r:id="rId10"/>
    <p:sldLayoutId id="2147483697" r:id="rId11"/>
    <p:sldLayoutId id="2147483683" r:id="rId12"/>
    <p:sldLayoutId id="2147483704" r:id="rId13"/>
    <p:sldLayoutId id="2147483705" r:id="rId14"/>
    <p:sldLayoutId id="2147483684" r:id="rId15"/>
    <p:sldLayoutId id="2147483674" r:id="rId16"/>
    <p:sldLayoutId id="2147483687" r:id="rId17"/>
    <p:sldLayoutId id="2147483688" r:id="rId18"/>
    <p:sldLayoutId id="2147483695" r:id="rId19"/>
    <p:sldLayoutId id="2147483698" r:id="rId20"/>
    <p:sldLayoutId id="2147483703" r:id="rId21"/>
    <p:sldLayoutId id="2147483696" r:id="rId22"/>
    <p:sldLayoutId id="2147483699" r:id="rId23"/>
    <p:sldLayoutId id="2147483707" r:id="rId24"/>
    <p:sldLayoutId id="2147483706" r:id="rId25"/>
    <p:sldLayoutId id="2147483700" r:id="rId26"/>
  </p:sldLayoutIdLst>
  <p:hf sldNum="0" hdr="0" dt="0"/>
  <p:txStyles>
    <p:titleStyle>
      <a:lvl1pPr marL="0" indent="0" algn="l" defTabSz="914400" rtl="0" eaLnBrk="1" latinLnBrk="0" hangingPunct="1">
        <a:lnSpc>
          <a:spcPct val="95000"/>
        </a:lnSpc>
        <a:spcBef>
          <a:spcPct val="0"/>
        </a:spcBef>
        <a:buNone/>
        <a:defRPr sz="2400" b="1" kern="1200">
          <a:solidFill>
            <a:schemeClr val="accent1"/>
          </a:solidFill>
          <a:latin typeface="+mj-lt"/>
          <a:ea typeface="+mj-ea"/>
          <a:cs typeface="+mj-cs"/>
        </a:defRPr>
      </a:lvl1pPr>
    </p:titleStyle>
    <p:bodyStyle>
      <a:lvl1pPr marL="180975" indent="-180975" algn="l" defTabSz="914400" rtl="0" eaLnBrk="1" latinLnBrk="0" hangingPunct="1">
        <a:lnSpc>
          <a:spcPct val="100000"/>
        </a:lnSpc>
        <a:spcBef>
          <a:spcPts val="1600"/>
        </a:spcBef>
        <a:buSzPct val="100000"/>
        <a:buFont typeface="Arial" panose="020B0604020202020204" pitchFamily="34" charset="0"/>
        <a:buChar char="•"/>
        <a:defRPr sz="1400" kern="1200">
          <a:solidFill>
            <a:schemeClr val="tx1"/>
          </a:solidFill>
          <a:latin typeface="+mn-lt"/>
          <a:ea typeface="+mn-ea"/>
          <a:cs typeface="+mn-cs"/>
        </a:defRPr>
      </a:lvl1pPr>
      <a:lvl2pPr marL="358775" indent="-176213" algn="l" defTabSz="914400" rtl="0" eaLnBrk="1" latinLnBrk="0" hangingPunct="1">
        <a:lnSpc>
          <a:spcPct val="100000"/>
        </a:lnSpc>
        <a:spcBef>
          <a:spcPts val="1600"/>
        </a:spcBef>
        <a:buSzPct val="100000"/>
        <a:buFont typeface="Arial" panose="020B0604020202020204" pitchFamily="34" charset="0"/>
        <a:buChar char="•"/>
        <a:tabLst/>
        <a:defRPr sz="1400" kern="1200">
          <a:solidFill>
            <a:schemeClr val="tx1"/>
          </a:solidFill>
          <a:latin typeface="+mn-lt"/>
          <a:ea typeface="+mn-ea"/>
          <a:cs typeface="+mn-cs"/>
        </a:defRPr>
      </a:lvl2pPr>
      <a:lvl3pPr marL="541338" indent="-182563" algn="l" defTabSz="914400" rtl="0" eaLnBrk="1" latinLnBrk="0" hangingPunct="1">
        <a:lnSpc>
          <a:spcPct val="100000"/>
        </a:lnSpc>
        <a:spcBef>
          <a:spcPts val="1600"/>
        </a:spcBef>
        <a:buSzPct val="100000"/>
        <a:buFont typeface="Arial" panose="020B0604020202020204" pitchFamily="34" charset="0"/>
        <a:buChar char="•"/>
        <a:defRPr sz="1400" kern="1200">
          <a:solidFill>
            <a:schemeClr val="tx1"/>
          </a:solidFill>
          <a:latin typeface="+mn-lt"/>
          <a:ea typeface="+mn-ea"/>
          <a:cs typeface="+mn-cs"/>
        </a:defRPr>
      </a:lvl3pPr>
      <a:lvl4pPr marL="715963" indent="-174625" algn="l" defTabSz="914400" rtl="0" eaLnBrk="1" latinLnBrk="0" hangingPunct="1">
        <a:lnSpc>
          <a:spcPct val="100000"/>
        </a:lnSpc>
        <a:spcBef>
          <a:spcPts val="1600"/>
        </a:spcBef>
        <a:buSzPct val="100000"/>
        <a:buFont typeface="Arial" panose="020B0604020202020204" pitchFamily="34" charset="0"/>
        <a:buChar char="•"/>
        <a:defRPr sz="1400" kern="1200">
          <a:solidFill>
            <a:schemeClr val="tx1"/>
          </a:solidFill>
          <a:latin typeface="+mn-lt"/>
          <a:ea typeface="+mn-ea"/>
          <a:cs typeface="+mn-cs"/>
        </a:defRPr>
      </a:lvl4pPr>
      <a:lvl5pPr marL="898525" indent="-182563" algn="l" defTabSz="914400" rtl="0" eaLnBrk="1" latinLnBrk="0" hangingPunct="1">
        <a:lnSpc>
          <a:spcPct val="100000"/>
        </a:lnSpc>
        <a:spcBef>
          <a:spcPts val="1600"/>
        </a:spcBef>
        <a:buSzPct val="10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11" userDrawn="1">
          <p15:clr>
            <a:srgbClr val="F26B43"/>
          </p15:clr>
        </p15:guide>
        <p15:guide id="2" pos="3447" userDrawn="1">
          <p15:clr>
            <a:srgbClr val="F26B43"/>
          </p15:clr>
        </p15:guide>
        <p15:guide id="3" pos="4944" userDrawn="1">
          <p15:clr>
            <a:srgbClr val="F26B43"/>
          </p15:clr>
        </p15:guide>
        <p15:guide id="4" pos="5080" userDrawn="1">
          <p15:clr>
            <a:srgbClr val="F26B43"/>
          </p15:clr>
        </p15:guide>
        <p15:guide id="5" pos="1678" userDrawn="1">
          <p15:clr>
            <a:srgbClr val="F26B43"/>
          </p15:clr>
        </p15:guide>
        <p15:guide id="6" pos="1814" userDrawn="1">
          <p15:clr>
            <a:srgbClr val="F26B43"/>
          </p15:clr>
        </p15:guide>
        <p15:guide id="7" pos="181" userDrawn="1">
          <p15:clr>
            <a:srgbClr val="F26B43"/>
          </p15:clr>
        </p15:guide>
        <p15:guide id="8" pos="6577" userDrawn="1">
          <p15:clr>
            <a:srgbClr val="F26B43"/>
          </p15:clr>
        </p15:guide>
        <p15:guide id="9" orient="horz" pos="857" userDrawn="1">
          <p15:clr>
            <a:srgbClr val="F26B43"/>
          </p15:clr>
        </p15:guide>
        <p15:guide id="10" orient="horz" pos="177" userDrawn="1">
          <p15:clr>
            <a:srgbClr val="F26B43"/>
          </p15:clr>
        </p15:guide>
        <p15:guide id="11" orient="horz" pos="3511" userDrawn="1">
          <p15:clr>
            <a:srgbClr val="F26B43"/>
          </p15:clr>
        </p15:guide>
        <p15:guide id="12" pos="38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0" y="0"/>
            <a:ext cx="10725912" cy="6035040"/>
          </a:xfrm>
          <a:prstGeom prst="rect">
            <a:avLst/>
          </a:prstGeom>
          <a:solidFill>
            <a:srgbClr val="D9EC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0" y="5742432"/>
            <a:ext cx="10725912" cy="292608"/>
          </a:xfrm>
          <a:prstGeom prst="rect">
            <a:avLst/>
          </a:prstGeom>
          <a:solidFill>
            <a:srgbClr val="007AB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22" name="Connector 21"/>
          <p:cNvCxnSpPr/>
          <p:nvPr/>
        </p:nvCxnSpPr>
        <p:spPr>
          <a:xfrm>
            <a:off x="5980176" y="768096"/>
            <a:ext cx="2039112" cy="1307592"/>
          </a:xfrm>
          <a:prstGeom prst="line">
            <a:avLst/>
          </a:prstGeom>
          <a:ln w="19050">
            <a:solidFill>
              <a:srgbClr val="007ABC"/>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8019288" y="1042416"/>
            <a:ext cx="1984248" cy="1033272"/>
          </a:xfrm>
          <a:prstGeom prst="line">
            <a:avLst/>
          </a:prstGeom>
          <a:ln w="19050">
            <a:solidFill>
              <a:srgbClr val="007ABC"/>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8019288" y="2075688"/>
            <a:ext cx="1984248" cy="1527048"/>
          </a:xfrm>
          <a:prstGeom prst="line">
            <a:avLst/>
          </a:prstGeom>
          <a:ln w="19050">
            <a:solidFill>
              <a:srgbClr val="007ABC"/>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980176" y="2075688"/>
            <a:ext cx="2039112" cy="1527048"/>
          </a:xfrm>
          <a:prstGeom prst="line">
            <a:avLst/>
          </a:prstGeom>
          <a:ln w="19050">
            <a:solidFill>
              <a:srgbClr val="007ABC"/>
            </a:solidFill>
            <a:prstDash val="dash"/>
          </a:ln>
        </p:spPr>
        <p:style>
          <a:lnRef idx="2">
            <a:schemeClr val="accent1"/>
          </a:lnRef>
          <a:fillRef idx="0">
            <a:schemeClr val="accent1"/>
          </a:fillRef>
          <a:effectRef idx="1">
            <a:schemeClr val="accent1"/>
          </a:effectRef>
          <a:fontRef idx="minor">
            <a:schemeClr val="tx1"/>
          </a:fontRef>
        </p:style>
      </p:cxnSp>
      <p:sp>
        <p:nvSpPr>
          <p:cNvPr id="26" name="Cloud 25"/>
          <p:cNvSpPr/>
          <p:nvPr/>
        </p:nvSpPr>
        <p:spPr>
          <a:xfrm>
            <a:off x="5897880" y="960120"/>
            <a:ext cx="4160520" cy="2423160"/>
          </a:xfrm>
          <a:prstGeom prst="cloud">
            <a:avLst/>
          </a:prstGeom>
          <a:solidFill>
            <a:srgbClr val="FFFFFF"/>
          </a:solidFill>
          <a:ln w="19050">
            <a:solidFill>
              <a:srgbClr val="97CF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543800" y="1600200"/>
            <a:ext cx="960120" cy="960120"/>
          </a:xfrm>
          <a:prstGeom prst="ellipse">
            <a:avLst/>
          </a:prstGeom>
          <a:solidFill>
            <a:srgbClr val="00446E"/>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400" b="1">
                <a:solidFill>
                  <a:srgbClr val="57D96D"/>
                </a:solidFill>
                <a:latin typeface="Arial"/>
              </a:rPr>
              <a:t>✓</a:t>
            </a:r>
          </a:p>
        </p:txBody>
      </p:sp>
      <p:sp>
        <p:nvSpPr>
          <p:cNvPr id="28" name="Rounded Rectangle 27"/>
          <p:cNvSpPr/>
          <p:nvPr/>
        </p:nvSpPr>
        <p:spPr>
          <a:xfrm>
            <a:off x="5623560" y="411480"/>
            <a:ext cx="713232" cy="713232"/>
          </a:xfrm>
          <a:prstGeom prst="roundRect">
            <a:avLst>
              <a:gd name="adj" fmla="val 22000"/>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00446E"/>
                </a:solidFill>
                <a:latin typeface="Arial"/>
              </a:rPr>
              <a:t>AI</a:t>
            </a:r>
          </a:p>
        </p:txBody>
      </p:sp>
      <p:sp>
        <p:nvSpPr>
          <p:cNvPr id="29" name="Rounded Rectangle 28"/>
          <p:cNvSpPr/>
          <p:nvPr/>
        </p:nvSpPr>
        <p:spPr>
          <a:xfrm>
            <a:off x="9646920" y="685800"/>
            <a:ext cx="713232" cy="713232"/>
          </a:xfrm>
          <a:prstGeom prst="roundRect">
            <a:avLst>
              <a:gd name="adj" fmla="val 22000"/>
            </a:avLst>
          </a:prstGeom>
          <a:solidFill>
            <a:srgbClr val="007AB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rPr>
              <a:t>@</a:t>
            </a:r>
          </a:p>
        </p:txBody>
      </p:sp>
      <p:sp>
        <p:nvSpPr>
          <p:cNvPr id="30" name="Rounded Rectangle 29"/>
          <p:cNvSpPr/>
          <p:nvPr/>
        </p:nvSpPr>
        <p:spPr>
          <a:xfrm>
            <a:off x="9646920" y="3246120"/>
            <a:ext cx="713232" cy="713232"/>
          </a:xfrm>
          <a:prstGeom prst="roundRect">
            <a:avLst>
              <a:gd name="adj" fmla="val 22000"/>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rPr>
              <a:t>&lt;/&gt;</a:t>
            </a:r>
          </a:p>
        </p:txBody>
      </p:sp>
      <p:sp>
        <p:nvSpPr>
          <p:cNvPr id="31" name="Rounded Rectangle 30"/>
          <p:cNvSpPr/>
          <p:nvPr/>
        </p:nvSpPr>
        <p:spPr>
          <a:xfrm>
            <a:off x="5623560" y="3246120"/>
            <a:ext cx="713232" cy="713232"/>
          </a:xfrm>
          <a:prstGeom prst="roundRect">
            <a:avLst>
              <a:gd name="adj" fmla="val 22000"/>
            </a:avLst>
          </a:prstGeom>
          <a:solidFill>
            <a:srgbClr val="2664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rPr>
              <a:t>…</a:t>
            </a:r>
          </a:p>
        </p:txBody>
      </p:sp>
      <p:sp>
        <p:nvSpPr>
          <p:cNvPr id="32" name="Oval 31"/>
          <p:cNvSpPr/>
          <p:nvPr/>
        </p:nvSpPr>
        <p:spPr>
          <a:xfrm>
            <a:off x="8732520" y="2697480"/>
            <a:ext cx="868680" cy="868680"/>
          </a:xfrm>
          <a:prstGeom prst="ellipse">
            <a:avLst/>
          </a:prstGeom>
          <a:noFill/>
          <a:ln w="50800">
            <a:solidFill>
              <a:srgbClr val="004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9473184" y="3438144"/>
            <a:ext cx="448056" cy="448056"/>
          </a:xfrm>
          <a:prstGeom prst="line">
            <a:avLst/>
          </a:prstGeom>
          <a:ln w="63500">
            <a:solidFill>
              <a:srgbClr val="00446E"/>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2648" y="3017520"/>
            <a:ext cx="2743200" cy="237744"/>
          </a:xfrm>
          <a:prstGeom prst="rect">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3401568"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3534156" y="3072384"/>
            <a:ext cx="118872" cy="118872"/>
          </a:xfrm>
          <a:prstGeom prst="rect">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p:cNvSpPr/>
          <p:nvPr/>
        </p:nvSpPr>
        <p:spPr>
          <a:xfrm>
            <a:off x="3680460"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Rectangle 37"/>
          <p:cNvSpPr/>
          <p:nvPr/>
        </p:nvSpPr>
        <p:spPr>
          <a:xfrm>
            <a:off x="3840480" y="3072384"/>
            <a:ext cx="118872" cy="118872"/>
          </a:xfrm>
          <a:prstGeom prst="rect">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4014216"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4201668" y="3072384"/>
            <a:ext cx="118872" cy="118872"/>
          </a:xfrm>
          <a:prstGeom prst="rect">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Rectangle 40"/>
          <p:cNvSpPr/>
          <p:nvPr/>
        </p:nvSpPr>
        <p:spPr>
          <a:xfrm>
            <a:off x="4402836"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Rectangle 41"/>
          <p:cNvSpPr/>
          <p:nvPr/>
        </p:nvSpPr>
        <p:spPr>
          <a:xfrm>
            <a:off x="4617720" y="3072384"/>
            <a:ext cx="118872" cy="118872"/>
          </a:xfrm>
          <a:prstGeom prst="rect">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4846320"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5088636" y="3072384"/>
            <a:ext cx="118872" cy="118872"/>
          </a:xfrm>
          <a:prstGeom prst="rect">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5344668" y="3072384"/>
            <a:ext cx="118872" cy="118872"/>
          </a:xfrm>
          <a:prstGeom prst="rect">
            <a:avLst/>
          </a:prstGeom>
          <a:solidFill>
            <a:srgbClr val="57D96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Rectangle 45"/>
          <p:cNvSpPr/>
          <p:nvPr/>
        </p:nvSpPr>
        <p:spPr>
          <a:xfrm>
            <a:off x="612648" y="3255264"/>
            <a:ext cx="50292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platzhalter 6">
            <a:extLst>
              <a:ext uri="{FF2B5EF4-FFF2-40B4-BE49-F238E27FC236}">
                <a16:creationId xmlns:a16="http://schemas.microsoft.com/office/drawing/2014/main" id="{54DBC720-FDFF-FE48-4B05-3FC0A643DFE9}"/>
              </a:ext>
            </a:extLst>
          </p:cNvPr>
          <p:cNvSpPr>
            <a:spLocks noGrp="1"/>
          </p:cNvSpPr>
          <p:nvPr>
            <p:ph type="body" sz="quarter" idx="10"/>
          </p:nvPr>
        </p:nvSpPr>
        <p:spPr/>
        <p:txBody>
          <a:bodyPr/>
          <a:lstStyle/>
          <a:p>
            <a:r>
              <a:rPr lang="en-US"/>
              <a:t> </a:t>
            </a:r>
          </a:p>
        </p:txBody>
      </p:sp>
      <p:sp>
        <p:nvSpPr>
          <p:cNvPr id="6" name="Textplatzhalter 5">
            <a:extLst>
              <a:ext uri="{FF2B5EF4-FFF2-40B4-BE49-F238E27FC236}">
                <a16:creationId xmlns:a16="http://schemas.microsoft.com/office/drawing/2014/main" id="{82354B75-60C1-B809-C28D-A23AE33DB8D6}"/>
              </a:ext>
            </a:extLst>
          </p:cNvPr>
          <p:cNvSpPr>
            <a:spLocks noGrp="1"/>
          </p:cNvSpPr>
          <p:nvPr>
            <p:ph type="body" sz="quarter" idx="19"/>
          </p:nvPr>
        </p:nvSpPr>
        <p:spPr/>
        <p:txBody>
          <a:bodyPr/>
          <a:lstStyle/>
          <a:p>
            <a:endParaRPr lang="de-DE"/>
          </a:p>
        </p:txBody>
      </p:sp>
      <p:sp>
        <p:nvSpPr>
          <p:cNvPr id="3" name="Textplatzhalter 2">
            <a:extLst>
              <a:ext uri="{FF2B5EF4-FFF2-40B4-BE49-F238E27FC236}">
                <a16:creationId xmlns:a16="http://schemas.microsoft.com/office/drawing/2014/main" id="{0853B2B7-9F0A-082D-74A7-034CF59B08A1}"/>
              </a:ext>
            </a:extLst>
          </p:cNvPr>
          <p:cNvSpPr>
            <a:spLocks noGrp="1" noRot="1" noMove="1" noResize="1" noEditPoints="1" noAdjustHandles="1" noChangeArrowheads="1" noChangeShapeType="1"/>
          </p:cNvSpPr>
          <p:nvPr>
            <p:ph type="body" sz="quarter" idx="13"/>
          </p:nvPr>
        </p:nvSpPr>
        <p:spPr/>
        <p:txBody>
          <a:bodyPr/>
          <a:lstStyle/>
          <a:p>
            <a:r>
              <a:rPr lang="de-DE" dirty="0"/>
              <a:t> </a:t>
            </a:r>
          </a:p>
        </p:txBody>
      </p:sp>
      <p:sp>
        <p:nvSpPr>
          <p:cNvPr id="18" name="Titel 4">
            <a:extLst>
              <a:ext uri="{FF2B5EF4-FFF2-40B4-BE49-F238E27FC236}">
                <a16:creationId xmlns:a16="http://schemas.microsoft.com/office/drawing/2014/main" id="{5B7F4273-B01F-96A5-6EA3-0072B08A8891}"/>
              </a:ext>
            </a:extLst>
          </p:cNvPr>
          <p:cNvSpPr>
            <a:spLocks noGrp="1"/>
          </p:cNvSpPr>
          <p:nvPr>
            <p:ph type="ctrTitle"/>
          </p:nvPr>
        </p:nvSpPr>
        <p:spPr/>
        <p:txBody>
          <a:bodyPr/>
          <a:lstStyle/>
          <a:p>
            <a:r>
              <a:t>Lokale KI-Agenten in Microsoft Defender XDR</a:t>
            </a:r>
          </a:p>
        </p:txBody>
      </p:sp>
      <p:sp>
        <p:nvSpPr>
          <p:cNvPr id="19" name="Untertitel 5">
            <a:extLst>
              <a:ext uri="{FF2B5EF4-FFF2-40B4-BE49-F238E27FC236}">
                <a16:creationId xmlns:a16="http://schemas.microsoft.com/office/drawing/2014/main" id="{0B61F071-4609-32F0-C02A-39F1D52E70A4}"/>
              </a:ext>
            </a:extLst>
          </p:cNvPr>
          <p:cNvSpPr>
            <a:spLocks noGrp="1"/>
          </p:cNvSpPr>
          <p:nvPr>
            <p:ph type="subTitle" idx="1"/>
          </p:nvPr>
        </p:nvSpPr>
        <p:spPr/>
        <p:txBody>
          <a:bodyPr/>
          <a:lstStyle/>
          <a:p>
            <a:r>
              <a:t>Neue Sichtbarkeit, Datenherkunft und Risikobild | Ort, Datum</a:t>
            </a:r>
          </a:p>
        </p:txBody>
      </p:sp>
    </p:spTree>
    <p:extLst>
      <p:ext uri="{BB962C8B-B14F-4D97-AF65-F5344CB8AC3E}">
        <p14:creationId xmlns:p14="http://schemas.microsoft.com/office/powerpoint/2010/main" val="113287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Lokale KI-Agenten: Was die neue Sicht zeigt</a:t>
            </a:r>
          </a:p>
        </p:txBody>
      </p:sp>
      <p:sp>
        <p:nvSpPr>
          <p:cNvPr id="3" name="Text Placeholder 2"/>
          <p:cNvSpPr>
            <a:spLocks noGrp="1"/>
          </p:cNvSpPr>
          <p:nvPr>
            <p:ph type="body" sz="quarter" idx="14"/>
          </p:nvPr>
        </p:nvSpPr>
        <p:spPr/>
        <p:txBody>
          <a:bodyPr/>
          <a:lstStyle/>
          <a:p>
            <a:r>
              <a:rPr>
                <a:latin typeface="Arial"/>
              </a:rPr>
              <a:t>Neue Seite im Defender-Portal: Assets › AI agents › Local agents – Public Preview</a:t>
            </a:r>
          </a:p>
        </p:txBody>
      </p:sp>
      <p:sp>
        <p:nvSpPr>
          <p:cNvPr id="4" name="Rounded Rectangle 3"/>
          <p:cNvSpPr/>
          <p:nvPr/>
        </p:nvSpPr>
        <p:spPr>
          <a:xfrm>
            <a:off x="283464" y="1417320"/>
            <a:ext cx="2427732" cy="370332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448056"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6" name="TextBox 5"/>
          <p:cNvSpPr txBox="1"/>
          <p:nvPr/>
        </p:nvSpPr>
        <p:spPr>
          <a:xfrm>
            <a:off x="941832" y="1600200"/>
            <a:ext cx="1604772" cy="411480"/>
          </a:xfrm>
          <a:prstGeom prst="rect">
            <a:avLst/>
          </a:prstGeom>
          <a:noFill/>
        </p:spPr>
        <p:txBody>
          <a:bodyPr wrap="square" lIns="0" tIns="0" rIns="0" bIns="0" anchor="ctr">
            <a:spAutoFit/>
          </a:bodyPr>
          <a:lstStyle/>
          <a:p>
            <a:pPr algn="l">
              <a:spcAft>
                <a:spcPts val="400"/>
              </a:spcAft>
            </a:pPr>
            <a:r>
              <a:rPr sz="1500" b="1">
                <a:solidFill>
                  <a:srgbClr val="00446E"/>
                </a:solidFill>
                <a:latin typeface="Arial"/>
              </a:rPr>
              <a:t>Agenten-Inventar</a:t>
            </a:r>
          </a:p>
        </p:txBody>
      </p:sp>
      <p:sp>
        <p:nvSpPr>
          <p:cNvPr id="7" name="TextBox 6"/>
          <p:cNvSpPr txBox="1"/>
          <p:nvPr/>
        </p:nvSpPr>
        <p:spPr>
          <a:xfrm>
            <a:off x="448056" y="2103120"/>
            <a:ext cx="2098548" cy="457200"/>
          </a:xfrm>
          <a:prstGeom prst="rect">
            <a:avLst/>
          </a:prstGeom>
          <a:noFill/>
        </p:spPr>
        <p:txBody>
          <a:bodyPr wrap="square" lIns="0" tIns="0" rIns="0" bIns="0" anchor="t">
            <a:spAutoFit/>
          </a:bodyPr>
          <a:lstStyle/>
          <a:p>
            <a:pPr algn="l">
              <a:spcAft>
                <a:spcPts val="400"/>
              </a:spcAft>
            </a:pPr>
            <a:r>
              <a:rPr sz="1050" b="1">
                <a:solidFill>
                  <a:srgbClr val="007ABC"/>
                </a:solidFill>
                <a:latin typeface="Arial"/>
              </a:rPr>
              <a:t>Welcher Agent auf welchem Gerät</a:t>
            </a:r>
          </a:p>
        </p:txBody>
      </p:sp>
      <p:sp>
        <p:nvSpPr>
          <p:cNvPr id="8" name="TextBox 7"/>
          <p:cNvSpPr txBox="1"/>
          <p:nvPr/>
        </p:nvSpPr>
        <p:spPr>
          <a:xfrm>
            <a:off x="448056" y="2587752"/>
            <a:ext cx="2098548" cy="2377439"/>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41484C"/>
                </a:solidFill>
                <a:latin typeface="Arial"/>
              </a:rPr>
              <a:t>Erkennung</a:t>
            </a:r>
            <a:r>
              <a:rPr sz="1050" b="0" dirty="0">
                <a:solidFill>
                  <a:srgbClr val="41484C"/>
                </a:solidFill>
                <a:latin typeface="Arial"/>
              </a:rPr>
              <a:t> </a:t>
            </a:r>
            <a:r>
              <a:rPr sz="1050" b="0" dirty="0" err="1">
                <a:solidFill>
                  <a:srgbClr val="41484C"/>
                </a:solidFill>
                <a:latin typeface="Arial"/>
              </a:rPr>
              <a:t>über</a:t>
            </a:r>
            <a:r>
              <a:rPr sz="1050" b="0" dirty="0">
                <a:solidFill>
                  <a:srgbClr val="41484C"/>
                </a:solidFill>
                <a:latin typeface="Arial"/>
              </a:rPr>
              <a:t> </a:t>
            </a:r>
            <a:r>
              <a:rPr sz="1050" b="0" dirty="0" err="1">
                <a:solidFill>
                  <a:srgbClr val="41484C"/>
                </a:solidFill>
                <a:latin typeface="Arial"/>
              </a:rPr>
              <a:t>Prozesse</a:t>
            </a:r>
            <a:r>
              <a:rPr sz="1050" b="0" dirty="0">
                <a:solidFill>
                  <a:srgbClr val="41484C"/>
                </a:solidFill>
                <a:latin typeface="Arial"/>
              </a:rPr>
              <a:t> und </a:t>
            </a:r>
            <a:r>
              <a:rPr sz="1050" b="0" dirty="0" err="1">
                <a:solidFill>
                  <a:srgbClr val="41484C"/>
                </a:solidFill>
                <a:latin typeface="Arial"/>
              </a:rPr>
              <a:t>Konfigurationsdateien</a:t>
            </a:r>
            <a:r>
              <a:rPr sz="1050" b="0" dirty="0">
                <a:solidFill>
                  <a:srgbClr val="41484C"/>
                </a:solidFill>
                <a:latin typeface="Arial"/>
              </a:rPr>
              <a:t> des Endpoint-Sensors. Ein Agent </a:t>
            </a:r>
            <a:r>
              <a:rPr sz="1050" b="0" dirty="0" err="1">
                <a:solidFill>
                  <a:srgbClr val="41484C"/>
                </a:solidFill>
                <a:latin typeface="Arial"/>
              </a:rPr>
              <a:t>ist</a:t>
            </a:r>
            <a:r>
              <a:rPr sz="1050" b="0" dirty="0">
                <a:solidFill>
                  <a:srgbClr val="41484C"/>
                </a:solidFill>
                <a:latin typeface="Arial"/>
              </a:rPr>
              <a:t> </a:t>
            </a:r>
            <a:r>
              <a:rPr sz="1050" b="0" dirty="0" err="1">
                <a:solidFill>
                  <a:srgbClr val="41484C"/>
                </a:solidFill>
                <a:latin typeface="Arial"/>
              </a:rPr>
              <a:t>definiert</a:t>
            </a:r>
            <a:r>
              <a:rPr sz="1050" b="0" dirty="0">
                <a:solidFill>
                  <a:srgbClr val="41484C"/>
                </a:solidFill>
                <a:latin typeface="Arial"/>
              </a:rPr>
              <a:t> </a:t>
            </a:r>
            <a:r>
              <a:rPr sz="1050" b="0" dirty="0" err="1">
                <a:solidFill>
                  <a:srgbClr val="41484C"/>
                </a:solidFill>
                <a:latin typeface="Arial"/>
              </a:rPr>
              <a:t>als</a:t>
            </a:r>
            <a:r>
              <a:rPr sz="1050" b="0" dirty="0">
                <a:solidFill>
                  <a:srgbClr val="41484C"/>
                </a:solidFill>
                <a:latin typeface="Arial"/>
              </a:rPr>
              <a:t> </a:t>
            </a:r>
            <a:r>
              <a:rPr sz="1050" b="0" dirty="0" err="1">
                <a:solidFill>
                  <a:srgbClr val="41484C"/>
                </a:solidFill>
                <a:latin typeface="Arial"/>
              </a:rPr>
              <a:t>Kombination</a:t>
            </a:r>
            <a:r>
              <a:rPr sz="1050" b="0" dirty="0">
                <a:solidFill>
                  <a:srgbClr val="41484C"/>
                </a:solidFill>
                <a:latin typeface="Arial"/>
              </a:rPr>
              <a:t> </a:t>
            </a:r>
            <a:r>
              <a:rPr sz="1050" b="0" dirty="0" err="1">
                <a:solidFill>
                  <a:srgbClr val="41484C"/>
                </a:solidFill>
                <a:latin typeface="Arial"/>
              </a:rPr>
              <a:t>aus</a:t>
            </a:r>
            <a:r>
              <a:rPr sz="1050" b="0" dirty="0">
                <a:solidFill>
                  <a:srgbClr val="41484C"/>
                </a:solidFill>
                <a:latin typeface="Arial"/>
              </a:rPr>
              <a:t> </a:t>
            </a:r>
            <a:r>
              <a:rPr sz="1050" b="0" dirty="0" err="1">
                <a:solidFill>
                  <a:srgbClr val="41484C"/>
                </a:solidFill>
                <a:latin typeface="Arial"/>
              </a:rPr>
              <a:t>Benutzer</a:t>
            </a:r>
            <a:r>
              <a:rPr sz="1050" b="0" dirty="0">
                <a:solidFill>
                  <a:srgbClr val="41484C"/>
                </a:solidFill>
                <a:latin typeface="Arial"/>
              </a:rPr>
              <a:t>, </a:t>
            </a:r>
            <a:r>
              <a:rPr sz="1050" b="0" dirty="0" err="1">
                <a:solidFill>
                  <a:srgbClr val="41484C"/>
                </a:solidFill>
                <a:latin typeface="Arial"/>
              </a:rPr>
              <a:t>Gerät</a:t>
            </a:r>
            <a:r>
              <a:rPr sz="1050" b="0" dirty="0">
                <a:solidFill>
                  <a:srgbClr val="41484C"/>
                </a:solidFill>
                <a:latin typeface="Arial"/>
              </a:rPr>
              <a:t> und </a:t>
            </a:r>
            <a:r>
              <a:rPr sz="1050" b="0" dirty="0" err="1">
                <a:solidFill>
                  <a:srgbClr val="41484C"/>
                </a:solidFill>
                <a:latin typeface="Arial"/>
              </a:rPr>
              <a:t>Agententyp</a:t>
            </a:r>
            <a:r>
              <a:rPr sz="1050" b="0" dirty="0">
                <a:solidFill>
                  <a:srgbClr val="41484C"/>
                </a:solidFill>
                <a:latin typeface="Arial"/>
              </a:rPr>
              <a:t> – </a:t>
            </a:r>
            <a:r>
              <a:rPr sz="1050" b="0" dirty="0" err="1">
                <a:solidFill>
                  <a:srgbClr val="41484C"/>
                </a:solidFill>
                <a:latin typeface="Arial"/>
              </a:rPr>
              <a:t>mehrere</a:t>
            </a:r>
            <a:r>
              <a:rPr sz="1050" b="0" dirty="0">
                <a:solidFill>
                  <a:srgbClr val="41484C"/>
                </a:solidFill>
                <a:latin typeface="Arial"/>
              </a:rPr>
              <a:t> </a:t>
            </a:r>
            <a:r>
              <a:rPr sz="1050" b="0" dirty="0" err="1">
                <a:solidFill>
                  <a:srgbClr val="41484C"/>
                </a:solidFill>
                <a:latin typeface="Arial"/>
              </a:rPr>
              <a:t>Projektordner</a:t>
            </a:r>
            <a:r>
              <a:rPr sz="1050" b="0" dirty="0">
                <a:solidFill>
                  <a:srgbClr val="41484C"/>
                </a:solidFill>
                <a:latin typeface="Arial"/>
              </a:rPr>
              <a:t> </a:t>
            </a:r>
            <a:r>
              <a:rPr sz="1050" b="0" dirty="0" err="1">
                <a:solidFill>
                  <a:srgbClr val="41484C"/>
                </a:solidFill>
                <a:latin typeface="Arial"/>
              </a:rPr>
              <a:t>ergeben</a:t>
            </a:r>
            <a:r>
              <a:rPr sz="1050" b="0" dirty="0">
                <a:solidFill>
                  <a:srgbClr val="41484C"/>
                </a:solidFill>
                <a:latin typeface="Arial"/>
              </a:rPr>
              <a:t> also </a:t>
            </a:r>
            <a:r>
              <a:rPr sz="1050" b="0" dirty="0" err="1">
                <a:solidFill>
                  <a:srgbClr val="41484C"/>
                </a:solidFill>
                <a:latin typeface="Arial"/>
              </a:rPr>
              <a:t>einen</a:t>
            </a:r>
            <a:r>
              <a:rPr sz="1050" b="0" dirty="0">
                <a:solidFill>
                  <a:srgbClr val="41484C"/>
                </a:solidFill>
                <a:latin typeface="Arial"/>
              </a:rPr>
              <a:t> </a:t>
            </a:r>
            <a:r>
              <a:rPr sz="1050" b="0" dirty="0" err="1">
                <a:solidFill>
                  <a:srgbClr val="41484C"/>
                </a:solidFill>
                <a:latin typeface="Arial"/>
              </a:rPr>
              <a:t>Eintrag</a:t>
            </a:r>
            <a:r>
              <a:rPr sz="1050" b="0" dirty="0">
                <a:solidFill>
                  <a:srgbClr val="41484C"/>
                </a:solidFill>
                <a:latin typeface="Arial"/>
              </a:rPr>
              <a:t>, </a:t>
            </a:r>
            <a:r>
              <a:rPr sz="1050" b="0" dirty="0" err="1">
                <a:solidFill>
                  <a:srgbClr val="41484C"/>
                </a:solidFill>
                <a:latin typeface="Arial"/>
              </a:rPr>
              <a:t>nicht</a:t>
            </a:r>
            <a:r>
              <a:rPr sz="1050" b="0" dirty="0">
                <a:solidFill>
                  <a:srgbClr val="41484C"/>
                </a:solidFill>
                <a:latin typeface="Arial"/>
              </a:rPr>
              <a:t> </a:t>
            </a:r>
            <a:r>
              <a:rPr sz="1050" b="0" dirty="0" err="1">
                <a:solidFill>
                  <a:srgbClr val="41484C"/>
                </a:solidFill>
                <a:latin typeface="Arial"/>
              </a:rPr>
              <a:t>viele</a:t>
            </a:r>
            <a:r>
              <a:rPr sz="1050" b="0" dirty="0">
                <a:solidFill>
                  <a:srgbClr val="41484C"/>
                </a:solidFill>
                <a:latin typeface="Arial"/>
              </a:rPr>
              <a:t>.</a:t>
            </a:r>
          </a:p>
        </p:txBody>
      </p:sp>
      <p:sp>
        <p:nvSpPr>
          <p:cNvPr id="9" name="Rounded Rectangle 8"/>
          <p:cNvSpPr/>
          <p:nvPr/>
        </p:nvSpPr>
        <p:spPr>
          <a:xfrm>
            <a:off x="2857500" y="1417320"/>
            <a:ext cx="2427732" cy="370332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3022092"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11" name="TextBox 10"/>
          <p:cNvSpPr txBox="1"/>
          <p:nvPr/>
        </p:nvSpPr>
        <p:spPr>
          <a:xfrm>
            <a:off x="3515868" y="1600200"/>
            <a:ext cx="1604772" cy="411480"/>
          </a:xfrm>
          <a:prstGeom prst="rect">
            <a:avLst/>
          </a:prstGeom>
          <a:noFill/>
        </p:spPr>
        <p:txBody>
          <a:bodyPr wrap="square" lIns="0" tIns="0" rIns="0" bIns="0" anchor="ctr">
            <a:spAutoFit/>
          </a:bodyPr>
          <a:lstStyle/>
          <a:p>
            <a:pPr algn="l">
              <a:spcAft>
                <a:spcPts val="400"/>
              </a:spcAft>
            </a:pPr>
            <a:r>
              <a:rPr sz="1500" b="1">
                <a:solidFill>
                  <a:srgbClr val="00446E"/>
                </a:solidFill>
                <a:latin typeface="Arial"/>
              </a:rPr>
              <a:t>MCP-Server-Mapping</a:t>
            </a:r>
          </a:p>
        </p:txBody>
      </p:sp>
      <p:sp>
        <p:nvSpPr>
          <p:cNvPr id="12" name="TextBox 11"/>
          <p:cNvSpPr txBox="1"/>
          <p:nvPr/>
        </p:nvSpPr>
        <p:spPr>
          <a:xfrm>
            <a:off x="3022092" y="2103120"/>
            <a:ext cx="2098548" cy="457200"/>
          </a:xfrm>
          <a:prstGeom prst="rect">
            <a:avLst/>
          </a:prstGeom>
          <a:noFill/>
        </p:spPr>
        <p:txBody>
          <a:bodyPr wrap="square" lIns="0" tIns="0" rIns="0" bIns="0" anchor="t">
            <a:spAutoFit/>
          </a:bodyPr>
          <a:lstStyle/>
          <a:p>
            <a:pPr algn="l">
              <a:spcAft>
                <a:spcPts val="400"/>
              </a:spcAft>
            </a:pPr>
            <a:r>
              <a:rPr sz="1050" b="1">
                <a:solidFill>
                  <a:srgbClr val="007ABC"/>
                </a:solidFill>
                <a:latin typeface="Arial"/>
              </a:rPr>
              <a:t>Lokale und entfernte Ziele</a:t>
            </a:r>
          </a:p>
        </p:txBody>
      </p:sp>
      <p:sp>
        <p:nvSpPr>
          <p:cNvPr id="13" name="TextBox 12"/>
          <p:cNvSpPr txBox="1"/>
          <p:nvPr/>
        </p:nvSpPr>
        <p:spPr>
          <a:xfrm>
            <a:off x="3022092" y="2587752"/>
            <a:ext cx="2098548" cy="2377439"/>
          </a:xfrm>
          <a:prstGeom prst="rect">
            <a:avLst/>
          </a:prstGeom>
          <a:noFill/>
        </p:spPr>
        <p:txBody>
          <a:bodyPr wrap="square" lIns="0" tIns="0" rIns="0" bIns="0" anchor="t">
            <a:spAutoFit/>
          </a:bodyPr>
          <a:lstStyle/>
          <a:p>
            <a:pPr algn="l">
              <a:lnSpc>
                <a:spcPct val="112000"/>
              </a:lnSpc>
              <a:spcAft>
                <a:spcPts val="400"/>
              </a:spcAft>
            </a:pPr>
            <a:r>
              <a:rPr sz="1050" b="0">
                <a:solidFill>
                  <a:srgbClr val="41484C"/>
                </a:solidFill>
                <a:latin typeface="Arial"/>
              </a:rPr>
              <a:t>Ordnet jedem Agenten seine konfigurierten MCP-Server zu, lokal wie extern. Damit werden Datenwege sichtbar, die bisher an keiner Stelle inventarisiert waren und keinen Freigabeprozess durchlaufen haben.</a:t>
            </a:r>
          </a:p>
        </p:txBody>
      </p:sp>
      <p:sp>
        <p:nvSpPr>
          <p:cNvPr id="14" name="Rounded Rectangle 13"/>
          <p:cNvSpPr/>
          <p:nvPr/>
        </p:nvSpPr>
        <p:spPr>
          <a:xfrm>
            <a:off x="5431536" y="1417320"/>
            <a:ext cx="2427732" cy="370332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596127"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16" name="TextBox 15"/>
          <p:cNvSpPr txBox="1"/>
          <p:nvPr/>
        </p:nvSpPr>
        <p:spPr>
          <a:xfrm>
            <a:off x="6089903" y="1600200"/>
            <a:ext cx="1604772" cy="411480"/>
          </a:xfrm>
          <a:prstGeom prst="rect">
            <a:avLst/>
          </a:prstGeom>
          <a:noFill/>
        </p:spPr>
        <p:txBody>
          <a:bodyPr wrap="square" lIns="0" tIns="0" rIns="0" bIns="0" anchor="ctr">
            <a:spAutoFit/>
          </a:bodyPr>
          <a:lstStyle/>
          <a:p>
            <a:pPr algn="l">
              <a:spcAft>
                <a:spcPts val="400"/>
              </a:spcAft>
            </a:pPr>
            <a:r>
              <a:rPr sz="1500" b="1">
                <a:solidFill>
                  <a:srgbClr val="00446E"/>
                </a:solidFill>
                <a:latin typeface="Arial"/>
              </a:rPr>
              <a:t>Freigabelage</a:t>
            </a:r>
          </a:p>
        </p:txBody>
      </p:sp>
      <p:sp>
        <p:nvSpPr>
          <p:cNvPr id="17" name="TextBox 16"/>
          <p:cNvSpPr txBox="1"/>
          <p:nvPr/>
        </p:nvSpPr>
        <p:spPr>
          <a:xfrm>
            <a:off x="5596127" y="2103120"/>
            <a:ext cx="2098548" cy="457200"/>
          </a:xfrm>
          <a:prstGeom prst="rect">
            <a:avLst/>
          </a:prstGeom>
          <a:noFill/>
        </p:spPr>
        <p:txBody>
          <a:bodyPr wrap="square" lIns="0" tIns="0" rIns="0" bIns="0" anchor="t">
            <a:spAutoFit/>
          </a:bodyPr>
          <a:lstStyle/>
          <a:p>
            <a:pPr algn="l">
              <a:spcAft>
                <a:spcPts val="400"/>
              </a:spcAft>
            </a:pPr>
            <a:r>
              <a:rPr sz="1050" b="1">
                <a:solidFill>
                  <a:srgbClr val="007ABC"/>
                </a:solidFill>
                <a:latin typeface="Arial"/>
              </a:rPr>
              <a:t>Nur GitHub Copilot ist freigegeben</a:t>
            </a:r>
          </a:p>
        </p:txBody>
      </p:sp>
      <p:sp>
        <p:nvSpPr>
          <p:cNvPr id="18" name="TextBox 17"/>
          <p:cNvSpPr txBox="1"/>
          <p:nvPr/>
        </p:nvSpPr>
        <p:spPr>
          <a:xfrm>
            <a:off x="5596127" y="2587752"/>
            <a:ext cx="2098548" cy="1071127"/>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41484C"/>
                </a:solidFill>
                <a:latin typeface="Arial"/>
              </a:rPr>
              <a:t>Praktisch</a:t>
            </a:r>
            <a:r>
              <a:rPr sz="1050" b="0" dirty="0">
                <a:solidFill>
                  <a:srgbClr val="41484C"/>
                </a:solidFill>
                <a:latin typeface="Arial"/>
              </a:rPr>
              <a:t> relevant </a:t>
            </a:r>
            <a:r>
              <a:rPr sz="1050" b="0" dirty="0" err="1">
                <a:solidFill>
                  <a:srgbClr val="41484C"/>
                </a:solidFill>
                <a:latin typeface="Arial"/>
              </a:rPr>
              <a:t>sind</a:t>
            </a:r>
            <a:r>
              <a:rPr sz="1050" b="0" dirty="0">
                <a:solidFill>
                  <a:srgbClr val="41484C"/>
                </a:solidFill>
                <a:latin typeface="Arial"/>
              </a:rPr>
              <a:t> </a:t>
            </a:r>
            <a:r>
              <a:rPr sz="1050" b="0" dirty="0" err="1">
                <a:solidFill>
                  <a:srgbClr val="41484C"/>
                </a:solidFill>
                <a:latin typeface="Arial"/>
              </a:rPr>
              <a:t>daneben</a:t>
            </a:r>
            <a:r>
              <a:rPr sz="1050" b="0" dirty="0">
                <a:solidFill>
                  <a:srgbClr val="41484C"/>
                </a:solidFill>
                <a:latin typeface="Arial"/>
              </a:rPr>
              <a:t> </a:t>
            </a:r>
            <a:r>
              <a:rPr sz="1050" b="0" dirty="0" err="1">
                <a:solidFill>
                  <a:srgbClr val="41484C"/>
                </a:solidFill>
                <a:latin typeface="Arial"/>
              </a:rPr>
              <a:t>vor</a:t>
            </a:r>
            <a:r>
              <a:rPr sz="1050" b="0" dirty="0">
                <a:solidFill>
                  <a:srgbClr val="41484C"/>
                </a:solidFill>
                <a:latin typeface="Arial"/>
              </a:rPr>
              <a:t> </a:t>
            </a:r>
            <a:r>
              <a:rPr sz="1050" b="0" dirty="0" err="1">
                <a:solidFill>
                  <a:srgbClr val="41484C"/>
                </a:solidFill>
                <a:latin typeface="Arial"/>
              </a:rPr>
              <a:t>allem</a:t>
            </a:r>
            <a:r>
              <a:rPr sz="1050" b="0" dirty="0">
                <a:solidFill>
                  <a:srgbClr val="41484C"/>
                </a:solidFill>
                <a:latin typeface="Arial"/>
              </a:rPr>
              <a:t> Claude Code und Codex. </a:t>
            </a:r>
            <a:r>
              <a:rPr sz="1050" b="0" dirty="0" err="1">
                <a:solidFill>
                  <a:srgbClr val="41484C"/>
                </a:solidFill>
                <a:latin typeface="Arial"/>
              </a:rPr>
              <a:t>Beide</a:t>
            </a:r>
            <a:r>
              <a:rPr sz="1050" b="0" dirty="0">
                <a:solidFill>
                  <a:srgbClr val="41484C"/>
                </a:solidFill>
                <a:latin typeface="Arial"/>
              </a:rPr>
              <a:t> </a:t>
            </a:r>
            <a:r>
              <a:rPr sz="1050" b="0" dirty="0" err="1">
                <a:solidFill>
                  <a:srgbClr val="41484C"/>
                </a:solidFill>
                <a:latin typeface="Arial"/>
              </a:rPr>
              <a:t>laufen</a:t>
            </a:r>
            <a:r>
              <a:rPr sz="1050" b="0" dirty="0">
                <a:solidFill>
                  <a:srgbClr val="41484C"/>
                </a:solidFill>
                <a:latin typeface="Arial"/>
              </a:rPr>
              <a:t> </a:t>
            </a:r>
            <a:r>
              <a:rPr sz="1050" b="0" dirty="0" err="1">
                <a:solidFill>
                  <a:srgbClr val="41484C"/>
                </a:solidFill>
                <a:latin typeface="Arial"/>
              </a:rPr>
              <a:t>als</a:t>
            </a:r>
            <a:r>
              <a:rPr sz="1050" b="0" dirty="0">
                <a:solidFill>
                  <a:srgbClr val="41484C"/>
                </a:solidFill>
                <a:latin typeface="Arial"/>
              </a:rPr>
              <a:t> </a:t>
            </a:r>
            <a:r>
              <a:rPr lang="de-DE" sz="1050" b="0" dirty="0">
                <a:solidFill>
                  <a:srgbClr val="41484C"/>
                </a:solidFill>
                <a:latin typeface="Arial"/>
              </a:rPr>
              <a:t>CLI</a:t>
            </a:r>
            <a:r>
              <a:rPr sz="1050" b="0" dirty="0">
                <a:solidFill>
                  <a:srgbClr val="41484C"/>
                </a:solidFill>
                <a:latin typeface="Arial"/>
              </a:rPr>
              <a:t> </a:t>
            </a:r>
            <a:r>
              <a:rPr sz="1050" b="0" dirty="0" err="1">
                <a:solidFill>
                  <a:srgbClr val="41484C"/>
                </a:solidFill>
                <a:latin typeface="Arial"/>
              </a:rPr>
              <a:t>mit</a:t>
            </a:r>
            <a:r>
              <a:rPr sz="1050" b="0" dirty="0">
                <a:solidFill>
                  <a:srgbClr val="41484C"/>
                </a:solidFill>
                <a:latin typeface="Arial"/>
              </a:rPr>
              <a:t> den </a:t>
            </a:r>
            <a:r>
              <a:rPr sz="1050" b="0" dirty="0" err="1">
                <a:solidFill>
                  <a:srgbClr val="41484C"/>
                </a:solidFill>
                <a:latin typeface="Arial"/>
              </a:rPr>
              <a:t>Rechten</a:t>
            </a:r>
            <a:r>
              <a:rPr sz="1050" b="0" dirty="0">
                <a:solidFill>
                  <a:srgbClr val="41484C"/>
                </a:solidFill>
                <a:latin typeface="Arial"/>
              </a:rPr>
              <a:t> des </a:t>
            </a:r>
            <a:r>
              <a:rPr sz="1050" b="0" dirty="0" err="1">
                <a:solidFill>
                  <a:srgbClr val="41484C"/>
                </a:solidFill>
                <a:latin typeface="Arial"/>
              </a:rPr>
              <a:t>Benutzers</a:t>
            </a:r>
            <a:r>
              <a:rPr sz="1050" b="0" dirty="0">
                <a:solidFill>
                  <a:srgbClr val="41484C"/>
                </a:solidFill>
                <a:latin typeface="Arial"/>
              </a:rPr>
              <a:t> und </a:t>
            </a:r>
            <a:r>
              <a:rPr sz="1050" b="0" dirty="0" err="1">
                <a:solidFill>
                  <a:srgbClr val="41484C"/>
                </a:solidFill>
                <a:latin typeface="Arial"/>
              </a:rPr>
              <a:t>lassen</a:t>
            </a:r>
            <a:r>
              <a:rPr sz="1050" b="0" dirty="0">
                <a:solidFill>
                  <a:srgbClr val="41484C"/>
                </a:solidFill>
                <a:latin typeface="Arial"/>
              </a:rPr>
              <a:t> </a:t>
            </a:r>
            <a:r>
              <a:rPr sz="1050" b="0" dirty="0" err="1">
                <a:solidFill>
                  <a:srgbClr val="41484C"/>
                </a:solidFill>
                <a:latin typeface="Arial"/>
              </a:rPr>
              <a:t>sich</a:t>
            </a:r>
            <a:r>
              <a:rPr sz="1050" b="0" dirty="0">
                <a:solidFill>
                  <a:srgbClr val="41484C"/>
                </a:solidFill>
                <a:latin typeface="Arial"/>
              </a:rPr>
              <a:t> </a:t>
            </a:r>
            <a:r>
              <a:rPr sz="1050" b="0" dirty="0" err="1">
                <a:solidFill>
                  <a:srgbClr val="41484C"/>
                </a:solidFill>
                <a:latin typeface="Arial"/>
              </a:rPr>
              <a:t>ohne</a:t>
            </a:r>
            <a:r>
              <a:rPr sz="1050" b="0" dirty="0">
                <a:solidFill>
                  <a:srgbClr val="41484C"/>
                </a:solidFill>
                <a:latin typeface="Arial"/>
              </a:rPr>
              <a:t> </a:t>
            </a:r>
            <a:r>
              <a:rPr sz="1050" b="0" dirty="0" err="1">
                <a:solidFill>
                  <a:srgbClr val="41484C"/>
                </a:solidFill>
                <a:latin typeface="Arial"/>
              </a:rPr>
              <a:t>Administratorrechte</a:t>
            </a:r>
            <a:r>
              <a:rPr sz="1050" b="0" dirty="0">
                <a:solidFill>
                  <a:srgbClr val="41484C"/>
                </a:solidFill>
                <a:latin typeface="Arial"/>
              </a:rPr>
              <a:t> </a:t>
            </a:r>
            <a:r>
              <a:rPr sz="1050" b="0" dirty="0" err="1">
                <a:solidFill>
                  <a:srgbClr val="41484C"/>
                </a:solidFill>
                <a:latin typeface="Arial"/>
              </a:rPr>
              <a:t>installieren</a:t>
            </a:r>
            <a:r>
              <a:rPr sz="1050" b="0" dirty="0">
                <a:solidFill>
                  <a:srgbClr val="41484C"/>
                </a:solidFill>
                <a:latin typeface="Arial"/>
              </a:rPr>
              <a:t>.</a:t>
            </a:r>
          </a:p>
        </p:txBody>
      </p:sp>
      <p:sp>
        <p:nvSpPr>
          <p:cNvPr id="19" name="Rounded Rectangle 18"/>
          <p:cNvSpPr/>
          <p:nvPr/>
        </p:nvSpPr>
        <p:spPr>
          <a:xfrm>
            <a:off x="8005572" y="1417320"/>
            <a:ext cx="2427732" cy="370332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170164"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21" name="TextBox 20"/>
          <p:cNvSpPr txBox="1"/>
          <p:nvPr/>
        </p:nvSpPr>
        <p:spPr>
          <a:xfrm>
            <a:off x="8663940" y="1600200"/>
            <a:ext cx="1604772" cy="411480"/>
          </a:xfrm>
          <a:prstGeom prst="rect">
            <a:avLst/>
          </a:prstGeom>
          <a:noFill/>
        </p:spPr>
        <p:txBody>
          <a:bodyPr wrap="square" lIns="0" tIns="0" rIns="0" bIns="0" anchor="ctr">
            <a:spAutoFit/>
          </a:bodyPr>
          <a:lstStyle/>
          <a:p>
            <a:pPr algn="l">
              <a:spcAft>
                <a:spcPts val="400"/>
              </a:spcAft>
            </a:pPr>
            <a:r>
              <a:rPr sz="1500" b="1">
                <a:solidFill>
                  <a:srgbClr val="00446E"/>
                </a:solidFill>
                <a:latin typeface="Arial"/>
              </a:rPr>
              <a:t>Runtime Protection</a:t>
            </a:r>
          </a:p>
        </p:txBody>
      </p:sp>
      <p:sp>
        <p:nvSpPr>
          <p:cNvPr id="22" name="TextBox 21"/>
          <p:cNvSpPr txBox="1"/>
          <p:nvPr/>
        </p:nvSpPr>
        <p:spPr>
          <a:xfrm>
            <a:off x="8170164" y="2103120"/>
            <a:ext cx="2098548" cy="457200"/>
          </a:xfrm>
          <a:prstGeom prst="rect">
            <a:avLst/>
          </a:prstGeom>
          <a:noFill/>
        </p:spPr>
        <p:txBody>
          <a:bodyPr wrap="square" lIns="0" tIns="0" rIns="0" bIns="0" anchor="t">
            <a:spAutoFit/>
          </a:bodyPr>
          <a:lstStyle/>
          <a:p>
            <a:pPr algn="l">
              <a:spcAft>
                <a:spcPts val="400"/>
              </a:spcAft>
            </a:pPr>
            <a:r>
              <a:rPr sz="1050" b="1">
                <a:solidFill>
                  <a:srgbClr val="007ABC"/>
                </a:solidFill>
                <a:latin typeface="Arial"/>
              </a:rPr>
              <a:t>Getrennt und optional</a:t>
            </a:r>
          </a:p>
        </p:txBody>
      </p:sp>
      <p:sp>
        <p:nvSpPr>
          <p:cNvPr id="23" name="TextBox 22"/>
          <p:cNvSpPr txBox="1"/>
          <p:nvPr/>
        </p:nvSpPr>
        <p:spPr>
          <a:xfrm>
            <a:off x="8170164" y="2587752"/>
            <a:ext cx="2098548" cy="2377439"/>
          </a:xfrm>
          <a:prstGeom prst="rect">
            <a:avLst/>
          </a:prstGeom>
          <a:noFill/>
        </p:spPr>
        <p:txBody>
          <a:bodyPr wrap="square" lIns="0" tIns="0" rIns="0" bIns="0" anchor="t">
            <a:spAutoFit/>
          </a:bodyPr>
          <a:lstStyle/>
          <a:p>
            <a:pPr algn="l">
              <a:lnSpc>
                <a:spcPct val="112000"/>
              </a:lnSpc>
              <a:spcAft>
                <a:spcPts val="400"/>
              </a:spcAft>
            </a:pPr>
            <a:r>
              <a:rPr sz="1050" b="0">
                <a:solidFill>
                  <a:srgbClr val="41484C"/>
                </a:solidFill>
                <a:latin typeface="Arial"/>
              </a:rPr>
              <a:t>Erkennt und blockiert eingeschleuste Anweisungen im Agentenablauf. Muss aktiv eingeschaltet werden, unterstützt bislang wenige Agenten und erzeugt Inhaltsdaten statt Metadaten.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Woher kommen die Daten – und was sieht MDCA davon?</a:t>
            </a:r>
          </a:p>
        </p:txBody>
      </p:sp>
      <p:sp>
        <p:nvSpPr>
          <p:cNvPr id="3" name="Text Placeholder 2"/>
          <p:cNvSpPr>
            <a:spLocks noGrp="1"/>
          </p:cNvSpPr>
          <p:nvPr>
            <p:ph type="body" sz="quarter" idx="14"/>
          </p:nvPr>
        </p:nvSpPr>
        <p:spPr/>
        <p:txBody>
          <a:bodyPr/>
          <a:lstStyle/>
          <a:p>
            <a:r>
              <a:rPr dirty="0" err="1">
                <a:latin typeface="Arial"/>
              </a:rPr>
              <a:t>Mehrere</a:t>
            </a:r>
            <a:r>
              <a:rPr dirty="0">
                <a:latin typeface="Arial"/>
              </a:rPr>
              <a:t> </a:t>
            </a:r>
            <a:r>
              <a:rPr dirty="0" err="1">
                <a:latin typeface="Arial"/>
              </a:rPr>
              <a:t>getrennte</a:t>
            </a:r>
            <a:r>
              <a:rPr dirty="0">
                <a:latin typeface="Arial"/>
              </a:rPr>
              <a:t> </a:t>
            </a:r>
            <a:r>
              <a:rPr dirty="0" err="1">
                <a:latin typeface="Arial"/>
              </a:rPr>
              <a:t>Datenströme</a:t>
            </a:r>
            <a:r>
              <a:rPr lang="de-DE" dirty="0">
                <a:latin typeface="Arial"/>
              </a:rPr>
              <a:t> und Auswertungen</a:t>
            </a:r>
            <a:endParaRPr dirty="0">
              <a:latin typeface="Arial"/>
            </a:endParaRPr>
          </a:p>
        </p:txBody>
      </p:sp>
      <p:graphicFrame>
        <p:nvGraphicFramePr>
          <p:cNvPr id="4" name="Table 3"/>
          <p:cNvGraphicFramePr>
            <a:graphicFrameLocks noGrp="1"/>
          </p:cNvGraphicFramePr>
          <p:nvPr>
            <p:extLst>
              <p:ext uri="{D42A27DB-BD31-4B8C-83A1-F6EECF244321}">
                <p14:modId xmlns:p14="http://schemas.microsoft.com/office/powerpoint/2010/main" val="4191156266"/>
              </p:ext>
            </p:extLst>
          </p:nvPr>
        </p:nvGraphicFramePr>
        <p:xfrm>
          <a:off x="283464" y="1417320"/>
          <a:ext cx="10149840" cy="3749039"/>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624839">
                <a:tc>
                  <a:txBody>
                    <a:bodyPr/>
                    <a:lstStyle/>
                    <a:p>
                      <a:pPr algn="l"/>
                      <a:r>
                        <a:rPr sz="1100" b="1">
                          <a:solidFill>
                            <a:srgbClr val="FFFFFF"/>
                          </a:solidFill>
                          <a:latin typeface="Arial"/>
                        </a:rPr>
                        <a:t>Quelle</a:t>
                      </a:r>
                    </a:p>
                  </a:txBody>
                  <a:tcPr marL="73152" marR="54864" marT="27432" marB="27432" anchor="ctr">
                    <a:solidFill>
                      <a:srgbClr val="00446E"/>
                    </a:solidFill>
                  </a:tcPr>
                </a:tc>
                <a:tc>
                  <a:txBody>
                    <a:bodyPr/>
                    <a:lstStyle/>
                    <a:p>
                      <a:pPr algn="l"/>
                      <a:r>
                        <a:rPr sz="1100" b="1">
                          <a:solidFill>
                            <a:srgbClr val="FFFFFF"/>
                          </a:solidFill>
                          <a:latin typeface="Arial"/>
                        </a:rPr>
                        <a:t>Was sie liefert</a:t>
                      </a:r>
                    </a:p>
                  </a:txBody>
                  <a:tcPr marL="73152" marR="54864" marT="27432" marB="27432" anchor="ctr">
                    <a:solidFill>
                      <a:srgbClr val="00446E"/>
                    </a:solidFill>
                  </a:tcPr>
                </a:tc>
                <a:tc>
                  <a:txBody>
                    <a:bodyPr/>
                    <a:lstStyle/>
                    <a:p>
                      <a:pPr algn="l"/>
                      <a:r>
                        <a:rPr sz="1100" b="1">
                          <a:solidFill>
                            <a:srgbClr val="FFFFFF"/>
                          </a:solidFill>
                          <a:latin typeface="Arial"/>
                        </a:rPr>
                        <a:t>Abgrenzung</a:t>
                      </a:r>
                    </a:p>
                  </a:txBody>
                  <a:tcPr marL="73152" marR="54864" marT="27432" marB="27432" anchor="ctr">
                    <a:solidFill>
                      <a:srgbClr val="00446E"/>
                    </a:solidFill>
                  </a:tcPr>
                </a:tc>
                <a:extLst>
                  <a:ext uri="{0D108BD9-81ED-4DB2-BD59-A6C34878D82A}">
                    <a16:rowId xmlns:a16="http://schemas.microsoft.com/office/drawing/2014/main" val="10000"/>
                  </a:ext>
                </a:extLst>
              </a:tr>
              <a:tr h="624839">
                <a:tc>
                  <a:txBody>
                    <a:bodyPr/>
                    <a:lstStyle/>
                    <a:p>
                      <a:pPr algn="l"/>
                      <a:r>
                        <a:rPr sz="1050" b="1">
                          <a:solidFill>
                            <a:srgbClr val="00446E"/>
                          </a:solidFill>
                          <a:latin typeface="Arial"/>
                        </a:rPr>
                        <a:t>Local Agent Discovery</a:t>
                      </a:r>
                    </a:p>
                  </a:txBody>
                  <a:tcPr marL="73152" marR="54864" marT="27432" marB="27432" anchor="ctr">
                    <a:solidFill>
                      <a:srgbClr val="FFFFFF"/>
                    </a:solidFill>
                  </a:tcPr>
                </a:tc>
                <a:tc>
                  <a:txBody>
                    <a:bodyPr/>
                    <a:lstStyle/>
                    <a:p>
                      <a:pPr algn="l"/>
                      <a:r>
                        <a:rPr sz="1050" b="0">
                          <a:solidFill>
                            <a:srgbClr val="41484C"/>
                          </a:solidFill>
                          <a:latin typeface="Arial"/>
                        </a:rPr>
                        <a:t>Agenten, Geräte, Benutzer, MCP-Server sowie Signatur- und Konfigurationsstatus</a:t>
                      </a:r>
                    </a:p>
                  </a:txBody>
                  <a:tcPr marL="73152" marR="54864" marT="27432" marB="27432" anchor="ctr">
                    <a:solidFill>
                      <a:srgbClr val="FFFFFF"/>
                    </a:solidFill>
                  </a:tcPr>
                </a:tc>
                <a:tc>
                  <a:txBody>
                    <a:bodyPr/>
                    <a:lstStyle/>
                    <a:p>
                      <a:pPr algn="l"/>
                      <a:r>
                        <a:rPr sz="1000" b="0" dirty="0">
                          <a:solidFill>
                            <a:srgbClr val="41484C"/>
                          </a:solidFill>
                          <a:latin typeface="Arial"/>
                        </a:rPr>
                        <a:t>Endpoint-</a:t>
                      </a:r>
                      <a:r>
                        <a:rPr sz="1000" b="0" dirty="0" err="1">
                          <a:solidFill>
                            <a:srgbClr val="41484C"/>
                          </a:solidFill>
                          <a:latin typeface="Arial"/>
                        </a:rPr>
                        <a:t>Telemetrie</a:t>
                      </a:r>
                      <a:r>
                        <a:rPr sz="1000" b="0" dirty="0">
                          <a:solidFill>
                            <a:srgbClr val="41484C"/>
                          </a:solidFill>
                          <a:latin typeface="Arial"/>
                        </a:rPr>
                        <a:t> </a:t>
                      </a:r>
                      <a:r>
                        <a:rPr sz="1000" b="0" dirty="0" err="1">
                          <a:solidFill>
                            <a:srgbClr val="41484C"/>
                          </a:solidFill>
                          <a:latin typeface="Arial"/>
                        </a:rPr>
                        <a:t>aus</a:t>
                      </a:r>
                      <a:r>
                        <a:rPr sz="1000" b="0" dirty="0">
                          <a:solidFill>
                            <a:srgbClr val="41484C"/>
                          </a:solidFill>
                          <a:latin typeface="Arial"/>
                        </a:rPr>
                        <a:t> MDE </a:t>
                      </a:r>
                      <a:r>
                        <a:rPr lang="de-DE" sz="1000" b="0" dirty="0">
                          <a:solidFill>
                            <a:srgbClr val="41484C"/>
                          </a:solidFill>
                          <a:latin typeface="Arial"/>
                        </a:rPr>
                        <a:t>aber</a:t>
                      </a:r>
                      <a:r>
                        <a:rPr sz="1000" b="0" dirty="0">
                          <a:solidFill>
                            <a:srgbClr val="41484C"/>
                          </a:solidFill>
                          <a:latin typeface="Arial"/>
                        </a:rPr>
                        <a:t> </a:t>
                      </a:r>
                      <a:r>
                        <a:rPr sz="1000" b="0" dirty="0" err="1">
                          <a:solidFill>
                            <a:srgbClr val="41484C"/>
                          </a:solidFill>
                          <a:latin typeface="Arial"/>
                        </a:rPr>
                        <a:t>nur</a:t>
                      </a:r>
                      <a:r>
                        <a:rPr sz="1000" b="0" dirty="0">
                          <a:solidFill>
                            <a:srgbClr val="41484C"/>
                          </a:solidFill>
                          <a:latin typeface="Arial"/>
                        </a:rPr>
                        <a:t> </a:t>
                      </a:r>
                      <a:r>
                        <a:rPr sz="1000" b="0" dirty="0" err="1">
                          <a:solidFill>
                            <a:srgbClr val="41484C"/>
                          </a:solidFill>
                          <a:latin typeface="Arial"/>
                        </a:rPr>
                        <a:t>unterstützte</a:t>
                      </a:r>
                      <a:r>
                        <a:rPr sz="1000" b="0" dirty="0">
                          <a:solidFill>
                            <a:srgbClr val="41484C"/>
                          </a:solidFill>
                          <a:latin typeface="Arial"/>
                        </a:rPr>
                        <a:t> </a:t>
                      </a:r>
                      <a:r>
                        <a:rPr sz="1000" b="0" dirty="0" err="1">
                          <a:solidFill>
                            <a:srgbClr val="41484C"/>
                          </a:solidFill>
                          <a:latin typeface="Arial"/>
                        </a:rPr>
                        <a:t>Agenten</a:t>
                      </a:r>
                      <a:r>
                        <a:rPr sz="1000" b="0" dirty="0">
                          <a:solidFill>
                            <a:srgbClr val="41484C"/>
                          </a:solidFill>
                          <a:latin typeface="Arial"/>
                        </a:rPr>
                        <a:t> auf </a:t>
                      </a:r>
                      <a:r>
                        <a:rPr sz="1000" b="0" dirty="0" err="1">
                          <a:solidFill>
                            <a:srgbClr val="41484C"/>
                          </a:solidFill>
                          <a:latin typeface="Arial"/>
                        </a:rPr>
                        <a:t>angebundenen</a:t>
                      </a:r>
                      <a:r>
                        <a:rPr sz="1000" b="0" dirty="0">
                          <a:solidFill>
                            <a:srgbClr val="41484C"/>
                          </a:solidFill>
                          <a:latin typeface="Arial"/>
                        </a:rPr>
                        <a:t> </a:t>
                      </a:r>
                      <a:r>
                        <a:rPr sz="1000" b="0" dirty="0" err="1">
                          <a:solidFill>
                            <a:srgbClr val="41484C"/>
                          </a:solidFill>
                          <a:latin typeface="Arial"/>
                        </a:rPr>
                        <a:t>Geräten</a:t>
                      </a:r>
                      <a:endParaRPr sz="1000" b="0" dirty="0">
                        <a:solidFill>
                          <a:srgbClr val="41484C"/>
                        </a:solidFill>
                        <a:latin typeface="Arial"/>
                      </a:endParaRPr>
                    </a:p>
                  </a:txBody>
                  <a:tcPr marL="73152" marR="54864" marT="27432" marB="27432" anchor="ctr">
                    <a:solidFill>
                      <a:srgbClr val="FFFFFF"/>
                    </a:solidFill>
                  </a:tcPr>
                </a:tc>
                <a:extLst>
                  <a:ext uri="{0D108BD9-81ED-4DB2-BD59-A6C34878D82A}">
                    <a16:rowId xmlns:a16="http://schemas.microsoft.com/office/drawing/2014/main" val="10001"/>
                  </a:ext>
                </a:extLst>
              </a:tr>
              <a:tr h="624839">
                <a:tc>
                  <a:txBody>
                    <a:bodyPr/>
                    <a:lstStyle/>
                    <a:p>
                      <a:pPr algn="l"/>
                      <a:r>
                        <a:rPr sz="1050" b="1">
                          <a:solidFill>
                            <a:srgbClr val="00446E"/>
                          </a:solidFill>
                          <a:latin typeface="Arial"/>
                        </a:rPr>
                        <a:t>Advanced Hunting</a:t>
                      </a:r>
                    </a:p>
                  </a:txBody>
                  <a:tcPr marL="73152" marR="54864" marT="27432" marB="27432" anchor="ctr">
                    <a:solidFill>
                      <a:srgbClr val="F0F1F2"/>
                    </a:solidFill>
                  </a:tcPr>
                </a:tc>
                <a:tc>
                  <a:txBody>
                    <a:bodyPr/>
                    <a:lstStyle/>
                    <a:p>
                      <a:pPr algn="l"/>
                      <a:r>
                        <a:rPr sz="1050" b="0">
                          <a:solidFill>
                            <a:srgbClr val="41484C"/>
                          </a:solidFill>
                          <a:latin typeface="Arial"/>
                        </a:rPr>
                        <a:t>Inventar und Beziehungen über die Tabellen AgentsInfo und Exposure Graph</a:t>
                      </a:r>
                    </a:p>
                  </a:txBody>
                  <a:tcPr marL="73152" marR="54864" marT="27432" marB="27432" anchor="ctr">
                    <a:solidFill>
                      <a:srgbClr val="F0F1F2"/>
                    </a:solidFill>
                  </a:tcPr>
                </a:tc>
                <a:tc>
                  <a:txBody>
                    <a:bodyPr/>
                    <a:lstStyle/>
                    <a:p>
                      <a:pPr algn="l"/>
                      <a:r>
                        <a:rPr sz="1000" b="0" dirty="0">
                          <a:solidFill>
                            <a:srgbClr val="41484C"/>
                          </a:solidFill>
                          <a:latin typeface="Arial"/>
                        </a:rPr>
                        <a:t>Schema </a:t>
                      </a:r>
                      <a:r>
                        <a:rPr sz="1000" b="0" dirty="0" err="1">
                          <a:solidFill>
                            <a:srgbClr val="41484C"/>
                          </a:solidFill>
                          <a:latin typeface="Arial"/>
                        </a:rPr>
                        <a:t>befindet</a:t>
                      </a:r>
                      <a:r>
                        <a:rPr sz="1000" b="0" dirty="0">
                          <a:solidFill>
                            <a:srgbClr val="41484C"/>
                          </a:solidFill>
                          <a:latin typeface="Arial"/>
                        </a:rPr>
                        <a:t> </a:t>
                      </a:r>
                      <a:r>
                        <a:rPr sz="1000" b="0" dirty="0" err="1">
                          <a:solidFill>
                            <a:srgbClr val="41484C"/>
                          </a:solidFill>
                          <a:latin typeface="Arial"/>
                        </a:rPr>
                        <a:t>sich</a:t>
                      </a:r>
                      <a:r>
                        <a:rPr sz="1000" b="0" dirty="0">
                          <a:solidFill>
                            <a:srgbClr val="41484C"/>
                          </a:solidFill>
                          <a:latin typeface="Arial"/>
                        </a:rPr>
                        <a:t> </a:t>
                      </a:r>
                      <a:r>
                        <a:rPr sz="1000" b="0" dirty="0" err="1">
                          <a:solidFill>
                            <a:srgbClr val="41484C"/>
                          </a:solidFill>
                          <a:latin typeface="Arial"/>
                        </a:rPr>
                        <a:t>noch</a:t>
                      </a:r>
                      <a:r>
                        <a:rPr sz="1000" b="0" dirty="0">
                          <a:solidFill>
                            <a:srgbClr val="41484C"/>
                          </a:solidFill>
                          <a:latin typeface="Arial"/>
                        </a:rPr>
                        <a:t> in Preview; die </a:t>
                      </a:r>
                      <a:r>
                        <a:rPr sz="1000" b="0" dirty="0" err="1">
                          <a:solidFill>
                            <a:srgbClr val="41484C"/>
                          </a:solidFill>
                          <a:latin typeface="Arial"/>
                        </a:rPr>
                        <a:t>Abfrage</a:t>
                      </a:r>
                      <a:r>
                        <a:rPr sz="1000" b="0" dirty="0">
                          <a:solidFill>
                            <a:srgbClr val="41484C"/>
                          </a:solidFill>
                          <a:latin typeface="Arial"/>
                        </a:rPr>
                        <a:t> </a:t>
                      </a:r>
                      <a:r>
                        <a:rPr sz="1000" b="0" dirty="0" err="1">
                          <a:solidFill>
                            <a:srgbClr val="41484C"/>
                          </a:solidFill>
                          <a:latin typeface="Arial"/>
                        </a:rPr>
                        <a:t>zeigt</a:t>
                      </a:r>
                      <a:r>
                        <a:rPr sz="1000" b="0" dirty="0">
                          <a:solidFill>
                            <a:srgbClr val="41484C"/>
                          </a:solidFill>
                          <a:latin typeface="Arial"/>
                        </a:rPr>
                        <a:t> die </a:t>
                      </a:r>
                      <a:r>
                        <a:rPr sz="1000" b="0" dirty="0" err="1">
                          <a:solidFill>
                            <a:srgbClr val="41484C"/>
                          </a:solidFill>
                          <a:latin typeface="Arial"/>
                        </a:rPr>
                        <a:t>Einzeldatensätze</a:t>
                      </a:r>
                      <a:endParaRPr sz="1000" b="0" dirty="0">
                        <a:solidFill>
                          <a:srgbClr val="41484C"/>
                        </a:solidFill>
                        <a:latin typeface="Arial"/>
                      </a:endParaRPr>
                    </a:p>
                  </a:txBody>
                  <a:tcPr marL="73152" marR="54864" marT="27432" marB="27432" anchor="ctr">
                    <a:solidFill>
                      <a:srgbClr val="F0F1F2"/>
                    </a:solidFill>
                  </a:tcPr>
                </a:tc>
                <a:extLst>
                  <a:ext uri="{0D108BD9-81ED-4DB2-BD59-A6C34878D82A}">
                    <a16:rowId xmlns:a16="http://schemas.microsoft.com/office/drawing/2014/main" val="10002"/>
                  </a:ext>
                </a:extLst>
              </a:tr>
              <a:tr h="624839">
                <a:tc>
                  <a:txBody>
                    <a:bodyPr/>
                    <a:lstStyle/>
                    <a:p>
                      <a:pPr algn="l"/>
                      <a:r>
                        <a:rPr sz="1050" b="1" dirty="0">
                          <a:solidFill>
                            <a:srgbClr val="00446E"/>
                          </a:solidFill>
                          <a:latin typeface="Arial"/>
                        </a:rPr>
                        <a:t>Runtime Protection</a:t>
                      </a:r>
                    </a:p>
                  </a:txBody>
                  <a:tcPr marL="73152" marR="54864" marT="27432" marB="27432" anchor="ctr">
                    <a:solidFill>
                      <a:srgbClr val="FFFFFF"/>
                    </a:solidFill>
                  </a:tcPr>
                </a:tc>
                <a:tc>
                  <a:txBody>
                    <a:bodyPr/>
                    <a:lstStyle/>
                    <a:p>
                      <a:pPr algn="l"/>
                      <a:r>
                        <a:rPr sz="1050" b="0">
                          <a:solidFill>
                            <a:srgbClr val="41484C"/>
                          </a:solidFill>
                          <a:latin typeface="Arial"/>
                        </a:rPr>
                        <a:t>Eingabe, Werkzeugaufruf und Werkzeugantwort im laufenden Agentenablauf</a:t>
                      </a:r>
                    </a:p>
                  </a:txBody>
                  <a:tcPr marL="73152" marR="54864" marT="27432" marB="27432" anchor="ctr">
                    <a:solidFill>
                      <a:srgbClr val="FFFFFF"/>
                    </a:solidFill>
                  </a:tcPr>
                </a:tc>
                <a:tc>
                  <a:txBody>
                    <a:bodyPr/>
                    <a:lstStyle/>
                    <a:p>
                      <a:pPr algn="l"/>
                      <a:r>
                        <a:rPr sz="1000" b="0" dirty="0" err="1">
                          <a:solidFill>
                            <a:srgbClr val="41484C"/>
                          </a:solidFill>
                          <a:latin typeface="Arial"/>
                        </a:rPr>
                        <a:t>Separat</a:t>
                      </a:r>
                      <a:r>
                        <a:rPr sz="1000" b="0" dirty="0">
                          <a:solidFill>
                            <a:srgbClr val="41484C"/>
                          </a:solidFill>
                          <a:latin typeface="Arial"/>
                        </a:rPr>
                        <a:t> </a:t>
                      </a:r>
                      <a:r>
                        <a:rPr sz="1000" b="0" dirty="0" err="1">
                          <a:solidFill>
                            <a:srgbClr val="41484C"/>
                          </a:solidFill>
                          <a:latin typeface="Arial"/>
                        </a:rPr>
                        <a:t>einzuschalten</a:t>
                      </a:r>
                      <a:r>
                        <a:rPr sz="1000" b="0" dirty="0">
                          <a:solidFill>
                            <a:srgbClr val="41484C"/>
                          </a:solidFill>
                          <a:latin typeface="Arial"/>
                        </a:rPr>
                        <a:t> </a:t>
                      </a:r>
                      <a:r>
                        <a:rPr lang="de-DE" sz="1000" b="0" dirty="0">
                          <a:solidFill>
                            <a:srgbClr val="41484C"/>
                          </a:solidFill>
                          <a:latin typeface="Arial"/>
                        </a:rPr>
                        <a:t>mit</a:t>
                      </a:r>
                      <a:r>
                        <a:rPr sz="1000" b="0" dirty="0">
                          <a:solidFill>
                            <a:srgbClr val="41484C"/>
                          </a:solidFill>
                          <a:latin typeface="Arial"/>
                        </a:rPr>
                        <a:t> </a:t>
                      </a:r>
                      <a:r>
                        <a:rPr sz="1000" b="0" dirty="0" err="1">
                          <a:solidFill>
                            <a:srgbClr val="41484C"/>
                          </a:solidFill>
                          <a:latin typeface="Arial"/>
                        </a:rPr>
                        <a:t>Inhaltsdaten</a:t>
                      </a:r>
                      <a:r>
                        <a:rPr sz="1000" b="0" dirty="0">
                          <a:solidFill>
                            <a:srgbClr val="41484C"/>
                          </a:solidFill>
                          <a:latin typeface="Arial"/>
                        </a:rPr>
                        <a:t> </a:t>
                      </a:r>
                      <a:r>
                        <a:rPr sz="1000" b="0" dirty="0" err="1">
                          <a:solidFill>
                            <a:srgbClr val="41484C"/>
                          </a:solidFill>
                          <a:latin typeface="Arial"/>
                        </a:rPr>
                        <a:t>statt</a:t>
                      </a:r>
                      <a:r>
                        <a:rPr sz="1000" b="0" dirty="0">
                          <a:solidFill>
                            <a:srgbClr val="41484C"/>
                          </a:solidFill>
                          <a:latin typeface="Arial"/>
                        </a:rPr>
                        <a:t> </a:t>
                      </a:r>
                      <a:r>
                        <a:rPr sz="1000" b="0" dirty="0" err="1">
                          <a:solidFill>
                            <a:srgbClr val="41484C"/>
                          </a:solidFill>
                          <a:latin typeface="Arial"/>
                        </a:rPr>
                        <a:t>Metadaten</a:t>
                      </a:r>
                      <a:r>
                        <a:rPr sz="1000" b="0" dirty="0">
                          <a:solidFill>
                            <a:srgbClr val="41484C"/>
                          </a:solidFill>
                          <a:latin typeface="Arial"/>
                        </a:rPr>
                        <a:t>, </a:t>
                      </a:r>
                      <a:r>
                        <a:rPr sz="1000" b="0" dirty="0" err="1">
                          <a:solidFill>
                            <a:srgbClr val="41484C"/>
                          </a:solidFill>
                          <a:latin typeface="Arial"/>
                        </a:rPr>
                        <a:t>eigener</a:t>
                      </a:r>
                      <a:r>
                        <a:rPr sz="1000" b="0" dirty="0">
                          <a:solidFill>
                            <a:srgbClr val="41484C"/>
                          </a:solidFill>
                          <a:latin typeface="Arial"/>
                        </a:rPr>
                        <a:t> </a:t>
                      </a:r>
                      <a:r>
                        <a:rPr lang="de-DE" sz="1000" b="0" dirty="0">
                          <a:solidFill>
                            <a:srgbClr val="41484C"/>
                          </a:solidFill>
                          <a:latin typeface="Arial"/>
                        </a:rPr>
                        <a:t>Rahmen</a:t>
                      </a:r>
                      <a:endParaRPr sz="1000" b="0" dirty="0">
                        <a:solidFill>
                          <a:srgbClr val="41484C"/>
                        </a:solidFill>
                        <a:latin typeface="Arial"/>
                      </a:endParaRPr>
                    </a:p>
                  </a:txBody>
                  <a:tcPr marL="73152" marR="54864" marT="27432" marB="27432" anchor="ctr">
                    <a:solidFill>
                      <a:srgbClr val="FFFFFF"/>
                    </a:solidFill>
                  </a:tcPr>
                </a:tc>
                <a:extLst>
                  <a:ext uri="{0D108BD9-81ED-4DB2-BD59-A6C34878D82A}">
                    <a16:rowId xmlns:a16="http://schemas.microsoft.com/office/drawing/2014/main" val="10003"/>
                  </a:ext>
                </a:extLst>
              </a:tr>
              <a:tr h="624839">
                <a:tc>
                  <a:txBody>
                    <a:bodyPr/>
                    <a:lstStyle/>
                    <a:p>
                      <a:pPr algn="l"/>
                      <a:r>
                        <a:rPr sz="1050" b="1">
                          <a:solidFill>
                            <a:srgbClr val="00446E"/>
                          </a:solidFill>
                          <a:latin typeface="Arial"/>
                        </a:rPr>
                        <a:t>MDCA Cloud Discovery</a:t>
                      </a:r>
                    </a:p>
                  </a:txBody>
                  <a:tcPr marL="73152" marR="54864" marT="27432" marB="27432" anchor="ctr">
                    <a:solidFill>
                      <a:srgbClr val="F0F1F2"/>
                    </a:solidFill>
                  </a:tcPr>
                </a:tc>
                <a:tc>
                  <a:txBody>
                    <a:bodyPr/>
                    <a:lstStyle/>
                    <a:p>
                      <a:pPr algn="l"/>
                      <a:r>
                        <a:rPr sz="1050" b="0">
                          <a:solidFill>
                            <a:srgbClr val="41484C"/>
                          </a:solidFill>
                          <a:latin typeface="Arial"/>
                        </a:rPr>
                        <a:t>Genutzte Cloud- und KI-Dienste auf App- und Domänenebene</a:t>
                      </a:r>
                    </a:p>
                  </a:txBody>
                  <a:tcPr marL="73152" marR="54864" marT="27432" marB="27432" anchor="ctr">
                    <a:solidFill>
                      <a:srgbClr val="F0F1F2"/>
                    </a:solidFill>
                  </a:tcPr>
                </a:tc>
                <a:tc>
                  <a:txBody>
                    <a:bodyPr/>
                    <a:lstStyle/>
                    <a:p>
                      <a:pPr algn="l"/>
                      <a:r>
                        <a:rPr sz="1000" b="0" dirty="0">
                          <a:solidFill>
                            <a:srgbClr val="41484C"/>
                          </a:solidFill>
                          <a:latin typeface="Arial"/>
                        </a:rPr>
                        <a:t>Aus Proxy-, Firewall- und MDE-</a:t>
                      </a:r>
                      <a:r>
                        <a:rPr sz="1000" b="0" dirty="0" err="1">
                          <a:solidFill>
                            <a:srgbClr val="41484C"/>
                          </a:solidFill>
                          <a:latin typeface="Arial"/>
                        </a:rPr>
                        <a:t>Telemetrie</a:t>
                      </a:r>
                      <a:r>
                        <a:rPr sz="1000" b="0" dirty="0">
                          <a:solidFill>
                            <a:srgbClr val="41484C"/>
                          </a:solidFill>
                          <a:latin typeface="Arial"/>
                        </a:rPr>
                        <a:t> </a:t>
                      </a:r>
                      <a:r>
                        <a:rPr sz="1000" b="0" dirty="0" err="1">
                          <a:solidFill>
                            <a:srgbClr val="41484C"/>
                          </a:solidFill>
                          <a:latin typeface="Arial"/>
                        </a:rPr>
                        <a:t>sieht</a:t>
                      </a:r>
                      <a:r>
                        <a:rPr sz="1000" b="0" dirty="0">
                          <a:solidFill>
                            <a:srgbClr val="41484C"/>
                          </a:solidFill>
                          <a:latin typeface="Arial"/>
                        </a:rPr>
                        <a:t> </a:t>
                      </a:r>
                      <a:r>
                        <a:rPr sz="1000" b="0" dirty="0" err="1">
                          <a:solidFill>
                            <a:srgbClr val="41484C"/>
                          </a:solidFill>
                          <a:latin typeface="Arial"/>
                        </a:rPr>
                        <a:t>weder</a:t>
                      </a:r>
                      <a:r>
                        <a:rPr sz="1000" b="0" dirty="0">
                          <a:solidFill>
                            <a:srgbClr val="41484C"/>
                          </a:solidFill>
                          <a:latin typeface="Arial"/>
                        </a:rPr>
                        <a:t> </a:t>
                      </a:r>
                      <a:r>
                        <a:rPr sz="1000" b="0" dirty="0" err="1">
                          <a:solidFill>
                            <a:srgbClr val="41484C"/>
                          </a:solidFill>
                          <a:latin typeface="Arial"/>
                        </a:rPr>
                        <a:t>lokale</a:t>
                      </a:r>
                      <a:r>
                        <a:rPr sz="1000" b="0" dirty="0">
                          <a:solidFill>
                            <a:srgbClr val="41484C"/>
                          </a:solidFill>
                          <a:latin typeface="Arial"/>
                        </a:rPr>
                        <a:t> </a:t>
                      </a:r>
                      <a:r>
                        <a:rPr sz="1000" b="0" dirty="0" err="1">
                          <a:solidFill>
                            <a:srgbClr val="41484C"/>
                          </a:solidFill>
                          <a:latin typeface="Arial"/>
                        </a:rPr>
                        <a:t>Agenten</a:t>
                      </a:r>
                      <a:r>
                        <a:rPr sz="1000" b="0" dirty="0">
                          <a:solidFill>
                            <a:srgbClr val="41484C"/>
                          </a:solidFill>
                          <a:latin typeface="Arial"/>
                        </a:rPr>
                        <a:t> </a:t>
                      </a:r>
                      <a:r>
                        <a:rPr sz="1000" b="0" dirty="0" err="1">
                          <a:solidFill>
                            <a:srgbClr val="41484C"/>
                          </a:solidFill>
                          <a:latin typeface="Arial"/>
                        </a:rPr>
                        <a:t>noch</a:t>
                      </a:r>
                      <a:r>
                        <a:rPr sz="1000" b="0" dirty="0">
                          <a:solidFill>
                            <a:srgbClr val="41484C"/>
                          </a:solidFill>
                          <a:latin typeface="Arial"/>
                        </a:rPr>
                        <a:t> MCP-Server</a:t>
                      </a:r>
                      <a:r>
                        <a:rPr lang="de-DE" sz="1000" b="0" dirty="0">
                          <a:solidFill>
                            <a:srgbClr val="41484C"/>
                          </a:solidFill>
                          <a:latin typeface="Arial"/>
                        </a:rPr>
                        <a:t> (Aktuell nur MDE Daten)</a:t>
                      </a:r>
                      <a:endParaRPr sz="1000" b="0" dirty="0">
                        <a:solidFill>
                          <a:srgbClr val="41484C"/>
                        </a:solidFill>
                        <a:latin typeface="Arial"/>
                      </a:endParaRPr>
                    </a:p>
                  </a:txBody>
                  <a:tcPr marL="73152" marR="54864" marT="27432" marB="27432" anchor="ctr">
                    <a:solidFill>
                      <a:srgbClr val="F0F1F2"/>
                    </a:solidFill>
                  </a:tcPr>
                </a:tc>
                <a:extLst>
                  <a:ext uri="{0D108BD9-81ED-4DB2-BD59-A6C34878D82A}">
                    <a16:rowId xmlns:a16="http://schemas.microsoft.com/office/drawing/2014/main" val="10004"/>
                  </a:ext>
                </a:extLst>
              </a:tr>
              <a:tr h="624844">
                <a:tc>
                  <a:txBody>
                    <a:bodyPr/>
                    <a:lstStyle/>
                    <a:p>
                      <a:pPr algn="l"/>
                      <a:r>
                        <a:rPr sz="1050" b="1">
                          <a:solidFill>
                            <a:srgbClr val="00446E"/>
                          </a:solidFill>
                          <a:latin typeface="Arial"/>
                        </a:rPr>
                        <a:t>Purview DSPM for AI</a:t>
                      </a:r>
                    </a:p>
                  </a:txBody>
                  <a:tcPr marL="73152" marR="54864" marT="27432" marB="27432" anchor="ctr">
                    <a:solidFill>
                      <a:srgbClr val="FFFFFF"/>
                    </a:solidFill>
                  </a:tcPr>
                </a:tc>
                <a:tc>
                  <a:txBody>
                    <a:bodyPr/>
                    <a:lstStyle/>
                    <a:p>
                      <a:pPr algn="l"/>
                      <a:r>
                        <a:rPr sz="1050" b="0">
                          <a:solidFill>
                            <a:srgbClr val="41484C"/>
                          </a:solidFill>
                          <a:latin typeface="Arial"/>
                        </a:rPr>
                        <a:t>Eingaben und Antworten in den angebundenen Microsoft-KI-Diensten</a:t>
                      </a:r>
                    </a:p>
                  </a:txBody>
                  <a:tcPr marL="73152" marR="54864" marT="27432" marB="27432" anchor="ctr">
                    <a:solidFill>
                      <a:srgbClr val="FFFFFF"/>
                    </a:solidFill>
                  </a:tcPr>
                </a:tc>
                <a:tc>
                  <a:txBody>
                    <a:bodyPr/>
                    <a:lstStyle/>
                    <a:p>
                      <a:pPr algn="l"/>
                      <a:r>
                        <a:rPr lang="de-DE" sz="1000" b="0" dirty="0">
                          <a:solidFill>
                            <a:srgbClr val="41484C"/>
                          </a:solidFill>
                          <a:latin typeface="Arial"/>
                        </a:rPr>
                        <a:t>D</a:t>
                      </a:r>
                      <a:r>
                        <a:rPr sz="1000" b="0" dirty="0" err="1">
                          <a:solidFill>
                            <a:srgbClr val="41484C"/>
                          </a:solidFill>
                          <a:latin typeface="Arial"/>
                        </a:rPr>
                        <a:t>eckt</a:t>
                      </a:r>
                      <a:r>
                        <a:rPr sz="1000" b="0" dirty="0">
                          <a:solidFill>
                            <a:srgbClr val="41484C"/>
                          </a:solidFill>
                          <a:latin typeface="Arial"/>
                        </a:rPr>
                        <a:t> </a:t>
                      </a:r>
                      <a:r>
                        <a:rPr sz="1000" b="0" dirty="0" err="1">
                          <a:solidFill>
                            <a:srgbClr val="41484C"/>
                          </a:solidFill>
                          <a:latin typeface="Arial"/>
                        </a:rPr>
                        <a:t>lokale</a:t>
                      </a:r>
                      <a:r>
                        <a:rPr sz="1000" b="0" dirty="0">
                          <a:solidFill>
                            <a:srgbClr val="41484C"/>
                          </a:solidFill>
                          <a:latin typeface="Arial"/>
                        </a:rPr>
                        <a:t> </a:t>
                      </a:r>
                      <a:r>
                        <a:rPr sz="1000" b="0" dirty="0" err="1">
                          <a:solidFill>
                            <a:srgbClr val="41484C"/>
                          </a:solidFill>
                          <a:latin typeface="Arial"/>
                        </a:rPr>
                        <a:t>Agenten</a:t>
                      </a:r>
                      <a:r>
                        <a:rPr sz="1000" b="0" dirty="0">
                          <a:solidFill>
                            <a:srgbClr val="41484C"/>
                          </a:solidFill>
                          <a:latin typeface="Arial"/>
                        </a:rPr>
                        <a:t> </a:t>
                      </a:r>
                      <a:r>
                        <a:rPr sz="1000" b="0" dirty="0" err="1">
                          <a:solidFill>
                            <a:srgbClr val="41484C"/>
                          </a:solidFill>
                          <a:latin typeface="Arial"/>
                        </a:rPr>
                        <a:t>nicht</a:t>
                      </a:r>
                      <a:r>
                        <a:rPr sz="1000" b="0" dirty="0">
                          <a:solidFill>
                            <a:srgbClr val="41484C"/>
                          </a:solidFill>
                          <a:latin typeface="Arial"/>
                        </a:rPr>
                        <a:t> ab</a:t>
                      </a:r>
                    </a:p>
                  </a:txBody>
                  <a:tcPr marL="73152" marR="54864"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Abdeckung: Wie vollständig ist das Bild?</a:t>
            </a:r>
          </a:p>
        </p:txBody>
      </p:sp>
      <p:sp>
        <p:nvSpPr>
          <p:cNvPr id="3" name="Text Placeholder 2"/>
          <p:cNvSpPr>
            <a:spLocks noGrp="1"/>
          </p:cNvSpPr>
          <p:nvPr>
            <p:ph type="body" sz="quarter" idx="14"/>
          </p:nvPr>
        </p:nvSpPr>
        <p:spPr/>
        <p:txBody>
          <a:bodyPr/>
          <a:lstStyle/>
          <a:p>
            <a:r>
              <a:rPr>
                <a:latin typeface="Arial"/>
              </a:rPr>
              <a:t>Sichtbar wird nur, was über Defender for Endpoint angebunden ist</a:t>
            </a:r>
          </a:p>
        </p:txBody>
      </p:sp>
      <p:graphicFrame>
        <p:nvGraphicFramePr>
          <p:cNvPr id="4" name="Table 3"/>
          <p:cNvGraphicFramePr>
            <a:graphicFrameLocks noGrp="1"/>
          </p:cNvGraphicFramePr>
          <p:nvPr>
            <p:extLst>
              <p:ext uri="{D42A27DB-BD31-4B8C-83A1-F6EECF244321}">
                <p14:modId xmlns:p14="http://schemas.microsoft.com/office/powerpoint/2010/main" val="1992171643"/>
              </p:ext>
            </p:extLst>
          </p:nvPr>
        </p:nvGraphicFramePr>
        <p:xfrm>
          <a:off x="283464" y="1417320"/>
          <a:ext cx="10149840" cy="329184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548640">
                <a:tc>
                  <a:txBody>
                    <a:bodyPr/>
                    <a:lstStyle/>
                    <a:p>
                      <a:pPr algn="l"/>
                      <a:r>
                        <a:rPr sz="1100" b="1">
                          <a:solidFill>
                            <a:srgbClr val="FFFFFF"/>
                          </a:solidFill>
                          <a:latin typeface="Arial"/>
                        </a:rPr>
                        <a:t>Gerätegruppe</a:t>
                      </a:r>
                    </a:p>
                  </a:txBody>
                  <a:tcPr marL="73152" marR="54864" marT="27432" marB="27432" anchor="ctr">
                    <a:solidFill>
                      <a:srgbClr val="00446E"/>
                    </a:solidFill>
                  </a:tcPr>
                </a:tc>
                <a:tc>
                  <a:txBody>
                    <a:bodyPr/>
                    <a:lstStyle/>
                    <a:p>
                      <a:pPr algn="l"/>
                      <a:r>
                        <a:rPr sz="1100" b="1">
                          <a:solidFill>
                            <a:srgbClr val="FFFFFF"/>
                          </a:solidFill>
                          <a:latin typeface="Arial"/>
                        </a:rPr>
                        <a:t>Anbindung</a:t>
                      </a:r>
                    </a:p>
                  </a:txBody>
                  <a:tcPr marL="73152" marR="54864" marT="27432" marB="27432" anchor="ctr">
                    <a:solidFill>
                      <a:srgbClr val="00446E"/>
                    </a:solidFill>
                  </a:tcPr>
                </a:tc>
                <a:tc>
                  <a:txBody>
                    <a:bodyPr/>
                    <a:lstStyle/>
                    <a:p>
                      <a:pPr algn="l"/>
                      <a:r>
                        <a:rPr sz="1100" b="1">
                          <a:solidFill>
                            <a:srgbClr val="FFFFFF"/>
                          </a:solidFill>
                          <a:latin typeface="Arial"/>
                        </a:rPr>
                        <a:t>Agenten sichtbar?</a:t>
                      </a:r>
                    </a:p>
                  </a:txBody>
                  <a:tcPr marL="73152" marR="54864" marT="27432" marB="27432" anchor="ctr">
                    <a:solidFill>
                      <a:srgbClr val="00446E"/>
                    </a:solidFill>
                  </a:tcPr>
                </a:tc>
                <a:tc>
                  <a:txBody>
                    <a:bodyPr/>
                    <a:lstStyle/>
                    <a:p>
                      <a:pPr algn="l"/>
                      <a:r>
                        <a:rPr sz="1100" b="1">
                          <a:solidFill>
                            <a:srgbClr val="FFFFFF"/>
                          </a:solidFill>
                          <a:latin typeface="Arial"/>
                        </a:rPr>
                        <a:t>Konsequenz</a:t>
                      </a:r>
                    </a:p>
                  </a:txBody>
                  <a:tcPr marL="73152" marR="54864" marT="27432" marB="27432" anchor="ctr">
                    <a:solidFill>
                      <a:srgbClr val="00446E"/>
                    </a:solidFill>
                  </a:tcPr>
                </a:tc>
                <a:extLst>
                  <a:ext uri="{0D108BD9-81ED-4DB2-BD59-A6C34878D82A}">
                    <a16:rowId xmlns:a16="http://schemas.microsoft.com/office/drawing/2014/main" val="10000"/>
                  </a:ext>
                </a:extLst>
              </a:tr>
              <a:tr h="548640">
                <a:tc>
                  <a:txBody>
                    <a:bodyPr/>
                    <a:lstStyle/>
                    <a:p>
                      <a:pPr algn="l"/>
                      <a:r>
                        <a:rPr sz="1050" b="1">
                          <a:solidFill>
                            <a:srgbClr val="00446E"/>
                          </a:solidFill>
                          <a:latin typeface="Arial"/>
                        </a:rPr>
                        <a:t>Entwickler-Notebooks</a:t>
                      </a:r>
                    </a:p>
                  </a:txBody>
                  <a:tcPr marL="73152" marR="54864" marT="27432" marB="27432" anchor="ctr">
                    <a:solidFill>
                      <a:srgbClr val="FFFFFF"/>
                    </a:solidFill>
                  </a:tcPr>
                </a:tc>
                <a:tc>
                  <a:txBody>
                    <a:bodyPr/>
                    <a:lstStyle/>
                    <a:p>
                      <a:pPr algn="l"/>
                      <a:r>
                        <a:rPr sz="1050" b="0">
                          <a:solidFill>
                            <a:srgbClr val="41484C"/>
                          </a:solidFill>
                          <a:latin typeface="Arial"/>
                        </a:rPr>
                        <a:t>Defender for Endpoint</a:t>
                      </a:r>
                    </a:p>
                  </a:txBody>
                  <a:tcPr marL="73152" marR="54864" marT="27432" marB="27432" anchor="ctr">
                    <a:solidFill>
                      <a:srgbClr val="FFFFFF"/>
                    </a:solidFill>
                  </a:tcPr>
                </a:tc>
                <a:tc>
                  <a:txBody>
                    <a:bodyPr/>
                    <a:lstStyle/>
                    <a:p>
                      <a:pPr algn="l"/>
                      <a:r>
                        <a:rPr sz="1050" b="0">
                          <a:solidFill>
                            <a:srgbClr val="266446"/>
                          </a:solidFill>
                          <a:latin typeface="Arial"/>
                        </a:rPr>
                        <a:t>Ja</a:t>
                      </a:r>
                    </a:p>
                  </a:txBody>
                  <a:tcPr marL="73152" marR="54864" marT="27432" marB="27432" anchor="ctr">
                    <a:solidFill>
                      <a:srgbClr val="FFFFFF"/>
                    </a:solidFill>
                  </a:tcPr>
                </a:tc>
                <a:tc>
                  <a:txBody>
                    <a:bodyPr/>
                    <a:lstStyle/>
                    <a:p>
                      <a:pPr algn="l"/>
                      <a:r>
                        <a:rPr sz="1000" b="0" dirty="0" err="1">
                          <a:solidFill>
                            <a:srgbClr val="41484C"/>
                          </a:solidFill>
                          <a:latin typeface="Arial"/>
                        </a:rPr>
                        <a:t>Hauptquelle</a:t>
                      </a:r>
                      <a:r>
                        <a:rPr sz="1000" b="0" dirty="0">
                          <a:solidFill>
                            <a:srgbClr val="41484C"/>
                          </a:solidFill>
                          <a:latin typeface="Arial"/>
                        </a:rPr>
                        <a:t> der </a:t>
                      </a:r>
                      <a:r>
                        <a:rPr sz="1000" b="0" dirty="0" err="1">
                          <a:solidFill>
                            <a:srgbClr val="41484C"/>
                          </a:solidFill>
                          <a:latin typeface="Arial"/>
                        </a:rPr>
                        <a:t>Sichtbarkeit</a:t>
                      </a:r>
                      <a:r>
                        <a:rPr sz="1000" b="0" dirty="0">
                          <a:solidFill>
                            <a:srgbClr val="41484C"/>
                          </a:solidFill>
                          <a:latin typeface="Arial"/>
                        </a:rPr>
                        <a:t>  </a:t>
                      </a:r>
                      <a:r>
                        <a:rPr lang="de-DE" sz="1000" b="0" dirty="0">
                          <a:solidFill>
                            <a:srgbClr val="41484C"/>
                          </a:solidFill>
                          <a:latin typeface="Arial"/>
                        </a:rPr>
                        <a:t>gleichzeitig</a:t>
                      </a:r>
                      <a:r>
                        <a:rPr sz="1000" b="0" dirty="0">
                          <a:solidFill>
                            <a:srgbClr val="41484C"/>
                          </a:solidFill>
                          <a:latin typeface="Arial"/>
                        </a:rPr>
                        <a:t> die Gruppe </a:t>
                      </a:r>
                      <a:r>
                        <a:rPr sz="1000" b="0" dirty="0" err="1">
                          <a:solidFill>
                            <a:srgbClr val="41484C"/>
                          </a:solidFill>
                          <a:latin typeface="Arial"/>
                        </a:rPr>
                        <a:t>mit</a:t>
                      </a:r>
                      <a:r>
                        <a:rPr sz="1000" b="0" dirty="0">
                          <a:solidFill>
                            <a:srgbClr val="41484C"/>
                          </a:solidFill>
                          <a:latin typeface="Arial"/>
                        </a:rPr>
                        <a:t> der </a:t>
                      </a:r>
                      <a:r>
                        <a:rPr sz="1000" b="0" dirty="0" err="1">
                          <a:solidFill>
                            <a:srgbClr val="41484C"/>
                          </a:solidFill>
                          <a:latin typeface="Arial"/>
                        </a:rPr>
                        <a:t>höchsten</a:t>
                      </a:r>
                      <a:r>
                        <a:rPr sz="1000" b="0" dirty="0">
                          <a:solidFill>
                            <a:srgbClr val="41484C"/>
                          </a:solidFill>
                          <a:latin typeface="Arial"/>
                        </a:rPr>
                        <a:t> </a:t>
                      </a:r>
                      <a:r>
                        <a:rPr sz="1000" b="0" dirty="0" err="1">
                          <a:solidFill>
                            <a:srgbClr val="41484C"/>
                          </a:solidFill>
                          <a:latin typeface="Arial"/>
                        </a:rPr>
                        <a:t>Agentendichte</a:t>
                      </a:r>
                      <a:endParaRPr sz="1000" b="0" dirty="0">
                        <a:solidFill>
                          <a:srgbClr val="41484C"/>
                        </a:solidFill>
                        <a:latin typeface="Arial"/>
                      </a:endParaRPr>
                    </a:p>
                  </a:txBody>
                  <a:tcPr marL="73152" marR="54864"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050" b="1">
                          <a:solidFill>
                            <a:srgbClr val="00446E"/>
                          </a:solidFill>
                          <a:latin typeface="Arial"/>
                        </a:rPr>
                        <a:t>Auslandsbüros</a:t>
                      </a:r>
                    </a:p>
                  </a:txBody>
                  <a:tcPr marL="73152" marR="54864" marT="27432" marB="27432" anchor="ctr">
                    <a:solidFill>
                      <a:srgbClr val="F0F1F2"/>
                    </a:solidFill>
                  </a:tcPr>
                </a:tc>
                <a:tc>
                  <a:txBody>
                    <a:bodyPr/>
                    <a:lstStyle/>
                    <a:p>
                      <a:pPr algn="l"/>
                      <a:r>
                        <a:rPr sz="1050" b="0">
                          <a:solidFill>
                            <a:srgbClr val="41484C"/>
                          </a:solidFill>
                          <a:latin typeface="Arial"/>
                        </a:rPr>
                        <a:t>Defender for Endpoint</a:t>
                      </a:r>
                    </a:p>
                  </a:txBody>
                  <a:tcPr marL="73152" marR="54864" marT="27432" marB="27432" anchor="ctr">
                    <a:solidFill>
                      <a:srgbClr val="F0F1F2"/>
                    </a:solidFill>
                  </a:tcPr>
                </a:tc>
                <a:tc>
                  <a:txBody>
                    <a:bodyPr/>
                    <a:lstStyle/>
                    <a:p>
                      <a:pPr algn="l"/>
                      <a:r>
                        <a:rPr sz="1050" b="0">
                          <a:solidFill>
                            <a:srgbClr val="266446"/>
                          </a:solidFill>
                          <a:latin typeface="Arial"/>
                        </a:rPr>
                        <a:t>Ja</a:t>
                      </a:r>
                    </a:p>
                  </a:txBody>
                  <a:tcPr marL="73152" marR="54864" marT="27432" marB="27432" anchor="ctr">
                    <a:solidFill>
                      <a:srgbClr val="F0F1F2"/>
                    </a:solidFill>
                  </a:tcPr>
                </a:tc>
                <a:tc>
                  <a:txBody>
                    <a:bodyPr/>
                    <a:lstStyle/>
                    <a:p>
                      <a:pPr algn="l"/>
                      <a:r>
                        <a:rPr sz="1000" b="0" dirty="0" err="1">
                          <a:solidFill>
                            <a:srgbClr val="41484C"/>
                          </a:solidFill>
                          <a:latin typeface="Arial"/>
                        </a:rPr>
                        <a:t>Abdeckung</a:t>
                      </a:r>
                      <a:r>
                        <a:rPr sz="1000" b="0" dirty="0">
                          <a:solidFill>
                            <a:srgbClr val="41484C"/>
                          </a:solidFill>
                          <a:latin typeface="Arial"/>
                        </a:rPr>
                        <a:t> </a:t>
                      </a:r>
                      <a:r>
                        <a:rPr sz="1000" b="0" dirty="0" err="1">
                          <a:solidFill>
                            <a:srgbClr val="41484C"/>
                          </a:solidFill>
                          <a:latin typeface="Arial"/>
                        </a:rPr>
                        <a:t>vorhanden</a:t>
                      </a:r>
                      <a:r>
                        <a:rPr sz="1000" b="0" dirty="0">
                          <a:solidFill>
                            <a:srgbClr val="41484C"/>
                          </a:solidFill>
                          <a:latin typeface="Arial"/>
                        </a:rPr>
                        <a:t>; </a:t>
                      </a:r>
                    </a:p>
                  </a:txBody>
                  <a:tcPr marL="73152" marR="54864" marT="27432" marB="27432" anchor="ctr">
                    <a:solidFill>
                      <a:srgbClr val="F0F1F2"/>
                    </a:solidFill>
                  </a:tcPr>
                </a:tc>
                <a:extLst>
                  <a:ext uri="{0D108BD9-81ED-4DB2-BD59-A6C34878D82A}">
                    <a16:rowId xmlns:a16="http://schemas.microsoft.com/office/drawing/2014/main" val="10002"/>
                  </a:ext>
                </a:extLst>
              </a:tr>
              <a:tr h="548640">
                <a:tc>
                  <a:txBody>
                    <a:bodyPr/>
                    <a:lstStyle/>
                    <a:p>
                      <a:pPr algn="l"/>
                      <a:r>
                        <a:rPr sz="1050" b="1">
                          <a:solidFill>
                            <a:srgbClr val="00446E"/>
                          </a:solidFill>
                          <a:latin typeface="Arial"/>
                        </a:rPr>
                        <a:t>Standard-Clients</a:t>
                      </a:r>
                    </a:p>
                  </a:txBody>
                  <a:tcPr marL="73152" marR="54864" marT="27432" marB="27432" anchor="ctr">
                    <a:solidFill>
                      <a:srgbClr val="FFFFFF"/>
                    </a:solidFill>
                  </a:tcPr>
                </a:tc>
                <a:tc>
                  <a:txBody>
                    <a:bodyPr/>
                    <a:lstStyle/>
                    <a:p>
                      <a:pPr algn="l"/>
                      <a:r>
                        <a:rPr sz="1050" b="0" dirty="0" err="1">
                          <a:solidFill>
                            <a:srgbClr val="B36B00"/>
                          </a:solidFill>
                          <a:latin typeface="Arial"/>
                        </a:rPr>
                        <a:t>Nicht</a:t>
                      </a:r>
                      <a:r>
                        <a:rPr sz="1050" b="0" dirty="0">
                          <a:solidFill>
                            <a:srgbClr val="B36B00"/>
                          </a:solidFill>
                          <a:latin typeface="Arial"/>
                        </a:rPr>
                        <a:t> </a:t>
                      </a:r>
                      <a:r>
                        <a:rPr sz="1050" b="0" dirty="0" err="1">
                          <a:solidFill>
                            <a:srgbClr val="B36B00"/>
                          </a:solidFill>
                          <a:latin typeface="Arial"/>
                        </a:rPr>
                        <a:t>angebunden</a:t>
                      </a:r>
                      <a:endParaRPr sz="1050" b="0" dirty="0">
                        <a:solidFill>
                          <a:srgbClr val="B36B00"/>
                        </a:solidFill>
                        <a:latin typeface="Arial"/>
                      </a:endParaRPr>
                    </a:p>
                  </a:txBody>
                  <a:tcPr marL="73152" marR="54864" marT="27432" marB="27432" anchor="ctr">
                    <a:solidFill>
                      <a:srgbClr val="FFFFFF"/>
                    </a:solidFill>
                  </a:tcPr>
                </a:tc>
                <a:tc>
                  <a:txBody>
                    <a:bodyPr/>
                    <a:lstStyle/>
                    <a:p>
                      <a:pPr algn="l"/>
                      <a:r>
                        <a:rPr sz="1050" b="0">
                          <a:solidFill>
                            <a:srgbClr val="B36B00"/>
                          </a:solidFill>
                          <a:latin typeface="Arial"/>
                        </a:rPr>
                        <a:t>Nein</a:t>
                      </a:r>
                    </a:p>
                  </a:txBody>
                  <a:tcPr marL="73152" marR="54864" marT="27432" marB="27432" anchor="ctr">
                    <a:solidFill>
                      <a:srgbClr val="FFFFFF"/>
                    </a:solidFill>
                  </a:tcPr>
                </a:tc>
                <a:tc>
                  <a:txBody>
                    <a:bodyPr/>
                    <a:lstStyle/>
                    <a:p>
                      <a:pPr algn="l"/>
                      <a:r>
                        <a:rPr lang="de-DE" sz="1000" b="0" dirty="0" err="1">
                          <a:solidFill>
                            <a:srgbClr val="41484C"/>
                          </a:solidFill>
                          <a:latin typeface="Arial"/>
                        </a:rPr>
                        <a:t>Ungf</a:t>
                      </a:r>
                      <a:r>
                        <a:rPr lang="de-DE" sz="1000" b="0" dirty="0">
                          <a:solidFill>
                            <a:srgbClr val="41484C"/>
                          </a:solidFill>
                          <a:latin typeface="Arial"/>
                        </a:rPr>
                        <a:t>. 3% Abdeckung durch MDE (fehlendes Rollout)</a:t>
                      </a:r>
                      <a:endParaRPr sz="1000" b="0" dirty="0">
                        <a:solidFill>
                          <a:srgbClr val="41484C"/>
                        </a:solidFill>
                        <a:latin typeface="Arial"/>
                      </a:endParaRPr>
                    </a:p>
                  </a:txBody>
                  <a:tcPr marL="73152" marR="54864"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050" b="1">
                          <a:solidFill>
                            <a:srgbClr val="00446E"/>
                          </a:solidFill>
                          <a:latin typeface="Arial"/>
                        </a:rPr>
                        <a:t>Server / VDI</a:t>
                      </a:r>
                    </a:p>
                  </a:txBody>
                  <a:tcPr marL="73152" marR="54864" marT="27432" marB="27432" anchor="ctr">
                    <a:solidFill>
                      <a:srgbClr val="F0F1F2"/>
                    </a:solidFill>
                  </a:tcPr>
                </a:tc>
                <a:tc>
                  <a:txBody>
                    <a:bodyPr/>
                    <a:lstStyle/>
                    <a:p>
                      <a:pPr algn="l"/>
                      <a:r>
                        <a:rPr lang="de-DE" sz="1050" b="0" dirty="0">
                          <a:solidFill>
                            <a:srgbClr val="B36B00"/>
                          </a:solidFill>
                          <a:latin typeface="+mn-lt"/>
                        </a:rPr>
                        <a:t>Nicht angebunden</a:t>
                      </a:r>
                    </a:p>
                  </a:txBody>
                  <a:tcPr marL="73152" marR="54864" marT="27432" marB="27432" anchor="ctr">
                    <a:solidFill>
                      <a:srgbClr val="F0F1F2"/>
                    </a:solidFill>
                  </a:tcPr>
                </a:tc>
                <a:tc>
                  <a:txBody>
                    <a:bodyPr/>
                    <a:lstStyle/>
                    <a:p>
                      <a:pPr algn="l"/>
                      <a:r>
                        <a:rPr sz="1050" b="0">
                          <a:solidFill>
                            <a:srgbClr val="B36B00"/>
                          </a:solidFill>
                          <a:latin typeface="Arial"/>
                        </a:rPr>
                        <a:t>Offen</a:t>
                      </a:r>
                    </a:p>
                  </a:txBody>
                  <a:tcPr marL="73152" marR="54864" marT="27432" marB="27432" anchor="ctr">
                    <a:solidFill>
                      <a:srgbClr val="F0F1F2"/>
                    </a:solidFill>
                  </a:tcPr>
                </a:tc>
                <a:tc>
                  <a:txBody>
                    <a:bodyPr/>
                    <a:lstStyle/>
                    <a:p>
                      <a:pPr algn="l"/>
                      <a:r>
                        <a:rPr lang="de-DE" sz="1000" b="0" dirty="0">
                          <a:solidFill>
                            <a:srgbClr val="41484C"/>
                          </a:solidFill>
                          <a:latin typeface="Arial"/>
                        </a:rPr>
                        <a:t>Nicht abgedeckt</a:t>
                      </a:r>
                      <a:endParaRPr sz="1000" b="0" dirty="0">
                        <a:solidFill>
                          <a:srgbClr val="41484C"/>
                        </a:solidFill>
                        <a:latin typeface="Arial"/>
                      </a:endParaRPr>
                    </a:p>
                  </a:txBody>
                  <a:tcPr marL="73152" marR="54864" marT="27432" marB="27432" anchor="ctr">
                    <a:solidFill>
                      <a:srgbClr val="F0F1F2"/>
                    </a:solidFill>
                  </a:tcPr>
                </a:tc>
                <a:extLst>
                  <a:ext uri="{0D108BD9-81ED-4DB2-BD59-A6C34878D82A}">
                    <a16:rowId xmlns:a16="http://schemas.microsoft.com/office/drawing/2014/main" val="10004"/>
                  </a:ext>
                </a:extLst>
              </a:tr>
              <a:tr h="548640">
                <a:tc>
                  <a:txBody>
                    <a:bodyPr/>
                    <a:lstStyle/>
                    <a:p>
                      <a:pPr algn="l"/>
                      <a:endParaRPr sz="1050" b="1" dirty="0">
                        <a:solidFill>
                          <a:srgbClr val="00446E"/>
                        </a:solidFill>
                        <a:latin typeface="Arial"/>
                      </a:endParaRPr>
                    </a:p>
                  </a:txBody>
                  <a:tcPr marL="73152" marR="54864" marT="27432" marB="27432" anchor="ctr">
                    <a:solidFill>
                      <a:srgbClr val="FFFFFF"/>
                    </a:solidFill>
                  </a:tcPr>
                </a:tc>
                <a:tc>
                  <a:txBody>
                    <a:bodyPr/>
                    <a:lstStyle/>
                    <a:p>
                      <a:pPr algn="l"/>
                      <a:endParaRPr sz="1050" b="0" dirty="0">
                        <a:solidFill>
                          <a:srgbClr val="B36B00"/>
                        </a:solidFill>
                        <a:latin typeface="Arial"/>
                      </a:endParaRPr>
                    </a:p>
                  </a:txBody>
                  <a:tcPr marL="73152" marR="54864" marT="27432" marB="27432" anchor="ctr">
                    <a:solidFill>
                      <a:srgbClr val="FFFFFF"/>
                    </a:solidFill>
                  </a:tcPr>
                </a:tc>
                <a:tc>
                  <a:txBody>
                    <a:bodyPr/>
                    <a:lstStyle/>
                    <a:p>
                      <a:pPr algn="l"/>
                      <a:endParaRPr sz="1050" b="0" dirty="0">
                        <a:solidFill>
                          <a:srgbClr val="B36B00"/>
                        </a:solidFill>
                        <a:latin typeface="Arial"/>
                      </a:endParaRPr>
                    </a:p>
                  </a:txBody>
                  <a:tcPr marL="73152" marR="54864" marT="27432" marB="27432" anchor="ctr">
                    <a:solidFill>
                      <a:srgbClr val="FFFFFF"/>
                    </a:solidFill>
                  </a:tcPr>
                </a:tc>
                <a:tc>
                  <a:txBody>
                    <a:bodyPr/>
                    <a:lstStyle/>
                    <a:p>
                      <a:pPr algn="l"/>
                      <a:endParaRPr sz="1000" b="0" dirty="0">
                        <a:solidFill>
                          <a:srgbClr val="41484C"/>
                        </a:solidFill>
                        <a:latin typeface="Arial"/>
                      </a:endParaRPr>
                    </a:p>
                  </a:txBody>
                  <a:tcPr marL="73152" marR="54864"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Risikobild: Wirkungsbereich, Risiko und Einschätzung</a:t>
            </a:r>
          </a:p>
        </p:txBody>
      </p:sp>
      <p:sp>
        <p:nvSpPr>
          <p:cNvPr id="3" name="Text Placeholder 2"/>
          <p:cNvSpPr>
            <a:spLocks noGrp="1"/>
          </p:cNvSpPr>
          <p:nvPr>
            <p:ph type="body" sz="quarter" idx="14"/>
          </p:nvPr>
        </p:nvSpPr>
        <p:spPr/>
        <p:txBody>
          <a:bodyPr/>
          <a:lstStyle/>
          <a:p>
            <a:r>
              <a:rPr>
                <a:latin typeface="Arial"/>
              </a:rPr>
              <a:t>Generell gehalten – die Bewertung gilt für lokale KI-Agenten unabhängig vom Hersteller</a:t>
            </a:r>
          </a:p>
        </p:txBody>
      </p:sp>
      <p:graphicFrame>
        <p:nvGraphicFramePr>
          <p:cNvPr id="4" name="Table 3"/>
          <p:cNvGraphicFramePr>
            <a:graphicFrameLocks noGrp="1"/>
          </p:cNvGraphicFramePr>
          <p:nvPr/>
        </p:nvGraphicFramePr>
        <p:xfrm>
          <a:off x="283464" y="1188720"/>
          <a:ext cx="10149840" cy="4052324"/>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57200">
                <a:tc>
                  <a:txBody>
                    <a:bodyPr/>
                    <a:lstStyle/>
                    <a:p>
                      <a:pPr algn="l"/>
                      <a:r>
                        <a:rPr sz="1100" b="1">
                          <a:solidFill>
                            <a:srgbClr val="FFFFFF"/>
                          </a:solidFill>
                          <a:latin typeface="Arial"/>
                        </a:rPr>
                        <a:t>Wirkungsbereich</a:t>
                      </a:r>
                    </a:p>
                  </a:txBody>
                  <a:tcPr marL="73152" marR="54864" marT="18288" marB="18288" anchor="ctr">
                    <a:solidFill>
                      <a:srgbClr val="00446E"/>
                    </a:solidFill>
                  </a:tcPr>
                </a:tc>
                <a:tc>
                  <a:txBody>
                    <a:bodyPr/>
                    <a:lstStyle/>
                    <a:p>
                      <a:pPr algn="l"/>
                      <a:r>
                        <a:rPr sz="1100" b="1">
                          <a:solidFill>
                            <a:srgbClr val="FFFFFF"/>
                          </a:solidFill>
                          <a:latin typeface="Arial"/>
                        </a:rPr>
                        <a:t>Risiko</a:t>
                      </a:r>
                    </a:p>
                  </a:txBody>
                  <a:tcPr marL="73152" marR="54864" marT="18288" marB="18288" anchor="ctr">
                    <a:solidFill>
                      <a:srgbClr val="00446E"/>
                    </a:solidFill>
                  </a:tcPr>
                </a:tc>
                <a:tc>
                  <a:txBody>
                    <a:bodyPr/>
                    <a:lstStyle/>
                    <a:p>
                      <a:pPr algn="l"/>
                      <a:r>
                        <a:rPr sz="1100" b="1">
                          <a:solidFill>
                            <a:srgbClr val="FFFFFF"/>
                          </a:solidFill>
                          <a:latin typeface="Arial"/>
                        </a:rPr>
                        <a:t>Einschätzung</a:t>
                      </a:r>
                    </a:p>
                  </a:txBody>
                  <a:tcPr marL="73152" marR="54864" marT="18288" marB="18288" anchor="ctr">
                    <a:solidFill>
                      <a:srgbClr val="00446E"/>
                    </a:solidFill>
                  </a:tcPr>
                </a:tc>
                <a:extLst>
                  <a:ext uri="{0D108BD9-81ED-4DB2-BD59-A6C34878D82A}">
                    <a16:rowId xmlns:a16="http://schemas.microsoft.com/office/drawing/2014/main" val="10000"/>
                  </a:ext>
                </a:extLst>
              </a:tr>
              <a:tr h="457200">
                <a:tc>
                  <a:txBody>
                    <a:bodyPr/>
                    <a:lstStyle/>
                    <a:p>
                      <a:pPr algn="l"/>
                      <a:r>
                        <a:rPr sz="1050" b="1">
                          <a:solidFill>
                            <a:srgbClr val="00446E"/>
                          </a:solidFill>
                          <a:latin typeface="Arial"/>
                        </a:rPr>
                        <a:t>Privilegierte Zugriffe</a:t>
                      </a:r>
                    </a:p>
                  </a:txBody>
                  <a:tcPr marL="73152" marR="54864" marT="18288" marB="18288" anchor="ctr">
                    <a:solidFill>
                      <a:srgbClr val="FFFFFF"/>
                    </a:solidFill>
                  </a:tcPr>
                </a:tc>
                <a:tc>
                  <a:txBody>
                    <a:bodyPr/>
                    <a:lstStyle/>
                    <a:p>
                      <a:pPr algn="l"/>
                      <a:r>
                        <a:rPr sz="1050" b="0" dirty="0" err="1">
                          <a:solidFill>
                            <a:srgbClr val="41484C"/>
                          </a:solidFill>
                          <a:latin typeface="Arial"/>
                        </a:rPr>
                        <a:t>Agenten</a:t>
                      </a:r>
                      <a:r>
                        <a:rPr sz="1050" b="0" dirty="0">
                          <a:solidFill>
                            <a:srgbClr val="41484C"/>
                          </a:solidFill>
                          <a:latin typeface="Arial"/>
                        </a:rPr>
                        <a:t> </a:t>
                      </a:r>
                      <a:r>
                        <a:rPr sz="1050" b="0" dirty="0" err="1">
                          <a:solidFill>
                            <a:srgbClr val="41484C"/>
                          </a:solidFill>
                          <a:latin typeface="Arial"/>
                        </a:rPr>
                        <a:t>laufen</a:t>
                      </a:r>
                      <a:r>
                        <a:rPr sz="1050" b="0" dirty="0">
                          <a:solidFill>
                            <a:srgbClr val="41484C"/>
                          </a:solidFill>
                          <a:latin typeface="Arial"/>
                        </a:rPr>
                        <a:t> </a:t>
                      </a:r>
                      <a:r>
                        <a:rPr sz="1050" b="0" dirty="0" err="1">
                          <a:solidFill>
                            <a:srgbClr val="41484C"/>
                          </a:solidFill>
                          <a:latin typeface="Arial"/>
                        </a:rPr>
                        <a:t>mit</a:t>
                      </a:r>
                      <a:r>
                        <a:rPr sz="1050" b="0" dirty="0">
                          <a:solidFill>
                            <a:srgbClr val="41484C"/>
                          </a:solidFill>
                          <a:latin typeface="Arial"/>
                        </a:rPr>
                        <a:t> den </a:t>
                      </a:r>
                      <a:r>
                        <a:rPr sz="1050" b="0" dirty="0" err="1">
                          <a:solidFill>
                            <a:srgbClr val="41484C"/>
                          </a:solidFill>
                          <a:latin typeface="Arial"/>
                        </a:rPr>
                        <a:t>Rechten</a:t>
                      </a:r>
                      <a:r>
                        <a:rPr sz="1050" b="0" dirty="0">
                          <a:solidFill>
                            <a:srgbClr val="41484C"/>
                          </a:solidFill>
                          <a:latin typeface="Arial"/>
                        </a:rPr>
                        <a:t> des </a:t>
                      </a:r>
                      <a:r>
                        <a:rPr sz="1050" b="0" dirty="0" err="1">
                          <a:solidFill>
                            <a:srgbClr val="41484C"/>
                          </a:solidFill>
                          <a:latin typeface="Arial"/>
                        </a:rPr>
                        <a:t>angemeldeten</a:t>
                      </a:r>
                      <a:r>
                        <a:rPr sz="1050" b="0" dirty="0">
                          <a:solidFill>
                            <a:srgbClr val="41484C"/>
                          </a:solidFill>
                          <a:latin typeface="Arial"/>
                        </a:rPr>
                        <a:t> </a:t>
                      </a:r>
                      <a:r>
                        <a:rPr sz="1050" b="0" dirty="0" err="1">
                          <a:solidFill>
                            <a:srgbClr val="41484C"/>
                          </a:solidFill>
                          <a:latin typeface="Arial"/>
                        </a:rPr>
                        <a:t>Benutzers</a:t>
                      </a:r>
                      <a:r>
                        <a:rPr sz="1050" b="0" dirty="0">
                          <a:solidFill>
                            <a:srgbClr val="41484C"/>
                          </a:solidFill>
                          <a:latin typeface="Arial"/>
                        </a:rPr>
                        <a:t>. Auf </a:t>
                      </a:r>
                      <a:r>
                        <a:rPr sz="1050" b="0" dirty="0" err="1">
                          <a:solidFill>
                            <a:srgbClr val="41484C"/>
                          </a:solidFill>
                          <a:latin typeface="Arial"/>
                        </a:rPr>
                        <a:t>Geräten</a:t>
                      </a:r>
                      <a:r>
                        <a:rPr sz="1050" b="0" dirty="0">
                          <a:solidFill>
                            <a:srgbClr val="41484C"/>
                          </a:solidFill>
                          <a:latin typeface="Arial"/>
                        </a:rPr>
                        <a:t> </a:t>
                      </a:r>
                      <a:r>
                        <a:rPr sz="1050" b="0" dirty="0" err="1">
                          <a:solidFill>
                            <a:srgbClr val="41484C"/>
                          </a:solidFill>
                          <a:latin typeface="Arial"/>
                        </a:rPr>
                        <a:t>mit</a:t>
                      </a:r>
                      <a:r>
                        <a:rPr sz="1050" b="0" dirty="0">
                          <a:solidFill>
                            <a:srgbClr val="41484C"/>
                          </a:solidFill>
                          <a:latin typeface="Arial"/>
                        </a:rPr>
                        <a:t> </a:t>
                      </a:r>
                      <a:r>
                        <a:rPr sz="1050" b="0" dirty="0" err="1">
                          <a:solidFill>
                            <a:srgbClr val="41484C"/>
                          </a:solidFill>
                          <a:latin typeface="Arial"/>
                        </a:rPr>
                        <a:t>administrativen</a:t>
                      </a:r>
                      <a:r>
                        <a:rPr sz="1050" b="0" dirty="0">
                          <a:solidFill>
                            <a:srgbClr val="41484C"/>
                          </a:solidFill>
                          <a:latin typeface="Arial"/>
                        </a:rPr>
                        <a:t> </a:t>
                      </a:r>
                      <a:r>
                        <a:rPr sz="1050" b="0" dirty="0" err="1">
                          <a:solidFill>
                            <a:srgbClr val="41484C"/>
                          </a:solidFill>
                          <a:latin typeface="Arial"/>
                        </a:rPr>
                        <a:t>Tätigkeiten</a:t>
                      </a:r>
                      <a:r>
                        <a:rPr sz="1050" b="0" dirty="0">
                          <a:solidFill>
                            <a:srgbClr val="41484C"/>
                          </a:solidFill>
                          <a:latin typeface="Arial"/>
                        </a:rPr>
                        <a:t> </a:t>
                      </a:r>
                      <a:r>
                        <a:rPr sz="1050" b="0" dirty="0" err="1">
                          <a:solidFill>
                            <a:srgbClr val="41484C"/>
                          </a:solidFill>
                          <a:latin typeface="Arial"/>
                        </a:rPr>
                        <a:t>fällt</a:t>
                      </a:r>
                      <a:r>
                        <a:rPr sz="1050" b="0" dirty="0">
                          <a:solidFill>
                            <a:srgbClr val="41484C"/>
                          </a:solidFill>
                          <a:latin typeface="Arial"/>
                        </a:rPr>
                        <a:t> </a:t>
                      </a:r>
                      <a:r>
                        <a:rPr sz="1050" b="0" dirty="0" err="1">
                          <a:solidFill>
                            <a:srgbClr val="41484C"/>
                          </a:solidFill>
                          <a:latin typeface="Arial"/>
                        </a:rPr>
                        <a:t>ein</a:t>
                      </a:r>
                      <a:r>
                        <a:rPr sz="1050" b="0" dirty="0">
                          <a:solidFill>
                            <a:srgbClr val="41484C"/>
                          </a:solidFill>
                          <a:latin typeface="Arial"/>
                        </a:rPr>
                        <a:t> </a:t>
                      </a:r>
                      <a:r>
                        <a:rPr sz="1050" b="0" dirty="0" err="1">
                          <a:solidFill>
                            <a:srgbClr val="41484C"/>
                          </a:solidFill>
                          <a:latin typeface="Arial"/>
                        </a:rPr>
                        <a:t>aktives</a:t>
                      </a:r>
                      <a:r>
                        <a:rPr sz="1050" b="0" dirty="0">
                          <a:solidFill>
                            <a:srgbClr val="41484C"/>
                          </a:solidFill>
                          <a:latin typeface="Arial"/>
                        </a:rPr>
                        <a:t> </a:t>
                      </a:r>
                      <a:r>
                        <a:rPr sz="1050" b="0" dirty="0" err="1">
                          <a:solidFill>
                            <a:srgbClr val="41484C"/>
                          </a:solidFill>
                          <a:latin typeface="Arial"/>
                        </a:rPr>
                        <a:t>Rollenfenster</a:t>
                      </a:r>
                      <a:r>
                        <a:rPr sz="1050" b="0" dirty="0">
                          <a:solidFill>
                            <a:srgbClr val="41484C"/>
                          </a:solidFill>
                          <a:latin typeface="Arial"/>
                        </a:rPr>
                        <a:t> in </a:t>
                      </a:r>
                      <a:r>
                        <a:rPr sz="1050" b="0" dirty="0" err="1">
                          <a:solidFill>
                            <a:srgbClr val="41484C"/>
                          </a:solidFill>
                          <a:latin typeface="Arial"/>
                        </a:rPr>
                        <a:t>denselben</a:t>
                      </a:r>
                      <a:r>
                        <a:rPr sz="1050" b="0" dirty="0">
                          <a:solidFill>
                            <a:srgbClr val="41484C"/>
                          </a:solidFill>
                          <a:latin typeface="Arial"/>
                        </a:rPr>
                        <a:t> </a:t>
                      </a:r>
                      <a:r>
                        <a:rPr sz="1050" b="0" dirty="0" err="1">
                          <a:solidFill>
                            <a:srgbClr val="41484C"/>
                          </a:solidFill>
                          <a:latin typeface="Arial"/>
                        </a:rPr>
                        <a:t>Kontext</a:t>
                      </a:r>
                      <a:r>
                        <a:rPr sz="1050" b="0" dirty="0">
                          <a:solidFill>
                            <a:srgbClr val="41484C"/>
                          </a:solidFill>
                          <a:latin typeface="Arial"/>
                        </a:rPr>
                        <a:t>.</a:t>
                      </a:r>
                    </a:p>
                  </a:txBody>
                  <a:tcPr marL="73152" marR="54864" marT="18288" marB="18288" anchor="ctr">
                    <a:solidFill>
                      <a:srgbClr val="FFFFFF"/>
                    </a:solidFill>
                  </a:tcPr>
                </a:tc>
                <a:tc>
                  <a:txBody>
                    <a:bodyPr/>
                    <a:lstStyle/>
                    <a:p>
                      <a:pPr algn="l"/>
                      <a:r>
                        <a:rPr sz="1000" b="1">
                          <a:solidFill>
                            <a:srgbClr val="B36B00"/>
                          </a:solidFill>
                          <a:latin typeface="Arial"/>
                        </a:rPr>
                        <a:t>Kritisch – höchste Priorität</a:t>
                      </a:r>
                    </a:p>
                  </a:txBody>
                  <a:tcPr marL="73152" marR="54864"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1050" b="1">
                          <a:solidFill>
                            <a:srgbClr val="00446E"/>
                          </a:solidFill>
                          <a:latin typeface="Arial"/>
                        </a:rPr>
                        <a:t>Datenabfluss über MCP-Server</a:t>
                      </a:r>
                    </a:p>
                  </a:txBody>
                  <a:tcPr marL="73152" marR="54864" marT="18288" marB="18288" anchor="ctr">
                    <a:solidFill>
                      <a:srgbClr val="F0F1F2"/>
                    </a:solidFill>
                  </a:tcPr>
                </a:tc>
                <a:tc>
                  <a:txBody>
                    <a:bodyPr/>
                    <a:lstStyle/>
                    <a:p>
                      <a:pPr algn="l"/>
                      <a:r>
                        <a:rPr sz="1050" b="0">
                          <a:solidFill>
                            <a:srgbClr val="41484C"/>
                          </a:solidFill>
                          <a:latin typeface="Arial"/>
                        </a:rPr>
                        <a:t>Angebundene MCP-Server sind ein Datenkanal an Dritte – häufig ohne Vertrag, ohne Bewertung und ohne bekannten Speicherort.</a:t>
                      </a:r>
                    </a:p>
                  </a:txBody>
                  <a:tcPr marL="73152" marR="54864" marT="18288" marB="18288" anchor="ctr">
                    <a:solidFill>
                      <a:srgbClr val="F0F1F2"/>
                    </a:solidFill>
                  </a:tcPr>
                </a:tc>
                <a:tc>
                  <a:txBody>
                    <a:bodyPr/>
                    <a:lstStyle/>
                    <a:p>
                      <a:pPr algn="l"/>
                      <a:r>
                        <a:rPr sz="1000" b="1">
                          <a:solidFill>
                            <a:srgbClr val="B36B00"/>
                          </a:solidFill>
                          <a:latin typeface="Arial"/>
                        </a:rPr>
                        <a:t>Kritisch – bei schutzbedürftigen Daten meldepflichtig</a:t>
                      </a:r>
                    </a:p>
                  </a:txBody>
                  <a:tcPr marL="73152" marR="54864" marT="18288" marB="18288" anchor="ctr">
                    <a:solidFill>
                      <a:srgbClr val="F0F1F2"/>
                    </a:solidFill>
                  </a:tcPr>
                </a:tc>
                <a:extLst>
                  <a:ext uri="{0D108BD9-81ED-4DB2-BD59-A6C34878D82A}">
                    <a16:rowId xmlns:a16="http://schemas.microsoft.com/office/drawing/2014/main" val="10002"/>
                  </a:ext>
                </a:extLst>
              </a:tr>
              <a:tr h="457200">
                <a:tc>
                  <a:txBody>
                    <a:bodyPr/>
                    <a:lstStyle/>
                    <a:p>
                      <a:pPr algn="l"/>
                      <a:r>
                        <a:rPr sz="1050" b="1">
                          <a:solidFill>
                            <a:srgbClr val="00446E"/>
                          </a:solidFill>
                          <a:latin typeface="Arial"/>
                        </a:rPr>
                        <a:t>Ausführung ohne Bestätigung</a:t>
                      </a:r>
                    </a:p>
                  </a:txBody>
                  <a:tcPr marL="73152" marR="54864" marT="18288" marB="18288" anchor="ctr">
                    <a:solidFill>
                      <a:srgbClr val="FFFFFF"/>
                    </a:solidFill>
                  </a:tcPr>
                </a:tc>
                <a:tc>
                  <a:txBody>
                    <a:bodyPr/>
                    <a:lstStyle/>
                    <a:p>
                      <a:pPr algn="l"/>
                      <a:r>
                        <a:rPr sz="1050" b="0">
                          <a:solidFill>
                            <a:srgbClr val="41484C"/>
                          </a:solidFill>
                          <a:latin typeface="Arial"/>
                        </a:rPr>
                        <a:t>Im automatischen Freigabemodus entfällt die letzte manuelle Kontrolle. Eingeschleuste Anweisungen aus Dateien oder Webinhalten werden dann ausgeführt.</a:t>
                      </a:r>
                    </a:p>
                  </a:txBody>
                  <a:tcPr marL="73152" marR="54864" marT="18288" marB="18288" anchor="ctr">
                    <a:solidFill>
                      <a:srgbClr val="FFFFFF"/>
                    </a:solidFill>
                  </a:tcPr>
                </a:tc>
                <a:tc>
                  <a:txBody>
                    <a:bodyPr/>
                    <a:lstStyle/>
                    <a:p>
                      <a:pPr algn="l"/>
                      <a:r>
                        <a:rPr sz="1000" b="1">
                          <a:solidFill>
                            <a:srgbClr val="B36B00"/>
                          </a:solidFill>
                          <a:latin typeface="Arial"/>
                        </a:rPr>
                        <a:t>Hoch – vor allem in Entwicklungsumgebungen</a:t>
                      </a:r>
                    </a:p>
                  </a:txBody>
                  <a:tcPr marL="73152" marR="54864" marT="18288" marB="18288" anchor="ctr">
                    <a:solidFill>
                      <a:srgbClr val="FFFFFF"/>
                    </a:solidFill>
                  </a:tcPr>
                </a:tc>
                <a:extLst>
                  <a:ext uri="{0D108BD9-81ED-4DB2-BD59-A6C34878D82A}">
                    <a16:rowId xmlns:a16="http://schemas.microsoft.com/office/drawing/2014/main" val="10003"/>
                  </a:ext>
                </a:extLst>
              </a:tr>
              <a:tr h="457200">
                <a:tc>
                  <a:txBody>
                    <a:bodyPr/>
                    <a:lstStyle/>
                    <a:p>
                      <a:pPr algn="l"/>
                      <a:r>
                        <a:rPr sz="1050" b="1">
                          <a:solidFill>
                            <a:srgbClr val="00446E"/>
                          </a:solidFill>
                          <a:latin typeface="Arial"/>
                        </a:rPr>
                        <a:t>Regulatorik und Auslagerung</a:t>
                      </a:r>
                    </a:p>
                  </a:txBody>
                  <a:tcPr marL="73152" marR="54864" marT="18288" marB="18288" anchor="ctr">
                    <a:solidFill>
                      <a:srgbClr val="F0F1F2"/>
                    </a:solidFill>
                  </a:tcPr>
                </a:tc>
                <a:tc>
                  <a:txBody>
                    <a:bodyPr/>
                    <a:lstStyle/>
                    <a:p>
                      <a:pPr algn="l"/>
                      <a:r>
                        <a:rPr sz="1050" b="0">
                          <a:solidFill>
                            <a:srgbClr val="41484C"/>
                          </a:solidFill>
                          <a:latin typeface="Arial"/>
                        </a:rPr>
                        <a:t>Nicht inventarisierte Agenten und ungeprüfte KI-Anbieter berühren die Anforderungen an IKT-Bestand und Drittparteienrisiko.</a:t>
                      </a:r>
                    </a:p>
                  </a:txBody>
                  <a:tcPr marL="73152" marR="54864" marT="18288" marB="18288" anchor="ctr">
                    <a:solidFill>
                      <a:srgbClr val="F0F1F2"/>
                    </a:solidFill>
                  </a:tcPr>
                </a:tc>
                <a:tc>
                  <a:txBody>
                    <a:bodyPr/>
                    <a:lstStyle/>
                    <a:p>
                      <a:pPr algn="l"/>
                      <a:r>
                        <a:rPr sz="1000" b="1">
                          <a:solidFill>
                            <a:srgbClr val="B36B00"/>
                          </a:solidFill>
                          <a:latin typeface="Arial"/>
                        </a:rPr>
                        <a:t>Hoch – nachweispflichtig gegenüber der Revision</a:t>
                      </a:r>
                    </a:p>
                  </a:txBody>
                  <a:tcPr marL="73152" marR="54864" marT="18288" marB="18288" anchor="ctr">
                    <a:solidFill>
                      <a:srgbClr val="F0F1F2"/>
                    </a:solidFill>
                  </a:tcPr>
                </a:tc>
                <a:extLst>
                  <a:ext uri="{0D108BD9-81ED-4DB2-BD59-A6C34878D82A}">
                    <a16:rowId xmlns:a16="http://schemas.microsoft.com/office/drawing/2014/main" val="10004"/>
                  </a:ext>
                </a:extLst>
              </a:tr>
              <a:tr h="624844">
                <a:tc>
                  <a:txBody>
                    <a:bodyPr/>
                    <a:lstStyle/>
                    <a:p>
                      <a:pPr algn="l"/>
                      <a:r>
                        <a:rPr sz="1050" b="1">
                          <a:solidFill>
                            <a:srgbClr val="00446E"/>
                          </a:solidFill>
                          <a:latin typeface="Arial"/>
                        </a:rPr>
                        <a:t>Vertraulichkeit und Nachweis</a:t>
                      </a:r>
                    </a:p>
                  </a:txBody>
                  <a:tcPr marL="73152" marR="54864" marT="18288" marB="18288" anchor="ctr">
                    <a:solidFill>
                      <a:srgbClr val="FFFFFF"/>
                    </a:solidFill>
                  </a:tcPr>
                </a:tc>
                <a:tc>
                  <a:txBody>
                    <a:bodyPr/>
                    <a:lstStyle/>
                    <a:p>
                      <a:pPr algn="l"/>
                      <a:r>
                        <a:rPr sz="1050" b="0">
                          <a:solidFill>
                            <a:srgbClr val="41484C"/>
                          </a:solidFill>
                          <a:latin typeface="Arial"/>
                        </a:rPr>
                        <a:t>Eingaben können in nicht freigegebene Dienste gelangen; für agentisch erzeugte Ergebnisse fehlt ein Prüfpfad.</a:t>
                      </a:r>
                    </a:p>
                  </a:txBody>
                  <a:tcPr marL="73152" marR="54864" marT="18288" marB="18288" anchor="ctr">
                    <a:solidFill>
                      <a:srgbClr val="FFFFFF"/>
                    </a:solidFill>
                  </a:tcPr>
                </a:tc>
                <a:tc>
                  <a:txBody>
                    <a:bodyPr/>
                    <a:lstStyle/>
                    <a:p>
                      <a:pPr algn="l"/>
                      <a:r>
                        <a:rPr sz="1000" b="0">
                          <a:solidFill>
                            <a:srgbClr val="41484C"/>
                          </a:solidFill>
                          <a:latin typeface="Arial"/>
                        </a:rPr>
                        <a:t>Mittel – steigt mit der Verbreitung</a:t>
                      </a:r>
                    </a:p>
                  </a:txBody>
                  <a:tcPr marL="73152" marR="54864" marT="18288" marB="18288" anchor="ctr">
                    <a:solidFill>
                      <a:srgbClr val="FFFFFF"/>
                    </a:solidFill>
                  </a:tcPr>
                </a:tc>
                <a:extLst>
                  <a:ext uri="{0D108BD9-81ED-4DB2-BD59-A6C34878D82A}">
                    <a16:rowId xmlns:a16="http://schemas.microsoft.com/office/drawing/2014/main" val="10005"/>
                  </a:ext>
                </a:extLst>
              </a:tr>
              <a:tr h="457200">
                <a:tc>
                  <a:txBody>
                    <a:bodyPr/>
                    <a:lstStyle/>
                    <a:p>
                      <a:pPr algn="l"/>
                      <a:r>
                        <a:rPr sz="1050" b="1">
                          <a:solidFill>
                            <a:srgbClr val="00446E"/>
                          </a:solidFill>
                          <a:latin typeface="Arial"/>
                        </a:rPr>
                        <a:t>Lieferkette der Erweiterungen</a:t>
                      </a:r>
                    </a:p>
                  </a:txBody>
                  <a:tcPr marL="73152" marR="54864" marT="18288" marB="18288" anchor="ctr">
                    <a:solidFill>
                      <a:srgbClr val="F0F1F2"/>
                    </a:solidFill>
                  </a:tcPr>
                </a:tc>
                <a:tc>
                  <a:txBody>
                    <a:bodyPr/>
                    <a:lstStyle/>
                    <a:p>
                      <a:pPr algn="l"/>
                      <a:r>
                        <a:rPr sz="1050" b="0">
                          <a:solidFill>
                            <a:srgbClr val="41484C"/>
                          </a:solidFill>
                          <a:latin typeface="Arial"/>
                        </a:rPr>
                        <a:t>Skills, Plugins, Erweiterungen und MCP-Server werden aus offenen Registern nachinstalliert. Code kann bereits bei der Installation laufen – vor dem ersten Einsatz des Agenten.</a:t>
                      </a:r>
                    </a:p>
                  </a:txBody>
                  <a:tcPr marL="73152" marR="54864" marT="18288" marB="18288" anchor="ctr">
                    <a:solidFill>
                      <a:srgbClr val="F0F1F2"/>
                    </a:solidFill>
                  </a:tcPr>
                </a:tc>
                <a:tc>
                  <a:txBody>
                    <a:bodyPr/>
                    <a:lstStyle/>
                    <a:p>
                      <a:pPr algn="l"/>
                      <a:r>
                        <a:rPr sz="1000" b="1">
                          <a:solidFill>
                            <a:srgbClr val="B36B00"/>
                          </a:solidFill>
                          <a:latin typeface="Arial"/>
                        </a:rPr>
                        <a:t>Hoch – umgeht die Softwarefreigabe</a:t>
                      </a:r>
                    </a:p>
                  </a:txBody>
                  <a:tcPr marL="73152" marR="54864" marT="18288" marB="18288" anchor="ctr">
                    <a:solidFill>
                      <a:srgbClr val="F0F1F2"/>
                    </a:solidFill>
                  </a:tcPr>
                </a:tc>
                <a:extLst>
                  <a:ext uri="{0D108BD9-81ED-4DB2-BD59-A6C34878D82A}">
                    <a16:rowId xmlns:a16="http://schemas.microsoft.com/office/drawing/2014/main" val="10006"/>
                  </a:ext>
                </a:extLst>
              </a:tr>
              <a:tr h="624844">
                <a:tc>
                  <a:txBody>
                    <a:bodyPr/>
                    <a:lstStyle/>
                    <a:p>
                      <a:pPr algn="l"/>
                      <a:r>
                        <a:rPr sz="1050" b="1">
                          <a:solidFill>
                            <a:srgbClr val="00446E"/>
                          </a:solidFill>
                          <a:latin typeface="Arial"/>
                        </a:rPr>
                        <a:t>Verarbeitungsort der Daten</a:t>
                      </a:r>
                    </a:p>
                  </a:txBody>
                  <a:tcPr marL="73152" marR="54864" marT="18288" marB="18288" anchor="ctr">
                    <a:solidFill>
                      <a:srgbClr val="FFFFFF"/>
                    </a:solidFill>
                  </a:tcPr>
                </a:tc>
                <a:tc>
                  <a:txBody>
                    <a:bodyPr/>
                    <a:lstStyle/>
                    <a:p>
                      <a:pPr algn="l"/>
                      <a:r>
                        <a:rPr sz="1050" b="0">
                          <a:solidFill>
                            <a:srgbClr val="41484C"/>
                          </a:solidFill>
                          <a:latin typeface="Arial"/>
                        </a:rPr>
                        <a:t>Ohne gezielte Konfiguration nutzen die Werkzeuge die Standard-Endpunkte ihrer Anbieter – außerhalb der Microsoft EU Data Boundary. Für Claude ist eine EU-Verarbeitung derzeit nicht über Azure abbildbar.</a:t>
                      </a:r>
                    </a:p>
                  </a:txBody>
                  <a:tcPr marL="73152" marR="54864" marT="18288" marB="18288" anchor="ctr">
                    <a:solidFill>
                      <a:srgbClr val="FFFFFF"/>
                    </a:solidFill>
                  </a:tcPr>
                </a:tc>
                <a:tc>
                  <a:txBody>
                    <a:bodyPr/>
                    <a:lstStyle/>
                    <a:p>
                      <a:pPr algn="l"/>
                      <a:r>
                        <a:rPr sz="1000" b="1" dirty="0">
                          <a:solidFill>
                            <a:srgbClr val="B36B00"/>
                          </a:solidFill>
                          <a:latin typeface="Arial"/>
                        </a:rPr>
                        <a:t>Hoch – </a:t>
                      </a:r>
                      <a:r>
                        <a:rPr sz="1000" b="1" dirty="0" err="1">
                          <a:solidFill>
                            <a:srgbClr val="B36B00"/>
                          </a:solidFill>
                          <a:latin typeface="Arial"/>
                        </a:rPr>
                        <a:t>über</a:t>
                      </a:r>
                      <a:r>
                        <a:rPr sz="1000" b="1" dirty="0">
                          <a:solidFill>
                            <a:srgbClr val="B36B00"/>
                          </a:solidFill>
                          <a:latin typeface="Arial"/>
                        </a:rPr>
                        <a:t> die View </a:t>
                      </a:r>
                      <a:r>
                        <a:rPr sz="1000" b="1" dirty="0" err="1">
                          <a:solidFill>
                            <a:srgbClr val="B36B00"/>
                          </a:solidFill>
                          <a:latin typeface="Arial"/>
                        </a:rPr>
                        <a:t>nicht</a:t>
                      </a:r>
                      <a:r>
                        <a:rPr sz="1000" b="1" dirty="0">
                          <a:solidFill>
                            <a:srgbClr val="B36B00"/>
                          </a:solidFill>
                          <a:latin typeface="Arial"/>
                        </a:rPr>
                        <a:t> </a:t>
                      </a:r>
                      <a:r>
                        <a:rPr sz="1000" b="1" dirty="0" err="1">
                          <a:solidFill>
                            <a:srgbClr val="B36B00"/>
                          </a:solidFill>
                          <a:latin typeface="Arial"/>
                        </a:rPr>
                        <a:t>belegbar</a:t>
                      </a:r>
                      <a:r>
                        <a:rPr sz="1000" b="1" dirty="0">
                          <a:solidFill>
                            <a:srgbClr val="B36B00"/>
                          </a:solidFill>
                          <a:latin typeface="Arial"/>
                        </a:rPr>
                        <a:t>, </a:t>
                      </a:r>
                      <a:r>
                        <a:rPr sz="1000" b="1" dirty="0" err="1">
                          <a:solidFill>
                            <a:srgbClr val="B36B00"/>
                          </a:solidFill>
                          <a:latin typeface="Arial"/>
                        </a:rPr>
                        <a:t>Konfiguration</a:t>
                      </a:r>
                      <a:r>
                        <a:rPr sz="1000" b="1" dirty="0">
                          <a:solidFill>
                            <a:srgbClr val="B36B00"/>
                          </a:solidFill>
                          <a:latin typeface="Arial"/>
                        </a:rPr>
                        <a:t> </a:t>
                      </a:r>
                      <a:r>
                        <a:rPr sz="1000" b="1" dirty="0" err="1">
                          <a:solidFill>
                            <a:srgbClr val="B36B00"/>
                          </a:solidFill>
                          <a:latin typeface="Arial"/>
                        </a:rPr>
                        <a:t>gesondert</a:t>
                      </a:r>
                      <a:r>
                        <a:rPr sz="1000" b="1" dirty="0">
                          <a:solidFill>
                            <a:srgbClr val="B36B00"/>
                          </a:solidFill>
                          <a:latin typeface="Arial"/>
                        </a:rPr>
                        <a:t> </a:t>
                      </a:r>
                      <a:r>
                        <a:rPr sz="1000" b="1" dirty="0" err="1">
                          <a:solidFill>
                            <a:srgbClr val="B36B00"/>
                          </a:solidFill>
                          <a:latin typeface="Arial"/>
                        </a:rPr>
                        <a:t>zu</a:t>
                      </a:r>
                      <a:r>
                        <a:rPr sz="1000" b="1" dirty="0">
                          <a:solidFill>
                            <a:srgbClr val="B36B00"/>
                          </a:solidFill>
                          <a:latin typeface="Arial"/>
                        </a:rPr>
                        <a:t> </a:t>
                      </a:r>
                      <a:r>
                        <a:rPr sz="1000" b="1" dirty="0" err="1">
                          <a:solidFill>
                            <a:srgbClr val="B36B00"/>
                          </a:solidFill>
                          <a:latin typeface="Arial"/>
                        </a:rPr>
                        <a:t>prüfen</a:t>
                      </a:r>
                      <a:endParaRPr sz="1000" b="1" dirty="0">
                        <a:solidFill>
                          <a:srgbClr val="B36B00"/>
                        </a:solidFill>
                        <a:latin typeface="Arial"/>
                      </a:endParaRPr>
                    </a:p>
                  </a:txBody>
                  <a:tcPr marL="73152" marR="54864" marT="18288" marB="18288"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Weiteres Vorgehen</a:t>
            </a:r>
          </a:p>
        </p:txBody>
      </p:sp>
      <p:sp>
        <p:nvSpPr>
          <p:cNvPr id="3" name="Text Placeholder 2"/>
          <p:cNvSpPr>
            <a:spLocks noGrp="1"/>
          </p:cNvSpPr>
          <p:nvPr>
            <p:ph type="body" sz="quarter" idx="14"/>
          </p:nvPr>
        </p:nvSpPr>
        <p:spPr/>
        <p:txBody>
          <a:bodyPr/>
          <a:lstStyle/>
          <a:p>
            <a:r>
              <a:rPr>
                <a:latin typeface="Arial"/>
              </a:rPr>
              <a:t>Erst Rahmen und Transparenz, dann Regelwerk – technische Eingriffe kommen zuletzt</a:t>
            </a:r>
          </a:p>
        </p:txBody>
      </p:sp>
      <p:sp>
        <p:nvSpPr>
          <p:cNvPr id="4" name="Rounded Rectangle 3"/>
          <p:cNvSpPr/>
          <p:nvPr/>
        </p:nvSpPr>
        <p:spPr>
          <a:xfrm>
            <a:off x="283464" y="1417320"/>
            <a:ext cx="2427732" cy="384048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448056"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6" name="TextBox 5"/>
          <p:cNvSpPr txBox="1"/>
          <p:nvPr/>
        </p:nvSpPr>
        <p:spPr>
          <a:xfrm>
            <a:off x="941832" y="1600200"/>
            <a:ext cx="1604772" cy="411480"/>
          </a:xfrm>
          <a:prstGeom prst="rect">
            <a:avLst/>
          </a:prstGeom>
          <a:noFill/>
        </p:spPr>
        <p:txBody>
          <a:bodyPr wrap="square" lIns="0" tIns="0" rIns="0" bIns="0" anchor="ctr">
            <a:spAutoFit/>
          </a:bodyPr>
          <a:lstStyle/>
          <a:p>
            <a:pPr algn="l">
              <a:spcAft>
                <a:spcPts val="400"/>
              </a:spcAft>
            </a:pPr>
            <a:r>
              <a:rPr sz="1400" b="1">
                <a:solidFill>
                  <a:srgbClr val="00446E"/>
                </a:solidFill>
                <a:latin typeface="Arial"/>
              </a:rPr>
              <a:t>Rahmen</a:t>
            </a:r>
          </a:p>
        </p:txBody>
      </p:sp>
      <p:sp>
        <p:nvSpPr>
          <p:cNvPr id="7" name="TextBox 6"/>
          <p:cNvSpPr txBox="1"/>
          <p:nvPr/>
        </p:nvSpPr>
        <p:spPr>
          <a:xfrm>
            <a:off x="448056" y="2194560"/>
            <a:ext cx="2098548" cy="2926080"/>
          </a:xfrm>
          <a:prstGeom prst="rect">
            <a:avLst/>
          </a:prstGeom>
          <a:noFill/>
        </p:spPr>
        <p:txBody>
          <a:bodyPr wrap="square" lIns="0" tIns="0" rIns="0" bIns="0">
            <a:spAutoFit/>
          </a:bodyPr>
          <a:lstStyle/>
          <a:p>
            <a:pPr>
              <a:spcAft>
                <a:spcPts val="700"/>
              </a:spcAft>
            </a:pPr>
            <a:r>
              <a:rPr sz="1000" b="1">
                <a:solidFill>
                  <a:srgbClr val="007ABC"/>
                </a:solidFill>
                <a:latin typeface="Arial"/>
              </a:rPr>
              <a:t>▪  </a:t>
            </a:r>
            <a:r>
              <a:rPr sz="1000" b="0">
                <a:solidFill>
                  <a:srgbClr val="41484C"/>
                </a:solidFill>
                <a:latin typeface="Arial"/>
              </a:rPr>
              <a:t>Datenschutz und Mitbestimmung einbinden</a:t>
            </a:r>
          </a:p>
          <a:p>
            <a:pPr>
              <a:spcAft>
                <a:spcPts val="700"/>
              </a:spcAft>
            </a:pPr>
            <a:r>
              <a:rPr sz="1000" b="1">
                <a:solidFill>
                  <a:srgbClr val="007ABC"/>
                </a:solidFill>
                <a:latin typeface="Arial"/>
              </a:rPr>
              <a:t>▪  </a:t>
            </a:r>
            <a:r>
              <a:rPr sz="1000" b="0">
                <a:solidFill>
                  <a:srgbClr val="41484C"/>
                </a:solidFill>
                <a:latin typeface="Arial"/>
              </a:rPr>
              <a:t>Auswertungsmodell festlegen</a:t>
            </a:r>
          </a:p>
          <a:p>
            <a:pPr>
              <a:spcAft>
                <a:spcPts val="700"/>
              </a:spcAft>
            </a:pPr>
            <a:r>
              <a:rPr sz="1000" b="1">
                <a:solidFill>
                  <a:srgbClr val="007ABC"/>
                </a:solidFill>
                <a:latin typeface="Arial"/>
              </a:rPr>
              <a:t>▪  </a:t>
            </a:r>
            <a:r>
              <a:rPr sz="1000" b="0">
                <a:solidFill>
                  <a:srgbClr val="41484C"/>
                </a:solidFill>
                <a:latin typeface="Arial"/>
              </a:rPr>
              <a:t>Rollen und Zugriffe trennen</a:t>
            </a:r>
          </a:p>
          <a:p>
            <a:pPr>
              <a:spcAft>
                <a:spcPts val="700"/>
              </a:spcAft>
            </a:pPr>
            <a:r>
              <a:rPr sz="1000" b="1">
                <a:solidFill>
                  <a:srgbClr val="007ABC"/>
                </a:solidFill>
                <a:latin typeface="Arial"/>
              </a:rPr>
              <a:t>▪  </a:t>
            </a:r>
            <a:r>
              <a:rPr sz="1000" b="0">
                <a:solidFill>
                  <a:srgbClr val="41484C"/>
                </a:solidFill>
                <a:latin typeface="Arial"/>
              </a:rPr>
              <a:t>Preview-Vorbehalt dokumentieren</a:t>
            </a:r>
          </a:p>
        </p:txBody>
      </p:sp>
      <p:sp>
        <p:nvSpPr>
          <p:cNvPr id="8" name="Right Arrow 7"/>
          <p:cNvSpPr/>
          <p:nvPr/>
        </p:nvSpPr>
        <p:spPr>
          <a:xfrm>
            <a:off x="2692908" y="3218688"/>
            <a:ext cx="201168" cy="237744"/>
          </a:xfrm>
          <a:prstGeom prst="rightArrow">
            <a:avLst/>
          </a:prstGeom>
          <a:solidFill>
            <a:srgbClr val="97C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57500" y="1417320"/>
            <a:ext cx="2427732" cy="384048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3022092"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11" name="TextBox 10"/>
          <p:cNvSpPr txBox="1"/>
          <p:nvPr/>
        </p:nvSpPr>
        <p:spPr>
          <a:xfrm>
            <a:off x="3515868" y="1600200"/>
            <a:ext cx="1604772" cy="411480"/>
          </a:xfrm>
          <a:prstGeom prst="rect">
            <a:avLst/>
          </a:prstGeom>
          <a:noFill/>
        </p:spPr>
        <p:txBody>
          <a:bodyPr wrap="square" lIns="0" tIns="0" rIns="0" bIns="0" anchor="ctr">
            <a:spAutoFit/>
          </a:bodyPr>
          <a:lstStyle/>
          <a:p>
            <a:pPr algn="l">
              <a:spcAft>
                <a:spcPts val="400"/>
              </a:spcAft>
            </a:pPr>
            <a:r>
              <a:rPr sz="1400" b="1">
                <a:solidFill>
                  <a:srgbClr val="00446E"/>
                </a:solidFill>
                <a:latin typeface="Arial"/>
              </a:rPr>
              <a:t>Transparenz</a:t>
            </a:r>
          </a:p>
        </p:txBody>
      </p:sp>
      <p:sp>
        <p:nvSpPr>
          <p:cNvPr id="12" name="TextBox 11"/>
          <p:cNvSpPr txBox="1"/>
          <p:nvPr/>
        </p:nvSpPr>
        <p:spPr>
          <a:xfrm>
            <a:off x="3022092" y="2194560"/>
            <a:ext cx="2098548" cy="2926080"/>
          </a:xfrm>
          <a:prstGeom prst="rect">
            <a:avLst/>
          </a:prstGeom>
          <a:noFill/>
        </p:spPr>
        <p:txBody>
          <a:bodyPr wrap="square" lIns="0" tIns="0" rIns="0" bIns="0">
            <a:spAutoFit/>
          </a:bodyPr>
          <a:lstStyle/>
          <a:p>
            <a:pPr>
              <a:spcAft>
                <a:spcPts val="700"/>
              </a:spcAft>
            </a:pPr>
            <a:r>
              <a:rPr sz="1000" b="1">
                <a:solidFill>
                  <a:srgbClr val="007ABC"/>
                </a:solidFill>
                <a:latin typeface="Arial"/>
              </a:rPr>
              <a:t>▪  </a:t>
            </a:r>
            <a:r>
              <a:rPr sz="1000" b="0">
                <a:solidFill>
                  <a:srgbClr val="41484C"/>
                </a:solidFill>
                <a:latin typeface="Arial"/>
              </a:rPr>
              <a:t>MDE-Abdeckung bewerten</a:t>
            </a:r>
          </a:p>
          <a:p>
            <a:pPr>
              <a:spcAft>
                <a:spcPts val="700"/>
              </a:spcAft>
            </a:pPr>
            <a:r>
              <a:rPr sz="1000" b="1">
                <a:solidFill>
                  <a:srgbClr val="007ABC"/>
                </a:solidFill>
                <a:latin typeface="Arial"/>
              </a:rPr>
              <a:t>▪  </a:t>
            </a:r>
            <a:r>
              <a:rPr sz="1000" b="0">
                <a:solidFill>
                  <a:srgbClr val="41484C"/>
                </a:solidFill>
                <a:latin typeface="Arial"/>
              </a:rPr>
              <a:t>Standard-Clients einplanen</a:t>
            </a:r>
          </a:p>
          <a:p>
            <a:pPr>
              <a:spcAft>
                <a:spcPts val="700"/>
              </a:spcAft>
            </a:pPr>
            <a:r>
              <a:rPr sz="1000" b="1">
                <a:solidFill>
                  <a:srgbClr val="007ABC"/>
                </a:solidFill>
                <a:latin typeface="Arial"/>
              </a:rPr>
              <a:t>▪  </a:t>
            </a:r>
            <a:r>
              <a:rPr sz="1000" b="0">
                <a:solidFill>
                  <a:srgbClr val="41484C"/>
                </a:solidFill>
                <a:latin typeface="Arial"/>
              </a:rPr>
              <a:t>Aggregiertes Reporting aufsetzen</a:t>
            </a:r>
          </a:p>
          <a:p>
            <a:pPr>
              <a:spcAft>
                <a:spcPts val="700"/>
              </a:spcAft>
            </a:pPr>
            <a:r>
              <a:rPr sz="1000" b="1">
                <a:solidFill>
                  <a:srgbClr val="007ABC"/>
                </a:solidFill>
                <a:latin typeface="Arial"/>
              </a:rPr>
              <a:t>▪  </a:t>
            </a:r>
            <a:r>
              <a:rPr sz="1000" b="0">
                <a:solidFill>
                  <a:srgbClr val="41484C"/>
                </a:solidFill>
                <a:latin typeface="Arial"/>
              </a:rPr>
              <a:t>MCP-Ziele erfassen</a:t>
            </a:r>
          </a:p>
        </p:txBody>
      </p:sp>
      <p:sp>
        <p:nvSpPr>
          <p:cNvPr id="13" name="Right Arrow 12"/>
          <p:cNvSpPr/>
          <p:nvPr/>
        </p:nvSpPr>
        <p:spPr>
          <a:xfrm>
            <a:off x="5266944" y="3218688"/>
            <a:ext cx="201168" cy="237744"/>
          </a:xfrm>
          <a:prstGeom prst="rightArrow">
            <a:avLst/>
          </a:prstGeom>
          <a:solidFill>
            <a:srgbClr val="97C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31536" y="1417320"/>
            <a:ext cx="2427732" cy="3840480"/>
          </a:xfrm>
          <a:prstGeom prst="roundRect">
            <a:avLst>
              <a:gd name="adj" fmla="val 6000"/>
            </a:avLst>
          </a:prstGeom>
          <a:solidFill>
            <a:srgbClr val="E8F3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596127" y="1581912"/>
            <a:ext cx="384048" cy="384048"/>
          </a:xfrm>
          <a:prstGeom prst="ellipse">
            <a:avLst/>
          </a:prstGeom>
          <a:solidFill>
            <a:srgbClr val="0044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16" name="TextBox 15"/>
          <p:cNvSpPr txBox="1"/>
          <p:nvPr/>
        </p:nvSpPr>
        <p:spPr>
          <a:xfrm>
            <a:off x="6089903" y="1600200"/>
            <a:ext cx="1604772" cy="411480"/>
          </a:xfrm>
          <a:prstGeom prst="rect">
            <a:avLst/>
          </a:prstGeom>
          <a:noFill/>
        </p:spPr>
        <p:txBody>
          <a:bodyPr wrap="square" lIns="0" tIns="0" rIns="0" bIns="0" anchor="ctr">
            <a:spAutoFit/>
          </a:bodyPr>
          <a:lstStyle/>
          <a:p>
            <a:pPr algn="l">
              <a:spcAft>
                <a:spcPts val="400"/>
              </a:spcAft>
            </a:pPr>
            <a:r>
              <a:rPr sz="1400" b="1">
                <a:solidFill>
                  <a:srgbClr val="00446E"/>
                </a:solidFill>
                <a:latin typeface="Arial"/>
              </a:rPr>
              <a:t>Regelwerk</a:t>
            </a:r>
          </a:p>
        </p:txBody>
      </p:sp>
      <p:sp>
        <p:nvSpPr>
          <p:cNvPr id="17" name="TextBox 16"/>
          <p:cNvSpPr txBox="1"/>
          <p:nvPr/>
        </p:nvSpPr>
        <p:spPr>
          <a:xfrm>
            <a:off x="5596127" y="2194560"/>
            <a:ext cx="2098548" cy="2926080"/>
          </a:xfrm>
          <a:prstGeom prst="rect">
            <a:avLst/>
          </a:prstGeom>
          <a:noFill/>
        </p:spPr>
        <p:txBody>
          <a:bodyPr wrap="square" lIns="0" tIns="0" rIns="0" bIns="0">
            <a:spAutoFit/>
          </a:bodyPr>
          <a:lstStyle/>
          <a:p>
            <a:pPr>
              <a:spcAft>
                <a:spcPts val="700"/>
              </a:spcAft>
            </a:pPr>
            <a:r>
              <a:rPr sz="1000" b="1">
                <a:solidFill>
                  <a:srgbClr val="007ABC"/>
                </a:solidFill>
                <a:latin typeface="Arial"/>
              </a:rPr>
              <a:t>▪  </a:t>
            </a:r>
            <a:r>
              <a:rPr sz="1000" b="0">
                <a:solidFill>
                  <a:srgbClr val="41484C"/>
                </a:solidFill>
                <a:latin typeface="Arial"/>
              </a:rPr>
              <a:t>Freigabe für Agenten und Erweiterungen</a:t>
            </a:r>
          </a:p>
          <a:p>
            <a:pPr>
              <a:spcAft>
                <a:spcPts val="700"/>
              </a:spcAft>
            </a:pPr>
            <a:r>
              <a:rPr sz="1000" b="1">
                <a:solidFill>
                  <a:srgbClr val="007ABC"/>
                </a:solidFill>
                <a:latin typeface="Arial"/>
              </a:rPr>
              <a:t>▪  </a:t>
            </a:r>
            <a:r>
              <a:rPr sz="1000" b="0">
                <a:solidFill>
                  <a:srgbClr val="41484C"/>
                </a:solidFill>
                <a:latin typeface="Arial"/>
              </a:rPr>
              <a:t>Automatische Freigabe untersagen</a:t>
            </a:r>
          </a:p>
          <a:p>
            <a:pPr>
              <a:spcAft>
                <a:spcPts val="700"/>
              </a:spcAft>
            </a:pPr>
            <a:r>
              <a:rPr sz="1000" b="1">
                <a:solidFill>
                  <a:srgbClr val="007ABC"/>
                </a:solidFill>
                <a:latin typeface="Arial"/>
              </a:rPr>
              <a:t>▪  </a:t>
            </a:r>
            <a:r>
              <a:rPr sz="1000" b="0">
                <a:solidFill>
                  <a:srgbClr val="41484C"/>
                </a:solidFill>
                <a:latin typeface="Arial"/>
              </a:rPr>
              <a:t>Privilegierte Geräte priorisieren</a:t>
            </a:r>
          </a:p>
          <a:p>
            <a:pPr>
              <a:spcAft>
                <a:spcPts val="700"/>
              </a:spcAft>
            </a:pPr>
            <a:r>
              <a:rPr sz="1000" b="1">
                <a:solidFill>
                  <a:srgbClr val="007ABC"/>
                </a:solidFill>
                <a:latin typeface="Arial"/>
              </a:rPr>
              <a:t>▪  </a:t>
            </a:r>
            <a:r>
              <a:rPr sz="1000" b="0">
                <a:solidFill>
                  <a:srgbClr val="41484C"/>
                </a:solidFill>
                <a:latin typeface="Arial"/>
              </a:rPr>
              <a:t>Auslagerungsrelevanz klären</a:t>
            </a:r>
          </a:p>
        </p:txBody>
      </p:sp>
      <p:sp>
        <p:nvSpPr>
          <p:cNvPr id="18" name="Right Arrow 17"/>
          <p:cNvSpPr/>
          <p:nvPr/>
        </p:nvSpPr>
        <p:spPr>
          <a:xfrm>
            <a:off x="7840979" y="3218688"/>
            <a:ext cx="201168" cy="237744"/>
          </a:xfrm>
          <a:prstGeom prst="rightArrow">
            <a:avLst/>
          </a:prstGeom>
          <a:solidFill>
            <a:srgbClr val="97C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05572" y="1417320"/>
            <a:ext cx="2427732" cy="3840480"/>
          </a:xfrm>
          <a:prstGeom prst="roundRect">
            <a:avLst>
              <a:gd name="adj" fmla="val 6000"/>
            </a:avLst>
          </a:prstGeom>
          <a:solidFill>
            <a:srgbClr val="E6F9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170164" y="1581912"/>
            <a:ext cx="384048" cy="384048"/>
          </a:xfrm>
          <a:prstGeom prst="ellipse">
            <a:avLst/>
          </a:prstGeom>
          <a:solidFill>
            <a:srgbClr val="2664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21" name="TextBox 20"/>
          <p:cNvSpPr txBox="1"/>
          <p:nvPr/>
        </p:nvSpPr>
        <p:spPr>
          <a:xfrm>
            <a:off x="8663940" y="1600200"/>
            <a:ext cx="1604772" cy="411480"/>
          </a:xfrm>
          <a:prstGeom prst="rect">
            <a:avLst/>
          </a:prstGeom>
          <a:noFill/>
        </p:spPr>
        <p:txBody>
          <a:bodyPr wrap="square" lIns="0" tIns="0" rIns="0" bIns="0" anchor="ctr">
            <a:spAutoFit/>
          </a:bodyPr>
          <a:lstStyle/>
          <a:p>
            <a:pPr algn="l">
              <a:spcAft>
                <a:spcPts val="400"/>
              </a:spcAft>
            </a:pPr>
            <a:r>
              <a:rPr sz="1400" b="1">
                <a:solidFill>
                  <a:srgbClr val="266446"/>
                </a:solidFill>
                <a:latin typeface="Arial"/>
              </a:rPr>
              <a:t>Schutz</a:t>
            </a:r>
          </a:p>
        </p:txBody>
      </p:sp>
      <p:sp>
        <p:nvSpPr>
          <p:cNvPr id="22" name="TextBox 21"/>
          <p:cNvSpPr txBox="1"/>
          <p:nvPr/>
        </p:nvSpPr>
        <p:spPr>
          <a:xfrm>
            <a:off x="8170164" y="2194560"/>
            <a:ext cx="2098548" cy="2926080"/>
          </a:xfrm>
          <a:prstGeom prst="rect">
            <a:avLst/>
          </a:prstGeom>
          <a:noFill/>
        </p:spPr>
        <p:txBody>
          <a:bodyPr wrap="square" lIns="0" tIns="0" rIns="0" bIns="0">
            <a:spAutoFit/>
          </a:bodyPr>
          <a:lstStyle/>
          <a:p>
            <a:pPr>
              <a:spcAft>
                <a:spcPts val="700"/>
              </a:spcAft>
            </a:pPr>
            <a:r>
              <a:rPr sz="1000" b="1">
                <a:solidFill>
                  <a:srgbClr val="266446"/>
                </a:solidFill>
                <a:latin typeface="Arial"/>
              </a:rPr>
              <a:t>▪  </a:t>
            </a:r>
            <a:r>
              <a:rPr sz="1000" b="0">
                <a:solidFill>
                  <a:srgbClr val="41484C"/>
                </a:solidFill>
                <a:latin typeface="Arial"/>
              </a:rPr>
              <a:t>Runtime Protection im Auditmodus</a:t>
            </a:r>
          </a:p>
          <a:p>
            <a:pPr>
              <a:spcAft>
                <a:spcPts val="700"/>
              </a:spcAft>
            </a:pPr>
            <a:r>
              <a:rPr sz="1000" b="1">
                <a:solidFill>
                  <a:srgbClr val="266446"/>
                </a:solidFill>
                <a:latin typeface="Arial"/>
              </a:rPr>
              <a:t>▪  </a:t>
            </a:r>
            <a:r>
              <a:rPr sz="1000" b="0">
                <a:solidFill>
                  <a:srgbClr val="41484C"/>
                </a:solidFill>
                <a:latin typeface="Arial"/>
              </a:rPr>
              <a:t>Pilotgruppe festlegen</a:t>
            </a:r>
          </a:p>
          <a:p>
            <a:pPr>
              <a:spcAft>
                <a:spcPts val="700"/>
              </a:spcAft>
            </a:pPr>
            <a:r>
              <a:rPr sz="1000" b="1">
                <a:solidFill>
                  <a:srgbClr val="266446"/>
                </a:solidFill>
                <a:latin typeface="Arial"/>
              </a:rPr>
              <a:t>▪  </a:t>
            </a:r>
            <a:r>
              <a:rPr sz="1000" b="0">
                <a:solidFill>
                  <a:srgbClr val="41484C"/>
                </a:solidFill>
                <a:latin typeface="Arial"/>
              </a:rPr>
              <a:t>SOC-Anbindung und Alarmierung</a:t>
            </a:r>
          </a:p>
          <a:p>
            <a:pPr>
              <a:spcAft>
                <a:spcPts val="700"/>
              </a:spcAft>
            </a:pPr>
            <a:r>
              <a:rPr sz="1000" b="1">
                <a:solidFill>
                  <a:srgbClr val="266446"/>
                </a:solidFill>
                <a:latin typeface="Arial"/>
              </a:rPr>
              <a:t>▪  </a:t>
            </a:r>
            <a:r>
              <a:rPr sz="1000" b="0">
                <a:solidFill>
                  <a:srgbClr val="41484C"/>
                </a:solidFill>
                <a:latin typeface="Arial"/>
              </a:rPr>
              <a:t>Review-Intervall vereinbaren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Vielen Dank – Fragen &amp; Diskussion</a:t>
            </a:r>
          </a:p>
        </p:txBody>
      </p:sp>
    </p:spTree>
  </p:cSld>
  <p:clrMapOvr>
    <a:masterClrMapping/>
  </p:clrMapOvr>
</p:sld>
</file>

<file path=ppt/theme/theme1.xml><?xml version="1.0" encoding="utf-8"?>
<a:theme xmlns:a="http://schemas.openxmlformats.org/drawingml/2006/main" name="KfW">
  <a:themeElements>
    <a:clrScheme name="Benutzerdefiniert 103">
      <a:dk1>
        <a:srgbClr val="41484C"/>
      </a:dk1>
      <a:lt1>
        <a:srgbClr val="FFFFFF"/>
      </a:lt1>
      <a:dk2>
        <a:srgbClr val="00446E"/>
      </a:dk2>
      <a:lt2>
        <a:srgbClr val="266446"/>
      </a:lt2>
      <a:accent1>
        <a:srgbClr val="005A8C"/>
      </a:accent1>
      <a:accent2>
        <a:srgbClr val="B7F9AA"/>
      </a:accent2>
      <a:accent3>
        <a:srgbClr val="57D96D"/>
      </a:accent3>
      <a:accent4>
        <a:srgbClr val="97CFED"/>
      </a:accent4>
      <a:accent5>
        <a:srgbClr val="00375B"/>
      </a:accent5>
      <a:accent6>
        <a:srgbClr val="007ABC"/>
      </a:accent6>
      <a:hlink>
        <a:srgbClr val="41484C"/>
      </a:hlink>
      <a:folHlink>
        <a:srgbClr val="41484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08000" rIns="144000" bIns="108000" rtlCol="0" anchor="ctr"/>
      <a:lstStyle>
        <a:defPPr algn="l">
          <a:buSzPct val="110000"/>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144000" tIns="108000" rIns="144000" bIns="108000" rtlCol="0">
        <a:spAutoFit/>
      </a:bodyPr>
      <a:lstStyle>
        <a:defPPr algn="l">
          <a:buSzPct val="110000"/>
          <a:defRPr sz="1400" dirty="0" err="1" smtClean="0"/>
        </a:defPPr>
      </a:lstStyle>
    </a:txDef>
  </a:objectDefaults>
  <a:extraClrSchemeLst/>
  <a:custClrLst>
    <a:custClr name="Grün 700">
      <a:srgbClr val="398357"/>
    </a:custClr>
    <a:custClr name="Grün 200">
      <a:srgbClr val="D4FCCA"/>
    </a:custClr>
    <a:custClr name="Grau 500">
      <a:srgbClr val="41484C"/>
    </a:custClr>
    <a:custClr name="Grau 400">
      <a:srgbClr val="6D767D"/>
    </a:custClr>
    <a:custClr name="Violett 600">
      <a:srgbClr val="371844"/>
    </a:custClr>
    <a:custClr name="Violett 400">
      <a:srgbClr val="A455C5"/>
    </a:custClr>
    <a:custClr name="Violett 500">
      <a:srgbClr val="643179"/>
    </a:custClr>
    <a:custClr name="Violett 300">
      <a:srgbClr val="C99AE1"/>
    </a:custClr>
    <a:custClr name="Blau 200">
      <a:srgbClr val="D1EBF7"/>
    </a:custClr>
    <a:custClr name="Blau 100">
      <a:srgbClr val="E9F5FB"/>
    </a:custClr>
  </a:custClrLst>
  <a:extLst>
    <a:ext uri="{05A4C25C-085E-4340-85A3-A5531E510DB2}">
      <thm15:themeFamily xmlns:thm15="http://schemas.microsoft.com/office/thememl/2012/main" name="2024_KfW_PPT_Premium-Master_16x9_de.potx" id="{0A584742-A10B-4864-9EDA-3624312B4433}" vid="{9B443093-5772-458A-80E1-D129D88DAD51}"/>
    </a:ext>
  </a:extLst>
</a:theme>
</file>

<file path=ppt/theme/theme2.xml><?xml version="1.0" encoding="utf-8"?>
<a:theme xmlns:a="http://schemas.openxmlformats.org/drawingml/2006/main" name="Office">
  <a:themeElements>
    <a:clrScheme name="Benutzerdefiniert 103">
      <a:dk1>
        <a:srgbClr val="41484C"/>
      </a:dk1>
      <a:lt1>
        <a:srgbClr val="FFFFFF"/>
      </a:lt1>
      <a:dk2>
        <a:srgbClr val="00446E"/>
      </a:dk2>
      <a:lt2>
        <a:srgbClr val="266446"/>
      </a:lt2>
      <a:accent1>
        <a:srgbClr val="005A8C"/>
      </a:accent1>
      <a:accent2>
        <a:srgbClr val="B7F9AA"/>
      </a:accent2>
      <a:accent3>
        <a:srgbClr val="57D96D"/>
      </a:accent3>
      <a:accent4>
        <a:srgbClr val="97CFED"/>
      </a:accent4>
      <a:accent5>
        <a:srgbClr val="00375B"/>
      </a:accent5>
      <a:accent6>
        <a:srgbClr val="007ABC"/>
      </a:accent6>
      <a:hlink>
        <a:srgbClr val="41484C"/>
      </a:hlink>
      <a:folHlink>
        <a:srgbClr val="41484C"/>
      </a:folHlink>
    </a:clrScheme>
    <a:fontScheme name="Benutzerdefiniert 84">
      <a:majorFont>
        <a:latin typeface="KfW Centro Sans"/>
        <a:ea typeface=""/>
        <a:cs typeface=""/>
      </a:majorFont>
      <a:minorFont>
        <a:latin typeface="KfW Centr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103">
      <a:dk1>
        <a:srgbClr val="41484C"/>
      </a:dk1>
      <a:lt1>
        <a:srgbClr val="FFFFFF"/>
      </a:lt1>
      <a:dk2>
        <a:srgbClr val="00446E"/>
      </a:dk2>
      <a:lt2>
        <a:srgbClr val="266446"/>
      </a:lt2>
      <a:accent1>
        <a:srgbClr val="005A8C"/>
      </a:accent1>
      <a:accent2>
        <a:srgbClr val="B7F9AA"/>
      </a:accent2>
      <a:accent3>
        <a:srgbClr val="57D96D"/>
      </a:accent3>
      <a:accent4>
        <a:srgbClr val="97CFED"/>
      </a:accent4>
      <a:accent5>
        <a:srgbClr val="00375B"/>
      </a:accent5>
      <a:accent6>
        <a:srgbClr val="007ABC"/>
      </a:accent6>
      <a:hlink>
        <a:srgbClr val="41484C"/>
      </a:hlink>
      <a:folHlink>
        <a:srgbClr val="41484C"/>
      </a:folHlink>
    </a:clrScheme>
    <a:fontScheme name="Benutzerdefiniert 84">
      <a:majorFont>
        <a:latin typeface="KfW Centro Sans"/>
        <a:ea typeface=""/>
        <a:cs typeface=""/>
      </a:majorFont>
      <a:minorFont>
        <a:latin typeface="KfW Centr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0cea000c-c52b-493e-aa96-01b2015ec784">ITPP001-1553069495-923</_dlc_DocId>
    <_dlc_DocIdUrl xmlns="0cea000c-c52b-493e-aa96-01b2015ec784">
      <Url>https://services.kfw.kfwgruppe.net/apps/itpp/prozesse/VGM_SE/Social/_layouts/15/DocIdRedir.aspx?ID=ITPP001-1553069495-923</Url>
      <Description>ITPP001-1553069495-923</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kument" ma:contentTypeID="0x010100D66E8ED7F98BB84B9FD058718632C4FF" ma:contentTypeVersion="3" ma:contentTypeDescription="Ein neues Dokument erstellen." ma:contentTypeScope="" ma:versionID="ee9cc94daa0fca035baa78ab975a6d26">
  <xsd:schema xmlns:xsd="http://www.w3.org/2001/XMLSchema" xmlns:xs="http://www.w3.org/2001/XMLSchema" xmlns:p="http://schemas.microsoft.com/office/2006/metadata/properties" xmlns:ns1="http://schemas.microsoft.com/sharepoint/v3" xmlns:ns2="0cea000c-c52b-493e-aa96-01b2015ec784" xmlns:ns3="be9fe17e-23ad-47dc-b0ff-b6a28095e0c4" targetNamespace="http://schemas.microsoft.com/office/2006/metadata/properties" ma:root="true" ma:fieldsID="f1807c097614dfab9d0b64c6613ab03c" ns1:_="" ns2:_="" ns3:_="">
    <xsd:import namespace="http://schemas.microsoft.com/sharepoint/v3"/>
    <xsd:import namespace="0cea000c-c52b-493e-aa96-01b2015ec784"/>
    <xsd:import namespace="be9fe17e-23ad-47dc-b0ff-b6a28095e0c4"/>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Geplantes Startdatum" ma:description="Geplantes Startdatum ist eine Websitespalte, die über das Feature zum Veröffentlichen erstellt wird. Es wird zur Angabe des Datums und der Uhrzeit verwendet, wann diese Seite Besuchern zum ersten Mal angezeigt wird." ma:hidden="true" ma:internalName="PublishingStartDate">
      <xsd:simpleType>
        <xsd:restriction base="dms:Unknown"/>
      </xsd:simpleType>
    </xsd:element>
    <xsd:element name="PublishingExpirationDate" ma:index="12" nillable="true" ma:displayName="Geplantes Enddatum" ma:description="Geplantes Enddatum ist eine Websitespalte, die über das Feature zum Veröffentlichen erstellt wird. Es wird zur Angabe des Datums und der Uhrzeit verwendet, wann diese Seite Besuchern nicht mehr angezeigt wird."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ea000c-c52b-493e-aa96-01b2015ec784" elementFormDefault="qualified">
    <xsd:import namespace="http://schemas.microsoft.com/office/2006/documentManagement/types"/>
    <xsd:import namespace="http://schemas.microsoft.com/office/infopath/2007/PartnerControls"/>
    <xsd:element name="_dlc_DocId" ma:index="8" nillable="true" ma:displayName="Wert der Dokument-ID" ma:description="Der Wert der diesem Element zugewiesenen Dokument-ID." ma:internalName="_dlc_DocId" ma:readOnly="true">
      <xsd:simpleType>
        <xsd:restriction base="dms:Text"/>
      </xsd:simpleType>
    </xsd:element>
    <xsd:element name="_dlc_DocIdUrl" ma:index="9"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be9fe17e-23ad-47dc-b0ff-b6a28095e0c4" elementFormDefault="qualified">
    <xsd:import namespace="http://schemas.microsoft.com/office/2006/documentManagement/types"/>
    <xsd:import namespace="http://schemas.microsoft.com/office/infopath/2007/PartnerControls"/>
    <xsd:element name="SharedWithUsers" ma:index="13"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BAD643-945E-41AC-9DC5-BB1D55CEAE8B}">
  <ds:schemaRef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0cea000c-c52b-493e-aa96-01b2015ec784"/>
    <ds:schemaRef ds:uri="http://schemas.microsoft.com/office/2006/documentManagement/types"/>
    <ds:schemaRef ds:uri="http://schemas.microsoft.com/office/infopath/2007/PartnerControls"/>
    <ds:schemaRef ds:uri="be9fe17e-23ad-47dc-b0ff-b6a28095e0c4"/>
    <ds:schemaRef ds:uri="http://www.w3.org/XML/1998/namespace"/>
    <ds:schemaRef ds:uri="http://purl.org/dc/dcmitype/"/>
  </ds:schemaRefs>
</ds:datastoreItem>
</file>

<file path=customXml/itemProps2.xml><?xml version="1.0" encoding="utf-8"?>
<ds:datastoreItem xmlns:ds="http://schemas.openxmlformats.org/officeDocument/2006/customXml" ds:itemID="{2C8A4633-9684-4EDE-965B-C7E6ECD20277}">
  <ds:schemaRefs>
    <ds:schemaRef ds:uri="http://schemas.microsoft.com/sharepoint/v3/contenttype/forms"/>
  </ds:schemaRefs>
</ds:datastoreItem>
</file>

<file path=customXml/itemProps3.xml><?xml version="1.0" encoding="utf-8"?>
<ds:datastoreItem xmlns:ds="http://schemas.openxmlformats.org/officeDocument/2006/customXml" ds:itemID="{51E02FAE-9AE8-41F4-B498-0A8243E186C7}">
  <ds:schemaRefs>
    <ds:schemaRef ds:uri="http://schemas.microsoft.com/sharepoint/events"/>
  </ds:schemaRefs>
</ds:datastoreItem>
</file>

<file path=customXml/itemProps4.xml><?xml version="1.0" encoding="utf-8"?>
<ds:datastoreItem xmlns:ds="http://schemas.openxmlformats.org/officeDocument/2006/customXml" ds:itemID="{F61C134F-427A-41A8-AE4D-9F0A783F3A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cea000c-c52b-493e-aa96-01b2015ec784"/>
    <ds:schemaRef ds:uri="be9fe17e-23ad-47dc-b0ff-b6a28095e0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4a1eb77-0afe-4cfd-b55b-299e0c9eac9a}" enabled="1" method="Standard" siteId="{05ca8f81-10c4-490e-9c8b-77dad30ce21b}" contentBits="0" removed="0"/>
</clbl:labelList>
</file>

<file path=docProps/app.xml><?xml version="1.0" encoding="utf-8"?>
<Properties xmlns="http://schemas.openxmlformats.org/officeDocument/2006/extended-properties" xmlns:vt="http://schemas.openxmlformats.org/officeDocument/2006/docPropsVTypes">
  <Template>KfW</Template>
  <TotalTime>0</TotalTime>
  <Words>712</Words>
  <Application>Microsoft Office PowerPoint</Application>
  <PresentationFormat>Benutzerdefiniert</PresentationFormat>
  <Paragraphs>123</Paragraphs>
  <Slides>7</Slides>
  <Notes>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7</vt:i4>
      </vt:variant>
    </vt:vector>
  </HeadingPairs>
  <TitlesOfParts>
    <vt:vector size="10" baseType="lpstr">
      <vt:lpstr>Arial</vt:lpstr>
      <vt:lpstr>Symbol</vt:lpstr>
      <vt:lpstr>KfW</vt:lpstr>
      <vt:lpstr>Lokale KI-Agenten in Microsoft Defender XDR</vt:lpstr>
      <vt:lpstr>Lokale KI-Agenten: Was die neue Sicht zeigt</vt:lpstr>
      <vt:lpstr>Woher kommen die Daten – und was sieht MDCA davon?</vt:lpstr>
      <vt:lpstr>Abdeckung: Wie vollständig ist das Bild?</vt:lpstr>
      <vt:lpstr>Risikobild: Wirkungsbereich, Risiko und Einschätzung</vt:lpstr>
      <vt:lpstr>Weiteres Vorgehen</vt:lpstr>
      <vt:lpstr>Vielen Dank – Fragen &amp; Diskussion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Stylebook (Premium) für KfW-Präsentationen</dc:title>
  <dc:creator>Lucas Fuchs (Peter Schmidt Group)</dc:creator>
  <cp:lastModifiedBy>Jan Niklas Benn</cp:lastModifiedBy>
  <cp:revision>46</cp:revision>
  <cp:lastPrinted>2024-01-22T11:40:20Z</cp:lastPrinted>
  <dcterms:created xsi:type="dcterms:W3CDTF">2024-05-21T06:50:55Z</dcterms:created>
  <dcterms:modified xsi:type="dcterms:W3CDTF">2026-09-07T07:47:48Z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a1eb77-0afe-4cfd-b55b-299e0c9eac9a_Enabled">
    <vt:lpwstr>true</vt:lpwstr>
  </property>
  <property fmtid="{D5CDD505-2E9C-101B-9397-08002B2CF9AE}" pid="3" name="MSIP_Label_44a1eb77-0afe-4cfd-b55b-299e0c9eac9a_SetDate">
    <vt:lpwstr>2025-06-16T15:23:16Z</vt:lpwstr>
  </property>
  <property fmtid="{D5CDD505-2E9C-101B-9397-08002B2CF9AE}" pid="4" name="MSIP_Label_44a1eb77-0afe-4cfd-b55b-299e0c9eac9a_Method">
    <vt:lpwstr>Standard</vt:lpwstr>
  </property>
  <property fmtid="{D5CDD505-2E9C-101B-9397-08002B2CF9AE}" pid="5" name="MSIP_Label_44a1eb77-0afe-4cfd-b55b-299e0c9eac9a_Name">
    <vt:lpwstr>internal</vt:lpwstr>
  </property>
  <property fmtid="{D5CDD505-2E9C-101B-9397-08002B2CF9AE}" pid="6" name="MSIP_Label_44a1eb77-0afe-4cfd-b55b-299e0c9eac9a_SiteId">
    <vt:lpwstr>05ca8f81-10c4-490e-9c8b-77dad30ce21b</vt:lpwstr>
  </property>
  <property fmtid="{D5CDD505-2E9C-101B-9397-08002B2CF9AE}" pid="7" name="MSIP_Label_44a1eb77-0afe-4cfd-b55b-299e0c9eac9a_ActionId">
    <vt:lpwstr>d51e2a1d-09ad-4ef5-8c4c-71f28483e2e0</vt:lpwstr>
  </property>
  <property fmtid="{D5CDD505-2E9C-101B-9397-08002B2CF9AE}" pid="8" name="MSIP_Label_44a1eb77-0afe-4cfd-b55b-299e0c9eac9a_ContentBits">
    <vt:lpwstr>0</vt:lpwstr>
  </property>
  <property fmtid="{D5CDD505-2E9C-101B-9397-08002B2CF9AE}" pid="9" name="ContentTypeId">
    <vt:lpwstr>0x010100D66E8ED7F98BB84B9FD058718632C4FF</vt:lpwstr>
  </property>
  <property fmtid="{D5CDD505-2E9C-101B-9397-08002B2CF9AE}" pid="10" name="_dlc_DocIdItemGuid">
    <vt:lpwstr>66fdfe4c-8c6f-485c-9e36-de7b7831e80b</vt:lpwstr>
  </property>
</Properties>
</file>